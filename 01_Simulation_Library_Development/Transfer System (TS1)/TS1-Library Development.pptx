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comments/modernComment_11F_27395B8E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3"/>
  </p:sldMasterIdLst>
  <p:notesMasterIdLst>
    <p:notesMasterId r:id="rId31"/>
  </p:notesMasterIdLst>
  <p:sldIdLst>
    <p:sldId id="256" r:id="rId4"/>
    <p:sldId id="279" r:id="rId5"/>
    <p:sldId id="268" r:id="rId6"/>
    <p:sldId id="273" r:id="rId7"/>
    <p:sldId id="261" r:id="rId8"/>
    <p:sldId id="260" r:id="rId9"/>
    <p:sldId id="258" r:id="rId10"/>
    <p:sldId id="262" r:id="rId11"/>
    <p:sldId id="280" r:id="rId12"/>
    <p:sldId id="263" r:id="rId13"/>
    <p:sldId id="269" r:id="rId14"/>
    <p:sldId id="264" r:id="rId15"/>
    <p:sldId id="274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1" r:id="rId24"/>
    <p:sldId id="292" r:id="rId25"/>
    <p:sldId id="277" r:id="rId26"/>
    <p:sldId id="290" r:id="rId27"/>
    <p:sldId id="276" r:id="rId28"/>
    <p:sldId id="281" r:id="rId29"/>
    <p:sldId id="275" r:id="rId30"/>
  </p:sldIdLst>
  <p:sldSz cx="10969625" cy="6170613"/>
  <p:notesSz cx="6858000" cy="9144000"/>
  <p:custDataLst>
    <p:tags r:id="rId32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1113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8222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23341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64454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055686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466823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2877960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289097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1751B1C-2E90-4C51-925A-9A2F3447DD1F}">
          <p14:sldIdLst>
            <p14:sldId id="256"/>
            <p14:sldId id="279"/>
            <p14:sldId id="268"/>
          </p14:sldIdLst>
        </p14:section>
        <p14:section name="Evaluation and Planning" id="{AFFFDD9B-76EB-4AC5-BB62-94FBA644109F}">
          <p14:sldIdLst>
            <p14:sldId id="273"/>
            <p14:sldId id="261"/>
            <p14:sldId id="260"/>
            <p14:sldId id="258"/>
            <p14:sldId id="262"/>
            <p14:sldId id="280"/>
            <p14:sldId id="263"/>
            <p14:sldId id="269"/>
            <p14:sldId id="264"/>
          </p14:sldIdLst>
        </p14:section>
        <p14:section name="Specifications" id="{50FB7FB7-2DB1-47CE-A832-EF57ABD80B72}">
          <p14:sldIdLst>
            <p14:sldId id="274"/>
          </p14:sldIdLst>
        </p14:section>
        <p14:section name="Modelling" id="{8192F8C0-742E-4DF5-827F-383D2BE3BB9E}">
          <p14:sldIdLst>
            <p14:sldId id="283"/>
            <p14:sldId id="284"/>
            <p14:sldId id="285"/>
            <p14:sldId id="286"/>
            <p14:sldId id="287"/>
            <p14:sldId id="288"/>
            <p14:sldId id="289"/>
            <p14:sldId id="291"/>
            <p14:sldId id="292"/>
          </p14:sldIdLst>
        </p14:section>
        <p14:section name="Testing" id="{0C7D2760-B0BA-4CC8-BE69-056531F3AD09}">
          <p14:sldIdLst>
            <p14:sldId id="277"/>
            <p14:sldId id="290"/>
          </p14:sldIdLst>
        </p14:section>
        <p14:section name="Backup" id="{9AAAA717-CEA5-4293-A481-0BC2B9135C72}">
          <p14:sldIdLst>
            <p14:sldId id="276"/>
            <p14:sldId id="281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457B3A7-A13A-21FF-AAF5-2FD28415380C}" name="Tajne Sahil Suresh (DC-AT/ESP1)" initials="TSS(A" userId="S::taa1ul@bosch.com::e53eec42-5de5-4397-94bf-bdfaecc4a7d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9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5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ags" Target="tags/tag1.xml"/><Relationship Id="rId37" Type="http://schemas.microsoft.com/office/2018/10/relationships/authors" Target="author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1.xml"/></Relationships>
</file>

<file path=ppt/comments/modernComment_11F_27395B8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5102046-55D0-47CD-8635-D004DAD0FA02}" authorId="{4457B3A7-A13A-21FF-AAF5-2FD28415380C}" created="2024-09-26T09:03:12.961">
    <pc:sldMkLst xmlns:pc="http://schemas.microsoft.com/office/powerpoint/2013/main/command">
      <pc:docMk/>
      <pc:sldMk cId="658070414" sldId="287"/>
    </pc:sldMkLst>
    <p188:txBody>
      <a:bodyPr/>
      <a:lstStyle/>
      <a:p>
        <a:r>
          <a:rPr lang="en-GB"/>
          <a:t>Update the HQ and stop gate signals or behaviour when TS2 HQ and stop gate are updated in the TS2 library.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7911F-CEAF-4F0B-98BD-EFB38C6572AA}" type="datetimeFigureOut">
              <a:rPr lang="de-DE" smtClean="0"/>
              <a:t>23.10.2024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D48B2-9EB0-4B37-9B35-FC11E2EA535A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031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1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60000" y="1440000"/>
            <a:ext cx="10346100" cy="4021000"/>
          </a:xfrm>
          <a:ln w="0">
            <a:noFill/>
          </a:ln>
          <a:effectLst/>
        </p:spPr>
        <p:txBody>
          <a:bodyPr lIns="0" tIns="0" rIns="0" bIns="0" anchor="t" anchorCtr="0">
            <a:normAutofit/>
          </a:bodyPr>
          <a:lstStyle>
            <a:lvl1pPr algn="l">
              <a:lnSpc>
                <a:spcPts val="8600"/>
              </a:lnSpc>
              <a:spcBef>
                <a:spcPts val="0"/>
              </a:spcBef>
              <a:defRPr sz="8000" b="1" cap="none" baseline="0">
                <a:solidFill>
                  <a:schemeClr val="accent1"/>
                </a:solidFill>
              </a:defRPr>
            </a:lvl1pPr>
          </a:lstStyle>
          <a:p>
            <a:r>
              <a:rPr lang="en-US" noProof="1"/>
              <a:t>Add Presentation Title</a:t>
            </a:r>
          </a:p>
        </p:txBody>
      </p:sp>
      <p:sp>
        <p:nvSpPr>
          <p:cNvPr id="2" name="BackgroundPicture1">
            <a:extLst>
              <a:ext uri="{FF2B5EF4-FFF2-40B4-BE49-F238E27FC236}">
                <a16:creationId xmlns:a16="http://schemas.microsoft.com/office/drawing/2014/main" id="{4C67D05B-02EA-1693-2D4B-CA7DCC429FBA}"/>
              </a:ext>
            </a:extLst>
          </p:cNvPr>
          <p:cNvSpPr/>
          <p:nvPr userDrawn="1"/>
        </p:nvSpPr>
        <p:spPr>
          <a:xfrm>
            <a:off x="0" y="0"/>
            <a:ext cx="10969626" cy="918001"/>
          </a:xfrm>
          <a:custGeom>
            <a:avLst/>
            <a:gdLst/>
            <a:ahLst/>
            <a:cxnLst/>
            <a:rect l="0" t="0" r="0" b="0"/>
            <a:pathLst>
              <a:path w="10969626" h="918001">
                <a:moveTo>
                  <a:pt x="0" y="0"/>
                </a:moveTo>
                <a:lnTo>
                  <a:pt x="10969625" y="0"/>
                </a:lnTo>
                <a:lnTo>
                  <a:pt x="10969625" y="349200"/>
                </a:lnTo>
                <a:lnTo>
                  <a:pt x="0" y="91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" name="BackgroundPicture2">
            <a:extLst>
              <a:ext uri="{FF2B5EF4-FFF2-40B4-BE49-F238E27FC236}">
                <a16:creationId xmlns:a16="http://schemas.microsoft.com/office/drawing/2014/main" id="{984B3BDF-3DD4-0AD5-2FB3-85808C585D9C}"/>
              </a:ext>
            </a:extLst>
          </p:cNvPr>
          <p:cNvSpPr/>
          <p:nvPr userDrawn="1"/>
        </p:nvSpPr>
        <p:spPr>
          <a:xfrm rot="10800000">
            <a:off x="0" y="5252612"/>
            <a:ext cx="10969626" cy="918001"/>
          </a:xfrm>
          <a:custGeom>
            <a:avLst/>
            <a:gdLst/>
            <a:ahLst/>
            <a:cxnLst/>
            <a:rect l="0" t="0" r="0" b="0"/>
            <a:pathLst>
              <a:path w="10969626" h="918001">
                <a:moveTo>
                  <a:pt x="0" y="0"/>
                </a:moveTo>
                <a:lnTo>
                  <a:pt x="10969625" y="0"/>
                </a:lnTo>
                <a:lnTo>
                  <a:pt x="10969625" y="349200"/>
                </a:lnTo>
                <a:lnTo>
                  <a:pt x="0" y="91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4CC023B5-22C1-14E9-33D3-94BB9F1111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7C06A1-B4B3-3ED8-6674-D4EC3FE9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223008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8" orient="horz" pos="905" userDrawn="1">
          <p15:clr>
            <a:srgbClr val="FBAE40"/>
          </p15:clr>
        </p15:guide>
        <p15:guide id="23" orient="horz" pos="3440" userDrawn="1">
          <p15:clr>
            <a:srgbClr val="FBAE40"/>
          </p15:clr>
        </p15:guide>
        <p15:guide id="24" pos="224" userDrawn="1">
          <p15:clr>
            <a:srgbClr val="FBAE40"/>
          </p15:clr>
        </p15:guide>
        <p15:guide id="25" pos="674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2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6F21F40C-BA51-788F-EAA1-C877C872B50A}"/>
              </a:ext>
            </a:extLst>
          </p:cNvPr>
          <p:cNvSpPr/>
          <p:nvPr userDrawn="1"/>
        </p:nvSpPr>
        <p:spPr>
          <a:xfrm>
            <a:off x="1" y="349201"/>
            <a:ext cx="10969625" cy="5482801"/>
          </a:xfrm>
          <a:custGeom>
            <a:avLst/>
            <a:gdLst>
              <a:gd name="connsiteX0" fmla="*/ 10969625 w 10969625"/>
              <a:gd name="connsiteY0" fmla="*/ 0 h 5482801"/>
              <a:gd name="connsiteX1" fmla="*/ 10969625 w 10969625"/>
              <a:gd name="connsiteY1" fmla="*/ 4903413 h 5482801"/>
              <a:gd name="connsiteX2" fmla="*/ 1 w 10969625"/>
              <a:gd name="connsiteY2" fmla="*/ 5472213 h 5482801"/>
              <a:gd name="connsiteX3" fmla="*/ 1 w 10969625"/>
              <a:gd name="connsiteY3" fmla="*/ 5482801 h 5482801"/>
              <a:gd name="connsiteX4" fmla="*/ 0 w 10969625"/>
              <a:gd name="connsiteY4" fmla="*/ 5482801 h 5482801"/>
              <a:gd name="connsiteX5" fmla="*/ 0 w 10969625"/>
              <a:gd name="connsiteY5" fmla="*/ 568800 h 5482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69625" h="5482801">
                <a:moveTo>
                  <a:pt x="10969625" y="0"/>
                </a:moveTo>
                <a:lnTo>
                  <a:pt x="10969625" y="4903413"/>
                </a:lnTo>
                <a:lnTo>
                  <a:pt x="1" y="5472213"/>
                </a:lnTo>
                <a:lnTo>
                  <a:pt x="1" y="5482801"/>
                </a:lnTo>
                <a:lnTo>
                  <a:pt x="0" y="5482801"/>
                </a:lnTo>
                <a:lnTo>
                  <a:pt x="0" y="568800"/>
                </a:lnTo>
                <a:close/>
              </a:path>
            </a:pathLst>
          </a:custGeom>
          <a:solidFill>
            <a:schemeClr val="accent2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60000" y="1440000"/>
            <a:ext cx="10346100" cy="4021000"/>
          </a:xfrm>
          <a:ln w="0">
            <a:noFill/>
          </a:ln>
          <a:effectLst/>
        </p:spPr>
        <p:txBody>
          <a:bodyPr lIns="0" tIns="0" rIns="0" bIns="0" anchor="t" anchorCtr="0">
            <a:normAutofit/>
          </a:bodyPr>
          <a:lstStyle>
            <a:lvl1pPr algn="l">
              <a:lnSpc>
                <a:spcPts val="8600"/>
              </a:lnSpc>
              <a:spcBef>
                <a:spcPts val="0"/>
              </a:spcBef>
              <a:defRPr sz="8000" b="1" cap="none" baseline="0">
                <a:solidFill>
                  <a:schemeClr val="accent1"/>
                </a:solidFill>
              </a:defRPr>
            </a:lvl1pPr>
          </a:lstStyle>
          <a:p>
            <a:r>
              <a:rPr lang="en-US" noProof="1"/>
              <a:t>Add Presentation Title</a:t>
            </a: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36E187B1-0E63-E4C5-B68A-E4C50B0C8E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038" y="5592014"/>
            <a:ext cx="1009142" cy="40513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9AD324-3F15-1D01-F90C-2B6497AD8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621930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8" orient="horz" pos="905" userDrawn="1">
          <p15:clr>
            <a:srgbClr val="FBAE40"/>
          </p15:clr>
        </p15:guide>
        <p15:guide id="23" orient="horz" pos="3440" userDrawn="1">
          <p15:clr>
            <a:srgbClr val="FBAE40"/>
          </p15:clr>
        </p15:guide>
        <p15:guide id="24" pos="224" userDrawn="1">
          <p15:clr>
            <a:srgbClr val="FBAE40"/>
          </p15:clr>
        </p15:guide>
        <p15:guide id="25" pos="674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image 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>
            <a:extLst>
              <a:ext uri="{FF2B5EF4-FFF2-40B4-BE49-F238E27FC236}">
                <a16:creationId xmlns:a16="http://schemas.microsoft.com/office/drawing/2014/main" id="{88040321-5159-B1E3-A5D4-F3AB208880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038" y="5592014"/>
            <a:ext cx="1009142" cy="405130"/>
          </a:xfrm>
          <a:prstGeom prst="rect">
            <a:avLst/>
          </a:prstGeom>
        </p:spPr>
      </p:pic>
      <p:sp>
        <p:nvSpPr>
          <p:cNvPr id="5" name="Bildplatzhalter 4">
            <a:extLst>
              <a:ext uri="{FF2B5EF4-FFF2-40B4-BE49-F238E27FC236}">
                <a16:creationId xmlns:a16="http://schemas.microsoft.com/office/drawing/2014/main" id="{C07D8637-53DC-E110-5837-5249EC2B8527}"/>
              </a:ext>
            </a:extLst>
          </p:cNvPr>
          <p:cNvSpPr>
            <a:spLocks noGrp="1"/>
          </p:cNvSpPr>
          <p:nvPr>
            <p:ph type="pic" sz="quarter" idx="2" hasCustomPrompt="1"/>
          </p:nvPr>
        </p:nvSpPr>
        <p:spPr>
          <a:xfrm>
            <a:off x="-1" y="349201"/>
            <a:ext cx="10969626" cy="5821413"/>
          </a:xfrm>
          <a:custGeom>
            <a:avLst/>
            <a:gdLst>
              <a:gd name="connsiteX0" fmla="*/ 1 w 10969626"/>
              <a:gd name="connsiteY0" fmla="*/ 5821200 h 5821413"/>
              <a:gd name="connsiteX1" fmla="*/ 2 w 10969626"/>
              <a:gd name="connsiteY1" fmla="*/ 5821200 h 5821413"/>
              <a:gd name="connsiteX2" fmla="*/ 2 w 10969626"/>
              <a:gd name="connsiteY2" fmla="*/ 5821412 h 5821413"/>
              <a:gd name="connsiteX3" fmla="*/ 10969626 w 10969626"/>
              <a:gd name="connsiteY3" fmla="*/ 5821412 h 5821413"/>
              <a:gd name="connsiteX4" fmla="*/ 10969626 w 10969626"/>
              <a:gd name="connsiteY4" fmla="*/ 5821413 h 5821413"/>
              <a:gd name="connsiteX5" fmla="*/ 1 w 10969626"/>
              <a:gd name="connsiteY5" fmla="*/ 5821413 h 5821413"/>
              <a:gd name="connsiteX6" fmla="*/ 10969625 w 10969626"/>
              <a:gd name="connsiteY6" fmla="*/ 0 h 5821413"/>
              <a:gd name="connsiteX7" fmla="*/ 10969625 w 10969626"/>
              <a:gd name="connsiteY7" fmla="*/ 4903412 h 5821413"/>
              <a:gd name="connsiteX8" fmla="*/ 2 w 10969626"/>
              <a:gd name="connsiteY8" fmla="*/ 5472212 h 5821413"/>
              <a:gd name="connsiteX9" fmla="*/ 2 w 10969626"/>
              <a:gd name="connsiteY9" fmla="*/ 5472213 h 5821413"/>
              <a:gd name="connsiteX10" fmla="*/ 1 w 10969626"/>
              <a:gd name="connsiteY10" fmla="*/ 5472213 h 5821413"/>
              <a:gd name="connsiteX11" fmla="*/ 1 w 10969626"/>
              <a:gd name="connsiteY11" fmla="*/ 5821200 h 5821413"/>
              <a:gd name="connsiteX12" fmla="*/ 0 w 10969626"/>
              <a:gd name="connsiteY12" fmla="*/ 5821200 h 5821413"/>
              <a:gd name="connsiteX13" fmla="*/ 0 w 10969626"/>
              <a:gd name="connsiteY13" fmla="*/ 568800 h 5821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69626" h="5821413">
                <a:moveTo>
                  <a:pt x="1" y="5821200"/>
                </a:moveTo>
                <a:lnTo>
                  <a:pt x="2" y="5821200"/>
                </a:lnTo>
                <a:lnTo>
                  <a:pt x="2" y="5821412"/>
                </a:lnTo>
                <a:lnTo>
                  <a:pt x="10969626" y="5821412"/>
                </a:lnTo>
                <a:lnTo>
                  <a:pt x="10969626" y="5821413"/>
                </a:lnTo>
                <a:lnTo>
                  <a:pt x="1" y="5821413"/>
                </a:lnTo>
                <a:close/>
                <a:moveTo>
                  <a:pt x="10969625" y="0"/>
                </a:moveTo>
                <a:lnTo>
                  <a:pt x="10969625" y="4903412"/>
                </a:lnTo>
                <a:lnTo>
                  <a:pt x="2" y="5472212"/>
                </a:lnTo>
                <a:lnTo>
                  <a:pt x="2" y="5472213"/>
                </a:lnTo>
                <a:lnTo>
                  <a:pt x="1" y="5472213"/>
                </a:lnTo>
                <a:lnTo>
                  <a:pt x="1" y="5821200"/>
                </a:lnTo>
                <a:lnTo>
                  <a:pt x="0" y="5821200"/>
                </a:lnTo>
                <a:lnTo>
                  <a:pt x="0" y="568800"/>
                </a:lnTo>
                <a:close/>
              </a:path>
            </a:pathLst>
          </a:custGeom>
          <a:solidFill>
            <a:srgbClr val="FFE6E7"/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550000"/>
              </a:lnSpc>
              <a:spcBef>
                <a:spcPts val="0"/>
              </a:spcBef>
              <a:buNone/>
              <a:defRPr sz="1200"/>
            </a:lvl1pPr>
          </a:lstStyle>
          <a:p>
            <a:r>
              <a:rPr lang="en-US"/>
              <a:t>Add Picture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D84C58A-C176-47E5-9BFB-4C39A331C533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0" y="1443656"/>
            <a:ext cx="5159767" cy="1093374"/>
          </a:xfrm>
          <a:solidFill>
            <a:schemeClr val="accent2"/>
          </a:solidFill>
        </p:spPr>
        <p:txBody>
          <a:bodyPr wrap="none" lIns="273600" tIns="208800" rIns="273600" bIns="61200">
            <a:spAutoFit/>
          </a:bodyPr>
          <a:lstStyle>
            <a:lvl1pPr marL="0" indent="0" algn="l">
              <a:lnSpc>
                <a:spcPts val="6400"/>
              </a:lnSpc>
              <a:spcBef>
                <a:spcPts val="0"/>
              </a:spcBef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1"/>
              <a:t>Please enter content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1090800" y="259199"/>
            <a:ext cx="8103650" cy="1093374"/>
          </a:xfrm>
          <a:solidFill>
            <a:schemeClr val="accent2"/>
          </a:solidFill>
          <a:ln w="0">
            <a:noFill/>
          </a:ln>
          <a:effectLst/>
        </p:spPr>
        <p:txBody>
          <a:bodyPr wrap="none" lIns="273600" tIns="208800" rIns="273600" bIns="61200" anchor="t" anchorCtr="0">
            <a:spAutoFit/>
          </a:bodyPr>
          <a:lstStyle>
            <a:lvl1pPr algn="l">
              <a:lnSpc>
                <a:spcPts val="6400"/>
              </a:lnSpc>
              <a:defRPr sz="6000" b="1" i="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1"/>
              <a:t>Add 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047D35-1E20-C15C-5C39-3A0C457D4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762592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2" pos="168" userDrawn="1">
          <p15:clr>
            <a:srgbClr val="FBAE40"/>
          </p15:clr>
        </p15:guide>
        <p15:guide id="15" pos="6744" userDrawn="1">
          <p15:clr>
            <a:srgbClr val="FBAE40"/>
          </p15:clr>
        </p15:guide>
        <p15:guide id="18" orient="horz" pos="3436" userDrawn="1">
          <p15:clr>
            <a:srgbClr val="FBAE40"/>
          </p15:clr>
        </p15:guide>
        <p15:guide id="23" orient="horz" pos="854" userDrawn="1">
          <p15:clr>
            <a:srgbClr val="FBAE40"/>
          </p15:clr>
        </p15:guide>
        <p15:guide id="24" orient="horz" pos="1599" userDrawn="1">
          <p15:clr>
            <a:srgbClr val="FBAE40"/>
          </p15:clr>
        </p15:guide>
        <p15:guide id="25" orient="horz" pos="159" userDrawn="1">
          <p15:clr>
            <a:srgbClr val="FBAE40"/>
          </p15:clr>
        </p15:guide>
        <p15:guide id="26" orient="horz" pos="908" userDrawn="1">
          <p15:clr>
            <a:srgbClr val="FBAE40"/>
          </p15:clr>
        </p15:guide>
        <p15:guide id="2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content dark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Picture2">
            <a:extLst>
              <a:ext uri="{FF2B5EF4-FFF2-40B4-BE49-F238E27FC236}">
                <a16:creationId xmlns:a16="http://schemas.microsoft.com/office/drawing/2014/main" id="{D2B671C2-F892-7D86-47F6-297924D45BA0}"/>
              </a:ext>
            </a:extLst>
          </p:cNvPr>
          <p:cNvSpPr/>
          <p:nvPr userDrawn="1"/>
        </p:nvSpPr>
        <p:spPr>
          <a:xfrm rot="10800000">
            <a:off x="0" y="5252612"/>
            <a:ext cx="10969626" cy="918001"/>
          </a:xfrm>
          <a:custGeom>
            <a:avLst/>
            <a:gdLst/>
            <a:ahLst/>
            <a:cxnLst/>
            <a:rect l="0" t="0" r="0" b="0"/>
            <a:pathLst>
              <a:path w="10969626" h="918001">
                <a:moveTo>
                  <a:pt x="0" y="0"/>
                </a:moveTo>
                <a:lnTo>
                  <a:pt x="10969625" y="0"/>
                </a:lnTo>
                <a:lnTo>
                  <a:pt x="10969625" y="349200"/>
                </a:lnTo>
                <a:lnTo>
                  <a:pt x="0" y="91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E226CA20-F6D6-2E36-A0A8-1924721041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7" name="Footer">
            <a:extLst>
              <a:ext uri="{FF2B5EF4-FFF2-40B4-BE49-F238E27FC236}">
                <a16:creationId xmlns:a16="http://schemas.microsoft.com/office/drawing/2014/main" id="{C7059B8D-6CE9-AFC3-4791-373D5B9A5384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kern="0" baseline="0" noProof="1">
                <a:solidFill>
                  <a:srgbClr val="A3BAC8"/>
                </a:solidFill>
                <a:latin typeface="+mn-lt"/>
              </a:rPr>
              <a:t>DC-AT/ESP1 | 13/06/2024 | © Bosch Rexroth AG 2024. All rights reserved, also regarding any disposal, exploitation, reproduction, editing, distribution, as well as in the event of applications for industrial property rights.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lang="en-US" sz="600" kern="0" baseline="0" noProof="1">
              <a:solidFill>
                <a:schemeClr val="accent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3" name="Chapter_titleonly">
            <a:extLst>
              <a:ext uri="{FF2B5EF4-FFF2-40B4-BE49-F238E27FC236}">
                <a16:creationId xmlns:a16="http://schemas.microsoft.com/office/drawing/2014/main" id="{BE09DEEA-7110-245B-5AD2-75A29B3BA8E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400" b="1" kern="0" baseline="0">
                <a:solidFill>
                  <a:srgbClr val="00B9E5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15" name="slide_title">
            <a:extLst>
              <a:ext uri="{FF2B5EF4-FFF2-40B4-BE49-F238E27FC236}">
                <a16:creationId xmlns:a16="http://schemas.microsoft.com/office/drawing/2014/main" id="{C0A6F091-52AD-4C0A-8D32-80EE860A9980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>
                <a:solidFill>
                  <a:srgbClr val="00B9E5"/>
                </a:solidFill>
              </a:defRPr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59080" y="1295400"/>
            <a:ext cx="1045210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284105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 userDrawn="1">
          <p15:clr>
            <a:srgbClr val="FBAE40"/>
          </p15:clr>
        </p15:guide>
        <p15:guide id="1" pos="6747" userDrawn="1">
          <p15:clr>
            <a:srgbClr val="FBAE40"/>
          </p15:clr>
        </p15:guide>
        <p15:guide id="10" orient="horz" pos="163" userDrawn="1">
          <p15:clr>
            <a:srgbClr val="FBAE40"/>
          </p15:clr>
        </p15:guide>
        <p15:guide id="11" orient="horz" pos="408" userDrawn="1">
          <p15:clr>
            <a:srgbClr val="FBAE40"/>
          </p15:clr>
        </p15:guide>
        <p15:guide id="15" orient="horz" pos="652" userDrawn="1">
          <p15:clr>
            <a:srgbClr val="FBAE40"/>
          </p15:clr>
        </p15:guide>
        <p15:guide id="16" orient="horz" pos="816" userDrawn="1">
          <p15:clr>
            <a:srgbClr val="FBAE40"/>
          </p15:clr>
        </p15:guide>
        <p15:guide id="17" orient="horz" pos="344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ntent ligh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pter_titleonly">
            <a:extLst>
              <a:ext uri="{FF2B5EF4-FFF2-40B4-BE49-F238E27FC236}">
                <a16:creationId xmlns:a16="http://schemas.microsoft.com/office/drawing/2014/main" id="{BE09DEEA-7110-245B-5AD2-75A29B3BA8E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400" b="1" kern="0" baseline="0">
                <a:solidFill>
                  <a:srgbClr val="00B9E5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15" name="slide_title">
            <a:extLst>
              <a:ext uri="{FF2B5EF4-FFF2-40B4-BE49-F238E27FC236}">
                <a16:creationId xmlns:a16="http://schemas.microsoft.com/office/drawing/2014/main" id="{C0A6F091-52AD-4C0A-8D32-80EE860A9980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>
                <a:solidFill>
                  <a:srgbClr val="00B9E5"/>
                </a:solidFill>
              </a:defRPr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59080" y="1295400"/>
            <a:ext cx="1045210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97738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 userDrawn="1">
          <p15:clr>
            <a:srgbClr val="FBAE40"/>
          </p15:clr>
        </p15:guide>
        <p15:guide id="1" pos="6747" userDrawn="1">
          <p15:clr>
            <a:srgbClr val="FBAE40"/>
          </p15:clr>
        </p15:guide>
        <p15:guide id="10" orient="horz" pos="163" userDrawn="1">
          <p15:clr>
            <a:srgbClr val="FBAE40"/>
          </p15:clr>
        </p15:guide>
        <p15:guide id="11" orient="horz" pos="408" userDrawn="1">
          <p15:clr>
            <a:srgbClr val="FBAE40"/>
          </p15:clr>
        </p15:guide>
        <p15:guide id="15" orient="horz" pos="652" userDrawn="1">
          <p15:clr>
            <a:srgbClr val="FBAE40"/>
          </p15:clr>
        </p15:guide>
        <p15:guide id="16" orient="horz" pos="816" userDrawn="1">
          <p15:clr>
            <a:srgbClr val="FBAE40"/>
          </p15:clr>
        </p15:guide>
        <p15:guide id="17" orient="horz" pos="3441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 dark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Picture2">
            <a:extLst>
              <a:ext uri="{FF2B5EF4-FFF2-40B4-BE49-F238E27FC236}">
                <a16:creationId xmlns:a16="http://schemas.microsoft.com/office/drawing/2014/main" id="{1FC57609-6AFA-3304-8F7B-7BCD44E6CEB3}"/>
              </a:ext>
            </a:extLst>
          </p:cNvPr>
          <p:cNvSpPr/>
          <p:nvPr userDrawn="1"/>
        </p:nvSpPr>
        <p:spPr>
          <a:xfrm rot="10800000">
            <a:off x="0" y="5252612"/>
            <a:ext cx="10969626" cy="918001"/>
          </a:xfrm>
          <a:custGeom>
            <a:avLst/>
            <a:gdLst/>
            <a:ahLst/>
            <a:cxnLst/>
            <a:rect l="0" t="0" r="0" b="0"/>
            <a:pathLst>
              <a:path w="10969626" h="918001">
                <a:moveTo>
                  <a:pt x="0" y="0"/>
                </a:moveTo>
                <a:lnTo>
                  <a:pt x="10969625" y="0"/>
                </a:lnTo>
                <a:lnTo>
                  <a:pt x="10969625" y="349200"/>
                </a:lnTo>
                <a:lnTo>
                  <a:pt x="0" y="91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DFF25F49-7BF4-12C2-56D2-72A9903FFE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8" name="Footer">
            <a:extLst>
              <a:ext uri="{FF2B5EF4-FFF2-40B4-BE49-F238E27FC236}">
                <a16:creationId xmlns:a16="http://schemas.microsoft.com/office/drawing/2014/main" id="{FCACF895-D46F-5D35-43CD-79C2AC5D53C1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kern="0" baseline="0" noProof="1">
                <a:solidFill>
                  <a:srgbClr val="A3BAC8"/>
                </a:solidFill>
                <a:latin typeface="+mn-lt"/>
              </a:rPr>
              <a:t>DC-AT/ESP1 | 13/06/2024 | © Bosch Rexroth AG 2024. All rights reserved, also regarding any disposal, exploitation, reproduction, editing, distribution, as well as in the event of applications for industrial property rights.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lang="en-US" sz="600" kern="0" baseline="0" noProof="1">
              <a:solidFill>
                <a:schemeClr val="accent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2" name="Chapter_titleonly">
            <a:extLst>
              <a:ext uri="{FF2B5EF4-FFF2-40B4-BE49-F238E27FC236}">
                <a16:creationId xmlns:a16="http://schemas.microsoft.com/office/drawing/2014/main" id="{ABC852AC-F4A3-94DE-3FB8-23477B54F942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400" b="1" kern="0" baseline="0">
                <a:solidFill>
                  <a:srgbClr val="00B9E5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17" name="slide_title">
            <a:extLst>
              <a:ext uri="{FF2B5EF4-FFF2-40B4-BE49-F238E27FC236}">
                <a16:creationId xmlns:a16="http://schemas.microsoft.com/office/drawing/2014/main" id="{9F6D022B-DEE5-4AD2-8799-00321036FE87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>
                <a:solidFill>
                  <a:srgbClr val="00B9E5"/>
                </a:solidFill>
              </a:defRPr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400"/>
            <a:ext cx="1045210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59080" y="3444240"/>
            <a:ext cx="1045210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2" name="Rectangle7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9080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 userDrawn="1">
          <p15:clr>
            <a:srgbClr val="FBAE40"/>
          </p15:clr>
        </p15:guide>
        <p15:guide id="1" pos="6747" userDrawn="1">
          <p15:clr>
            <a:srgbClr val="FBAE40"/>
          </p15:clr>
        </p15:guide>
        <p15:guide id="10" orient="horz" pos="163" userDrawn="1">
          <p15:clr>
            <a:srgbClr val="FBAE40"/>
          </p15:clr>
        </p15:guide>
        <p15:guide id="11" orient="horz" pos="408" userDrawn="1">
          <p15:clr>
            <a:srgbClr val="FBAE40"/>
          </p15:clr>
        </p15:guide>
        <p15:guide id="14" orient="horz" pos="816" userDrawn="1">
          <p15:clr>
            <a:srgbClr val="FBAE40"/>
          </p15:clr>
        </p15:guide>
        <p15:guide id="15" orient="horz" pos="2088" userDrawn="1">
          <p15:clr>
            <a:srgbClr val="FBAE40"/>
          </p15:clr>
        </p15:guide>
        <p15:guide id="16" orient="horz" pos="2169" userDrawn="1">
          <p15:clr>
            <a:srgbClr val="FBAE40"/>
          </p15:clr>
        </p15:guide>
        <p15:guide id="17" orient="horz" pos="3441" userDrawn="1">
          <p15:clr>
            <a:srgbClr val="FBAE40"/>
          </p15:clr>
        </p15:guide>
        <p15:guide id="19" orient="horz" pos="65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 ligh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_titleonly">
            <a:extLst>
              <a:ext uri="{FF2B5EF4-FFF2-40B4-BE49-F238E27FC236}">
                <a16:creationId xmlns:a16="http://schemas.microsoft.com/office/drawing/2014/main" id="{ABC852AC-F4A3-94DE-3FB8-23477B54F942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400" b="1" kern="0" baseline="0">
                <a:solidFill>
                  <a:srgbClr val="00B9E5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17" name="slide_title">
            <a:extLst>
              <a:ext uri="{FF2B5EF4-FFF2-40B4-BE49-F238E27FC236}">
                <a16:creationId xmlns:a16="http://schemas.microsoft.com/office/drawing/2014/main" id="{9F6D022B-DEE5-4AD2-8799-00321036FE87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>
                <a:solidFill>
                  <a:srgbClr val="00B9E5"/>
                </a:solidFill>
              </a:defRPr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400"/>
            <a:ext cx="1045210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59080" y="3444240"/>
            <a:ext cx="1045210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2" name="Rectangle7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56372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 userDrawn="1">
          <p15:clr>
            <a:srgbClr val="FBAE40"/>
          </p15:clr>
        </p15:guide>
        <p15:guide id="1" pos="6747" userDrawn="1">
          <p15:clr>
            <a:srgbClr val="FBAE40"/>
          </p15:clr>
        </p15:guide>
        <p15:guide id="10" orient="horz" pos="163" userDrawn="1">
          <p15:clr>
            <a:srgbClr val="FBAE40"/>
          </p15:clr>
        </p15:guide>
        <p15:guide id="11" orient="horz" pos="408" userDrawn="1">
          <p15:clr>
            <a:srgbClr val="FBAE40"/>
          </p15:clr>
        </p15:guide>
        <p15:guide id="14" orient="horz" pos="816" userDrawn="1">
          <p15:clr>
            <a:srgbClr val="FBAE40"/>
          </p15:clr>
        </p15:guide>
        <p15:guide id="15" orient="horz" pos="2088" userDrawn="1">
          <p15:clr>
            <a:srgbClr val="FBAE40"/>
          </p15:clr>
        </p15:guide>
        <p15:guide id="16" orient="horz" pos="2169" userDrawn="1">
          <p15:clr>
            <a:srgbClr val="FBAE40"/>
          </p15:clr>
        </p15:guide>
        <p15:guide id="17" orient="horz" pos="3441" userDrawn="1">
          <p15:clr>
            <a:srgbClr val="FBAE40"/>
          </p15:clr>
        </p15:guide>
        <p15:guide id="19" orient="horz" pos="65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 dark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Picture2">
            <a:extLst>
              <a:ext uri="{FF2B5EF4-FFF2-40B4-BE49-F238E27FC236}">
                <a16:creationId xmlns:a16="http://schemas.microsoft.com/office/drawing/2014/main" id="{BBDA00B9-3600-5FA0-6818-202B41AB7273}"/>
              </a:ext>
            </a:extLst>
          </p:cNvPr>
          <p:cNvSpPr/>
          <p:nvPr userDrawn="1"/>
        </p:nvSpPr>
        <p:spPr>
          <a:xfrm rot="10800000">
            <a:off x="0" y="5252612"/>
            <a:ext cx="10969626" cy="918001"/>
          </a:xfrm>
          <a:custGeom>
            <a:avLst/>
            <a:gdLst/>
            <a:ahLst/>
            <a:cxnLst/>
            <a:rect l="0" t="0" r="0" b="0"/>
            <a:pathLst>
              <a:path w="10969626" h="918001">
                <a:moveTo>
                  <a:pt x="0" y="0"/>
                </a:moveTo>
                <a:lnTo>
                  <a:pt x="10969625" y="0"/>
                </a:lnTo>
                <a:lnTo>
                  <a:pt x="10969625" y="349200"/>
                </a:lnTo>
                <a:lnTo>
                  <a:pt x="0" y="91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2631C5EE-CABD-169C-1ABA-1CEB3EA813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8" name="Footer">
            <a:extLst>
              <a:ext uri="{FF2B5EF4-FFF2-40B4-BE49-F238E27FC236}">
                <a16:creationId xmlns:a16="http://schemas.microsoft.com/office/drawing/2014/main" id="{43237A22-C329-4BCF-C7CF-4899B8B56D46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kern="0" baseline="0" noProof="1">
                <a:solidFill>
                  <a:srgbClr val="A3BAC8"/>
                </a:solidFill>
                <a:latin typeface="+mn-lt"/>
              </a:rPr>
              <a:t>DC-AT/ESP1 | 13/06/2024 | © Bosch Rexroth AG 2024. All rights reserved, also regarding any disposal, exploitation, reproduction, editing, distribution, as well as in the event of applications for industrial property rights.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lang="en-US" sz="600" kern="0" baseline="0" noProof="1">
              <a:solidFill>
                <a:schemeClr val="accent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2" name="Chapter_titleonly">
            <a:extLst>
              <a:ext uri="{FF2B5EF4-FFF2-40B4-BE49-F238E27FC236}">
                <a16:creationId xmlns:a16="http://schemas.microsoft.com/office/drawing/2014/main" id="{8D62AB88-76FF-A3A0-37E8-EB4781142AA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400" b="1" kern="0" baseline="0">
                <a:solidFill>
                  <a:srgbClr val="00B9E5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17" name="slide_title">
            <a:extLst>
              <a:ext uri="{FF2B5EF4-FFF2-40B4-BE49-F238E27FC236}">
                <a16:creationId xmlns:a16="http://schemas.microsoft.com/office/drawing/2014/main" id="{F65834A0-7F38-430B-B142-0F15EEF33EAF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>
                <a:solidFill>
                  <a:srgbClr val="00B9E5"/>
                </a:solidFill>
              </a:defRPr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400"/>
            <a:ext cx="485902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5852160" y="1295400"/>
            <a:ext cx="485902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2" name="Rectangle7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97513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 userDrawn="1">
          <p15:clr>
            <a:srgbClr val="FBAE40"/>
          </p15:clr>
        </p15:guide>
        <p15:guide id="1" pos="6747" userDrawn="1">
          <p15:clr>
            <a:srgbClr val="FBAE40"/>
          </p15:clr>
        </p15:guide>
        <p15:guide id="5" pos="3224" userDrawn="1">
          <p15:clr>
            <a:srgbClr val="FBAE40"/>
          </p15:clr>
        </p15:guide>
        <p15:guide id="6" pos="3686" userDrawn="1">
          <p15:clr>
            <a:srgbClr val="FBAE40"/>
          </p15:clr>
        </p15:guide>
        <p15:guide id="10" orient="horz" pos="163" userDrawn="1">
          <p15:clr>
            <a:srgbClr val="FBAE40"/>
          </p15:clr>
        </p15:guide>
        <p15:guide id="11" orient="horz" pos="408" userDrawn="1">
          <p15:clr>
            <a:srgbClr val="FBAE40"/>
          </p15:clr>
        </p15:guide>
        <p15:guide id="13" orient="horz" pos="653" userDrawn="1">
          <p15:clr>
            <a:srgbClr val="FBAE40"/>
          </p15:clr>
        </p15:guide>
        <p15:guide id="14" orient="horz" pos="816" userDrawn="1">
          <p15:clr>
            <a:srgbClr val="FBAE40"/>
          </p15:clr>
        </p15:guide>
        <p15:guide id="15" orient="horz" pos="3441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 light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_titleonly">
            <a:extLst>
              <a:ext uri="{FF2B5EF4-FFF2-40B4-BE49-F238E27FC236}">
                <a16:creationId xmlns:a16="http://schemas.microsoft.com/office/drawing/2014/main" id="{8D62AB88-76FF-A3A0-37E8-EB4781142AA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400" b="1" kern="0" baseline="0">
                <a:solidFill>
                  <a:srgbClr val="00B9E5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17" name="slide_title">
            <a:extLst>
              <a:ext uri="{FF2B5EF4-FFF2-40B4-BE49-F238E27FC236}">
                <a16:creationId xmlns:a16="http://schemas.microsoft.com/office/drawing/2014/main" id="{F65834A0-7F38-430B-B142-0F15EEF33EAF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>
                <a:solidFill>
                  <a:srgbClr val="00B9E5"/>
                </a:solidFill>
              </a:defRPr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400"/>
            <a:ext cx="485902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5852160" y="1295400"/>
            <a:ext cx="485902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2" name="Rectangle7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8760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 userDrawn="1">
          <p15:clr>
            <a:srgbClr val="FBAE40"/>
          </p15:clr>
        </p15:guide>
        <p15:guide id="1" pos="6747" userDrawn="1">
          <p15:clr>
            <a:srgbClr val="FBAE40"/>
          </p15:clr>
        </p15:guide>
        <p15:guide id="5" pos="3224" userDrawn="1">
          <p15:clr>
            <a:srgbClr val="FBAE40"/>
          </p15:clr>
        </p15:guide>
        <p15:guide id="6" pos="3686" userDrawn="1">
          <p15:clr>
            <a:srgbClr val="FBAE40"/>
          </p15:clr>
        </p15:guide>
        <p15:guide id="10" orient="horz" pos="163" userDrawn="1">
          <p15:clr>
            <a:srgbClr val="FBAE40"/>
          </p15:clr>
        </p15:guide>
        <p15:guide id="11" orient="horz" pos="408" userDrawn="1">
          <p15:clr>
            <a:srgbClr val="FBAE40"/>
          </p15:clr>
        </p15:guide>
        <p15:guide id="13" orient="horz" pos="653" userDrawn="1">
          <p15:clr>
            <a:srgbClr val="FBAE40"/>
          </p15:clr>
        </p15:guide>
        <p15:guide id="14" orient="horz" pos="816" userDrawn="1">
          <p15:clr>
            <a:srgbClr val="FBAE40"/>
          </p15:clr>
        </p15:guide>
        <p15:guide id="15" orient="horz" pos="3441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ntent dark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Picture2">
            <a:extLst>
              <a:ext uri="{FF2B5EF4-FFF2-40B4-BE49-F238E27FC236}">
                <a16:creationId xmlns:a16="http://schemas.microsoft.com/office/drawing/2014/main" id="{284D3B4C-9D1A-C467-D10D-AB5759B15402}"/>
              </a:ext>
            </a:extLst>
          </p:cNvPr>
          <p:cNvSpPr/>
          <p:nvPr userDrawn="1"/>
        </p:nvSpPr>
        <p:spPr>
          <a:xfrm rot="10800000">
            <a:off x="0" y="5252612"/>
            <a:ext cx="10969626" cy="918001"/>
          </a:xfrm>
          <a:custGeom>
            <a:avLst/>
            <a:gdLst/>
            <a:ahLst/>
            <a:cxnLst/>
            <a:rect l="0" t="0" r="0" b="0"/>
            <a:pathLst>
              <a:path w="10969626" h="918001">
                <a:moveTo>
                  <a:pt x="0" y="0"/>
                </a:moveTo>
                <a:lnTo>
                  <a:pt x="10969625" y="0"/>
                </a:lnTo>
                <a:lnTo>
                  <a:pt x="10969625" y="349200"/>
                </a:lnTo>
                <a:lnTo>
                  <a:pt x="0" y="91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47FD3E56-5E06-6DD1-4756-46DE63EF80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8" name="Footer">
            <a:extLst>
              <a:ext uri="{FF2B5EF4-FFF2-40B4-BE49-F238E27FC236}">
                <a16:creationId xmlns:a16="http://schemas.microsoft.com/office/drawing/2014/main" id="{FEB6F6A5-A529-92B9-55FE-058CB9D1E984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kern="0" baseline="0" noProof="1">
                <a:solidFill>
                  <a:srgbClr val="A3BAC8"/>
                </a:solidFill>
                <a:latin typeface="+mn-lt"/>
              </a:rPr>
              <a:t>DC-AT/ESP1 | 13/06/2024 | © Bosch Rexroth AG 2024. All rights reserved, also regarding any disposal, exploitation, reproduction, editing, distribution, as well as in the event of applications for industrial property rights.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lang="en-US" sz="600" kern="0" baseline="0" noProof="1">
              <a:solidFill>
                <a:schemeClr val="accent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2" name="Chapter_titleonly">
            <a:extLst>
              <a:ext uri="{FF2B5EF4-FFF2-40B4-BE49-F238E27FC236}">
                <a16:creationId xmlns:a16="http://schemas.microsoft.com/office/drawing/2014/main" id="{E311C0AE-2DE4-8E96-7B13-6B9BCE05E56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400" b="1" kern="0" baseline="0">
                <a:solidFill>
                  <a:srgbClr val="00B9E5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18" name="slide_title">
            <a:extLst>
              <a:ext uri="{FF2B5EF4-FFF2-40B4-BE49-F238E27FC236}">
                <a16:creationId xmlns:a16="http://schemas.microsoft.com/office/drawing/2014/main" id="{8466D3B3-E7C3-4CBE-9A38-5FE8BF51AAEA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>
                <a:solidFill>
                  <a:srgbClr val="00B9E5"/>
                </a:solidFill>
              </a:defRPr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399"/>
            <a:ext cx="312928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10330" y="1295400"/>
            <a:ext cx="312928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561580" y="1295400"/>
            <a:ext cx="312928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3" name="Rectangle7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3108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 userDrawn="1">
          <p15:clr>
            <a:srgbClr val="FBAE40"/>
          </p15:clr>
        </p15:guide>
        <p15:guide id="5" pos="2134" userDrawn="1">
          <p15:clr>
            <a:srgbClr val="FBAE40"/>
          </p15:clr>
        </p15:guide>
        <p15:guide id="6" pos="4763" userDrawn="1">
          <p15:clr>
            <a:srgbClr val="FBAE40"/>
          </p15:clr>
        </p15:guide>
        <p15:guide id="7" pos="6734" userDrawn="1">
          <p15:clr>
            <a:srgbClr val="FBAE40"/>
          </p15:clr>
        </p15:guide>
        <p15:guide id="8" pos="2463" userDrawn="1">
          <p15:clr>
            <a:srgbClr val="FBAE40"/>
          </p15:clr>
        </p15:guide>
        <p15:guide id="9" pos="4434" userDrawn="1">
          <p15:clr>
            <a:srgbClr val="FBAE40"/>
          </p15:clr>
        </p15:guide>
        <p15:guide id="12" orient="horz" pos="163" userDrawn="1">
          <p15:clr>
            <a:srgbClr val="FBAE40"/>
          </p15:clr>
        </p15:guide>
        <p15:guide id="13" orient="horz" pos="408" userDrawn="1">
          <p15:clr>
            <a:srgbClr val="FBAE40"/>
          </p15:clr>
        </p15:guide>
        <p15:guide id="14" orient="horz" pos="653" userDrawn="1">
          <p15:clr>
            <a:srgbClr val="FBAE40"/>
          </p15:clr>
        </p15:guide>
        <p15:guide id="16" orient="horz" pos="3441" userDrawn="1">
          <p15:clr>
            <a:srgbClr val="FBAE40"/>
          </p15:clr>
        </p15:guide>
        <p15:guide id="17" orient="horz" pos="81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 ligh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_titleonly">
            <a:extLst>
              <a:ext uri="{FF2B5EF4-FFF2-40B4-BE49-F238E27FC236}">
                <a16:creationId xmlns:a16="http://schemas.microsoft.com/office/drawing/2014/main" id="{E311C0AE-2DE4-8E96-7B13-6B9BCE05E56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400" b="1" kern="0" baseline="0">
                <a:solidFill>
                  <a:srgbClr val="00B9E5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18" name="slide_title">
            <a:extLst>
              <a:ext uri="{FF2B5EF4-FFF2-40B4-BE49-F238E27FC236}">
                <a16:creationId xmlns:a16="http://schemas.microsoft.com/office/drawing/2014/main" id="{8466D3B3-E7C3-4CBE-9A38-5FE8BF51AAEA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>
                <a:solidFill>
                  <a:srgbClr val="00B9E5"/>
                </a:solidFill>
              </a:defRPr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399"/>
            <a:ext cx="312928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10330" y="1295400"/>
            <a:ext cx="312928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561580" y="1295400"/>
            <a:ext cx="312928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3" name="Rectangle7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5200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 userDrawn="1">
          <p15:clr>
            <a:srgbClr val="FBAE40"/>
          </p15:clr>
        </p15:guide>
        <p15:guide id="5" pos="2134" userDrawn="1">
          <p15:clr>
            <a:srgbClr val="FBAE40"/>
          </p15:clr>
        </p15:guide>
        <p15:guide id="6" pos="4763" userDrawn="1">
          <p15:clr>
            <a:srgbClr val="FBAE40"/>
          </p15:clr>
        </p15:guide>
        <p15:guide id="7" pos="6734" userDrawn="1">
          <p15:clr>
            <a:srgbClr val="FBAE40"/>
          </p15:clr>
        </p15:guide>
        <p15:guide id="8" pos="2463" userDrawn="1">
          <p15:clr>
            <a:srgbClr val="FBAE40"/>
          </p15:clr>
        </p15:guide>
        <p15:guide id="9" pos="4434" userDrawn="1">
          <p15:clr>
            <a:srgbClr val="FBAE40"/>
          </p15:clr>
        </p15:guide>
        <p15:guide id="12" orient="horz" pos="163" userDrawn="1">
          <p15:clr>
            <a:srgbClr val="FBAE40"/>
          </p15:clr>
        </p15:guide>
        <p15:guide id="13" orient="horz" pos="408" userDrawn="1">
          <p15:clr>
            <a:srgbClr val="FBAE40"/>
          </p15:clr>
        </p15:guide>
        <p15:guide id="14" orient="horz" pos="653" userDrawn="1">
          <p15:clr>
            <a:srgbClr val="FBAE40"/>
          </p15:clr>
        </p15:guide>
        <p15:guide id="16" orient="horz" pos="3441" userDrawn="1">
          <p15:clr>
            <a:srgbClr val="FBAE40"/>
          </p15:clr>
        </p15:guide>
        <p15:guide id="17" orient="horz" pos="81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Only title dark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Picture2">
            <a:extLst>
              <a:ext uri="{FF2B5EF4-FFF2-40B4-BE49-F238E27FC236}">
                <a16:creationId xmlns:a16="http://schemas.microsoft.com/office/drawing/2014/main" id="{A3B84066-6035-D150-79DB-E6F73AC521F1}"/>
              </a:ext>
            </a:extLst>
          </p:cNvPr>
          <p:cNvSpPr/>
          <p:nvPr userDrawn="1"/>
        </p:nvSpPr>
        <p:spPr>
          <a:xfrm rot="10800000">
            <a:off x="0" y="5252612"/>
            <a:ext cx="10969626" cy="918001"/>
          </a:xfrm>
          <a:custGeom>
            <a:avLst/>
            <a:gdLst/>
            <a:ahLst/>
            <a:cxnLst/>
            <a:rect l="0" t="0" r="0" b="0"/>
            <a:pathLst>
              <a:path w="10969626" h="918001">
                <a:moveTo>
                  <a:pt x="0" y="0"/>
                </a:moveTo>
                <a:lnTo>
                  <a:pt x="10969625" y="0"/>
                </a:lnTo>
                <a:lnTo>
                  <a:pt x="10969625" y="349200"/>
                </a:lnTo>
                <a:lnTo>
                  <a:pt x="0" y="91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8D3D88F3-124D-A588-B32B-5F582719A3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5" name="Footer">
            <a:extLst>
              <a:ext uri="{FF2B5EF4-FFF2-40B4-BE49-F238E27FC236}">
                <a16:creationId xmlns:a16="http://schemas.microsoft.com/office/drawing/2014/main" id="{BD91427E-BF6D-0732-4C28-E8C9868C5F89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kern="0" baseline="0" noProof="1">
                <a:solidFill>
                  <a:srgbClr val="A3BAC8"/>
                </a:solidFill>
                <a:latin typeface="+mn-lt"/>
              </a:rPr>
              <a:t>DC-AT/ESP1 | 13/06/2024 | © Bosch Rexroth AG 2024. All rights reserved, also regarding any disposal, exploitation, reproduction, editing, distribution, as well as in the event of applications for industrial property rights.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lang="en-US" sz="600" kern="0" baseline="0" noProof="1">
              <a:solidFill>
                <a:schemeClr val="accent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2" name="Chapter_titleonly"/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400" b="1" kern="0" baseline="0">
                <a:solidFill>
                  <a:srgbClr val="00B9E5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9" name="slide_title">
            <a:extLst>
              <a:ext uri="{FF2B5EF4-FFF2-40B4-BE49-F238E27FC236}">
                <a16:creationId xmlns:a16="http://schemas.microsoft.com/office/drawing/2014/main" id="{CE9D89DE-4B7A-4152-8E47-903CAF20AB0B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>
                <a:solidFill>
                  <a:srgbClr val="00B9E5"/>
                </a:solidFill>
              </a:defRPr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699" y="5923477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33804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 userDrawn="1">
          <p15:clr>
            <a:srgbClr val="FBAE40"/>
          </p15:clr>
        </p15:guide>
        <p15:guide id="1" pos="6747" userDrawn="1">
          <p15:clr>
            <a:srgbClr val="FBAE40"/>
          </p15:clr>
        </p15:guide>
        <p15:guide id="10" orient="horz" pos="163" userDrawn="1">
          <p15:clr>
            <a:srgbClr val="FBAE40"/>
          </p15:clr>
        </p15:guide>
        <p15:guide id="11" orient="horz" pos="408" userDrawn="1">
          <p15:clr>
            <a:srgbClr val="FBAE40"/>
          </p15:clr>
        </p15:guide>
        <p15:guide id="15" orient="horz" pos="652" userDrawn="1">
          <p15:clr>
            <a:srgbClr val="FBAE40"/>
          </p15:clr>
        </p15:guide>
        <p15:guide id="16" orient="horz" pos="3440" userDrawn="1">
          <p15:clr>
            <a:srgbClr val="FBAE40"/>
          </p15:clr>
        </p15:guide>
        <p15:guide id="17" orient="horz" pos="81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ly title ligh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_titleonly"/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400" b="1" kern="0" baseline="0">
                <a:solidFill>
                  <a:srgbClr val="00B9E5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9" name="slide_title">
            <a:extLst>
              <a:ext uri="{FF2B5EF4-FFF2-40B4-BE49-F238E27FC236}">
                <a16:creationId xmlns:a16="http://schemas.microsoft.com/office/drawing/2014/main" id="{CE9D89DE-4B7A-4152-8E47-903CAF20AB0B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>
                <a:solidFill>
                  <a:srgbClr val="00B9E5"/>
                </a:solidFill>
              </a:defRPr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699" y="5923477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2227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 userDrawn="1">
          <p15:clr>
            <a:srgbClr val="FBAE40"/>
          </p15:clr>
        </p15:guide>
        <p15:guide id="1" pos="6747" userDrawn="1">
          <p15:clr>
            <a:srgbClr val="FBAE40"/>
          </p15:clr>
        </p15:guide>
        <p15:guide id="10" orient="horz" pos="163" userDrawn="1">
          <p15:clr>
            <a:srgbClr val="FBAE40"/>
          </p15:clr>
        </p15:guide>
        <p15:guide id="11" orient="horz" pos="408" userDrawn="1">
          <p15:clr>
            <a:srgbClr val="FBAE40"/>
          </p15:clr>
        </p15:guide>
        <p15:guide id="15" orient="horz" pos="652" userDrawn="1">
          <p15:clr>
            <a:srgbClr val="FBAE40"/>
          </p15:clr>
        </p15:guide>
        <p15:guide id="16" orient="horz" pos="3440" userDrawn="1">
          <p15:clr>
            <a:srgbClr val="FBAE40"/>
          </p15:clr>
        </p15:guide>
        <p15:guide id="17" orient="horz" pos="81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dark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Picture2">
            <a:extLst>
              <a:ext uri="{FF2B5EF4-FFF2-40B4-BE49-F238E27FC236}">
                <a16:creationId xmlns:a16="http://schemas.microsoft.com/office/drawing/2014/main" id="{3B05D91A-C1FF-A6F6-AAA3-00AF31E1E895}"/>
              </a:ext>
            </a:extLst>
          </p:cNvPr>
          <p:cNvSpPr/>
          <p:nvPr userDrawn="1"/>
        </p:nvSpPr>
        <p:spPr>
          <a:xfrm rot="10800000">
            <a:off x="0" y="5252612"/>
            <a:ext cx="10969626" cy="918001"/>
          </a:xfrm>
          <a:custGeom>
            <a:avLst/>
            <a:gdLst/>
            <a:ahLst/>
            <a:cxnLst/>
            <a:rect l="0" t="0" r="0" b="0"/>
            <a:pathLst>
              <a:path w="10969626" h="918001">
                <a:moveTo>
                  <a:pt x="0" y="0"/>
                </a:moveTo>
                <a:lnTo>
                  <a:pt x="10969625" y="0"/>
                </a:lnTo>
                <a:lnTo>
                  <a:pt x="10969625" y="349200"/>
                </a:lnTo>
                <a:lnTo>
                  <a:pt x="0" y="91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F1A856B7-C428-C201-2653-305370B18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4" name="Footer">
            <a:extLst>
              <a:ext uri="{FF2B5EF4-FFF2-40B4-BE49-F238E27FC236}">
                <a16:creationId xmlns:a16="http://schemas.microsoft.com/office/drawing/2014/main" id="{71FC0F82-13F9-DC6E-A1F6-AF573CDEF10A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kern="0" baseline="0" noProof="1">
                <a:solidFill>
                  <a:srgbClr val="A3BAC8"/>
                </a:solidFill>
                <a:latin typeface="+mn-lt"/>
              </a:rPr>
              <a:t>DC-AT/ESP1 | 13/06/2024 | © Bosch Rexroth AG 2024. All rights reserved, also regarding any disposal, exploitation, reproduction, editing, distribution, as well as in the event of applications for industrial property rights.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lang="en-US" sz="600" kern="0" baseline="0" noProof="1">
              <a:solidFill>
                <a:schemeClr val="accent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8" name="Rectangle7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35037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440" userDrawn="1">
          <p15:clr>
            <a:srgbClr val="FBAE40"/>
          </p15:clr>
        </p15:guide>
        <p15:guide id="3" pos="166" userDrawn="1">
          <p15:clr>
            <a:srgbClr val="FBAE40"/>
          </p15:clr>
        </p15:guide>
        <p15:guide id="4" pos="6744" userDrawn="1">
          <p15:clr>
            <a:srgbClr val="FBAE40"/>
          </p15:clr>
        </p15:guide>
        <p15:guide id="5" orient="horz" pos="162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ligh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8" name="Rectangle7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7455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440" userDrawn="1">
          <p15:clr>
            <a:srgbClr val="FBAE40"/>
          </p15:clr>
        </p15:guide>
        <p15:guide id="3" pos="166" userDrawn="1">
          <p15:clr>
            <a:srgbClr val="FBAE40"/>
          </p15:clr>
        </p15:guide>
        <p15:guide id="4" pos="6744" userDrawn="1">
          <p15:clr>
            <a:srgbClr val="FBAE40"/>
          </p15:clr>
        </p15:guide>
        <p15:guide id="5" orient="horz" pos="16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inverted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D0B4C65B-5C1D-97B1-3581-7174A46E4AC6}"/>
              </a:ext>
            </a:extLst>
          </p:cNvPr>
          <p:cNvSpPr/>
          <p:nvPr userDrawn="1"/>
        </p:nvSpPr>
        <p:spPr>
          <a:xfrm>
            <a:off x="1" y="1"/>
            <a:ext cx="10969625" cy="5832001"/>
          </a:xfrm>
          <a:custGeom>
            <a:avLst/>
            <a:gdLst>
              <a:gd name="connsiteX0" fmla="*/ 0 w 10969625"/>
              <a:gd name="connsiteY0" fmla="*/ 0 h 5832001"/>
              <a:gd name="connsiteX1" fmla="*/ 10969625 w 10969625"/>
              <a:gd name="connsiteY1" fmla="*/ 0 h 5832001"/>
              <a:gd name="connsiteX2" fmla="*/ 10969625 w 10969625"/>
              <a:gd name="connsiteY2" fmla="*/ 5252613 h 5832001"/>
              <a:gd name="connsiteX3" fmla="*/ 1 w 10969625"/>
              <a:gd name="connsiteY3" fmla="*/ 5821413 h 5832001"/>
              <a:gd name="connsiteX4" fmla="*/ 1 w 10969625"/>
              <a:gd name="connsiteY4" fmla="*/ 5832001 h 5832001"/>
              <a:gd name="connsiteX5" fmla="*/ 0 w 10969625"/>
              <a:gd name="connsiteY5" fmla="*/ 5832001 h 5832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69625" h="5832001">
                <a:moveTo>
                  <a:pt x="0" y="0"/>
                </a:moveTo>
                <a:lnTo>
                  <a:pt x="10969625" y="0"/>
                </a:lnTo>
                <a:lnTo>
                  <a:pt x="10969625" y="5252613"/>
                </a:lnTo>
                <a:lnTo>
                  <a:pt x="1" y="5821413"/>
                </a:lnTo>
                <a:lnTo>
                  <a:pt x="1" y="5832001"/>
                </a:lnTo>
                <a:lnTo>
                  <a:pt x="0" y="5832001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979326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440" userDrawn="1">
          <p15:clr>
            <a:srgbClr val="FBAE40"/>
          </p15:clr>
        </p15:guide>
        <p15:guide id="3" pos="166" userDrawn="1">
          <p15:clr>
            <a:srgbClr val="FBAE40"/>
          </p15:clr>
        </p15:guide>
        <p15:guide id="4" pos="6744" userDrawn="1">
          <p15:clr>
            <a:srgbClr val="FBAE40"/>
          </p15:clr>
        </p15:guide>
        <p15:guide id="5" orient="horz" pos="16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icture ligh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230F02C8-06A0-3C62-8810-6966389142AC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6170613"/>
          </a:xfrm>
          <a:custGeom>
            <a:avLst/>
            <a:gdLst>
              <a:gd name="connsiteX0" fmla="*/ 1 w 10969625"/>
              <a:gd name="connsiteY0" fmla="*/ 6170400 h 6170613"/>
              <a:gd name="connsiteX1" fmla="*/ 2 w 10969625"/>
              <a:gd name="connsiteY1" fmla="*/ 6170400 h 6170613"/>
              <a:gd name="connsiteX2" fmla="*/ 2 w 10969625"/>
              <a:gd name="connsiteY2" fmla="*/ 6170613 h 6170613"/>
              <a:gd name="connsiteX3" fmla="*/ 1 w 10969625"/>
              <a:gd name="connsiteY3" fmla="*/ 6170613 h 6170613"/>
              <a:gd name="connsiteX4" fmla="*/ 0 w 10969625"/>
              <a:gd name="connsiteY4" fmla="*/ 0 h 6170613"/>
              <a:gd name="connsiteX5" fmla="*/ 10969625 w 10969625"/>
              <a:gd name="connsiteY5" fmla="*/ 0 h 6170613"/>
              <a:gd name="connsiteX6" fmla="*/ 10969625 w 10969625"/>
              <a:gd name="connsiteY6" fmla="*/ 5252613 h 6170613"/>
              <a:gd name="connsiteX7" fmla="*/ 1 w 10969625"/>
              <a:gd name="connsiteY7" fmla="*/ 5821413 h 6170613"/>
              <a:gd name="connsiteX8" fmla="*/ 1 w 10969625"/>
              <a:gd name="connsiteY8" fmla="*/ 6170400 h 6170613"/>
              <a:gd name="connsiteX9" fmla="*/ 0 w 10969625"/>
              <a:gd name="connsiteY9" fmla="*/ 6170400 h 6170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969625" h="6170613">
                <a:moveTo>
                  <a:pt x="1" y="6170400"/>
                </a:moveTo>
                <a:lnTo>
                  <a:pt x="2" y="6170400"/>
                </a:lnTo>
                <a:lnTo>
                  <a:pt x="2" y="6170613"/>
                </a:lnTo>
                <a:lnTo>
                  <a:pt x="1" y="6170613"/>
                </a:lnTo>
                <a:close/>
                <a:moveTo>
                  <a:pt x="0" y="0"/>
                </a:moveTo>
                <a:lnTo>
                  <a:pt x="10969625" y="0"/>
                </a:lnTo>
                <a:lnTo>
                  <a:pt x="10969625" y="5252613"/>
                </a:lnTo>
                <a:lnTo>
                  <a:pt x="1" y="5821413"/>
                </a:lnTo>
                <a:lnTo>
                  <a:pt x="1" y="6170400"/>
                </a:lnTo>
                <a:lnTo>
                  <a:pt x="0" y="6170400"/>
                </a:lnTo>
                <a:close/>
              </a:path>
            </a:pathLst>
          </a:custGeom>
          <a:solidFill>
            <a:srgbClr val="FFE6E7"/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550000"/>
              </a:lnSpc>
              <a:buFontTx/>
              <a:buNone/>
              <a:defRPr sz="1200"/>
            </a:lvl1pPr>
          </a:lstStyle>
          <a:p>
            <a:r>
              <a:rPr lang="en-US"/>
              <a:t>Add Picture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37539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440" userDrawn="1">
          <p15:clr>
            <a:srgbClr val="FBAE40"/>
          </p15:clr>
        </p15:guide>
        <p15:guide id="3" pos="166" userDrawn="1">
          <p15:clr>
            <a:srgbClr val="FBAE40"/>
          </p15:clr>
        </p15:guide>
        <p15:guide id="4" pos="6744" userDrawn="1">
          <p15:clr>
            <a:srgbClr val="FBAE40"/>
          </p15:clr>
        </p15:guide>
        <p15:guide id="5" orient="horz" pos="16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dark 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">
            <a:extLst>
              <a:ext uri="{FF2B5EF4-FFF2-40B4-BE49-F238E27FC236}">
                <a16:creationId xmlns:a16="http://schemas.microsoft.com/office/drawing/2014/main" id="{F1A856B7-C428-C201-2653-305370B18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4" name="Footer">
            <a:extLst>
              <a:ext uri="{FF2B5EF4-FFF2-40B4-BE49-F238E27FC236}">
                <a16:creationId xmlns:a16="http://schemas.microsoft.com/office/drawing/2014/main" id="{71FC0F82-13F9-DC6E-A1F6-AF573CDEF10A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kern="0" baseline="0" noProof="1">
                <a:solidFill>
                  <a:srgbClr val="A3BAC8"/>
                </a:solidFill>
                <a:latin typeface="+mn-lt"/>
              </a:rPr>
              <a:t>DC-AT/ESP1 | 13/06/2024 | © Bosch Rexroth AG 2024. All rights reserved, also regarding any disposal, exploitation, reproduction, editing, distribution, as well as in the event of applications for industrial property rights.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lang="en-US" sz="600" kern="0" baseline="0" noProof="1">
              <a:solidFill>
                <a:schemeClr val="accent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8BA72D09-8BBC-E855-D374-A752108073D0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6170613"/>
          </a:xfrm>
          <a:custGeom>
            <a:avLst/>
            <a:gdLst>
              <a:gd name="connsiteX0" fmla="*/ 1 w 10969625"/>
              <a:gd name="connsiteY0" fmla="*/ 6170400 h 6170613"/>
              <a:gd name="connsiteX1" fmla="*/ 2 w 10969625"/>
              <a:gd name="connsiteY1" fmla="*/ 6170400 h 6170613"/>
              <a:gd name="connsiteX2" fmla="*/ 2 w 10969625"/>
              <a:gd name="connsiteY2" fmla="*/ 6170613 h 6170613"/>
              <a:gd name="connsiteX3" fmla="*/ 1 w 10969625"/>
              <a:gd name="connsiteY3" fmla="*/ 6170613 h 6170613"/>
              <a:gd name="connsiteX4" fmla="*/ 0 w 10969625"/>
              <a:gd name="connsiteY4" fmla="*/ 0 h 6170613"/>
              <a:gd name="connsiteX5" fmla="*/ 10969625 w 10969625"/>
              <a:gd name="connsiteY5" fmla="*/ 0 h 6170613"/>
              <a:gd name="connsiteX6" fmla="*/ 10969625 w 10969625"/>
              <a:gd name="connsiteY6" fmla="*/ 5252613 h 6170613"/>
              <a:gd name="connsiteX7" fmla="*/ 1 w 10969625"/>
              <a:gd name="connsiteY7" fmla="*/ 5821413 h 6170613"/>
              <a:gd name="connsiteX8" fmla="*/ 1 w 10969625"/>
              <a:gd name="connsiteY8" fmla="*/ 6170400 h 6170613"/>
              <a:gd name="connsiteX9" fmla="*/ 0 w 10969625"/>
              <a:gd name="connsiteY9" fmla="*/ 6170400 h 6170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969625" h="6170613">
                <a:moveTo>
                  <a:pt x="1" y="6170400"/>
                </a:moveTo>
                <a:lnTo>
                  <a:pt x="2" y="6170400"/>
                </a:lnTo>
                <a:lnTo>
                  <a:pt x="2" y="6170613"/>
                </a:lnTo>
                <a:lnTo>
                  <a:pt x="1" y="6170613"/>
                </a:lnTo>
                <a:close/>
                <a:moveTo>
                  <a:pt x="0" y="0"/>
                </a:moveTo>
                <a:lnTo>
                  <a:pt x="10969625" y="0"/>
                </a:lnTo>
                <a:lnTo>
                  <a:pt x="10969625" y="5252613"/>
                </a:lnTo>
                <a:lnTo>
                  <a:pt x="1" y="5821413"/>
                </a:lnTo>
                <a:lnTo>
                  <a:pt x="1" y="6170400"/>
                </a:lnTo>
                <a:lnTo>
                  <a:pt x="0" y="6170400"/>
                </a:lnTo>
                <a:close/>
              </a:path>
            </a:pathLst>
          </a:custGeom>
          <a:solidFill>
            <a:srgbClr val="FFE6E7"/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550000"/>
              </a:lnSpc>
              <a:buFontTx/>
              <a:buNone/>
              <a:defRPr sz="1200"/>
            </a:lvl1pPr>
          </a:lstStyle>
          <a:p>
            <a:r>
              <a:rPr lang="en-US"/>
              <a:t>Add Picture</a:t>
            </a:r>
          </a:p>
        </p:txBody>
      </p:sp>
    </p:spTree>
    <p:extLst>
      <p:ext uri="{BB962C8B-B14F-4D97-AF65-F5344CB8AC3E}">
        <p14:creationId xmlns:p14="http://schemas.microsoft.com/office/powerpoint/2010/main" val="3812635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440" userDrawn="1">
          <p15:clr>
            <a:srgbClr val="FBAE40"/>
          </p15:clr>
        </p15:guide>
        <p15:guide id="3" pos="166" userDrawn="1">
          <p15:clr>
            <a:srgbClr val="FBAE40"/>
          </p15:clr>
        </p15:guide>
        <p15:guide id="4" pos="6744" userDrawn="1">
          <p15:clr>
            <a:srgbClr val="FBAE40"/>
          </p15:clr>
        </p15:guide>
        <p15:guide id="5" orient="horz" pos="162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 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51D8A0BF-E7D8-435F-B9C3-A76C4BF3DA1B}"/>
              </a:ext>
            </a:extLst>
          </p:cNvPr>
          <p:cNvSpPr/>
          <p:nvPr userDrawn="1"/>
        </p:nvSpPr>
        <p:spPr>
          <a:xfrm>
            <a:off x="1" y="1"/>
            <a:ext cx="10969625" cy="5832001"/>
          </a:xfrm>
          <a:custGeom>
            <a:avLst/>
            <a:gdLst>
              <a:gd name="connsiteX0" fmla="*/ 0 w 10969625"/>
              <a:gd name="connsiteY0" fmla="*/ 0 h 5832001"/>
              <a:gd name="connsiteX1" fmla="*/ 10969625 w 10969625"/>
              <a:gd name="connsiteY1" fmla="*/ 0 h 5832001"/>
              <a:gd name="connsiteX2" fmla="*/ 10969625 w 10969625"/>
              <a:gd name="connsiteY2" fmla="*/ 5252613 h 5832001"/>
              <a:gd name="connsiteX3" fmla="*/ 1 w 10969625"/>
              <a:gd name="connsiteY3" fmla="*/ 5821413 h 5832001"/>
              <a:gd name="connsiteX4" fmla="*/ 1 w 10969625"/>
              <a:gd name="connsiteY4" fmla="*/ 5832001 h 5832001"/>
              <a:gd name="connsiteX5" fmla="*/ 0 w 10969625"/>
              <a:gd name="connsiteY5" fmla="*/ 5832001 h 5832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69625" h="5832001">
                <a:moveTo>
                  <a:pt x="0" y="0"/>
                </a:moveTo>
                <a:lnTo>
                  <a:pt x="10969625" y="0"/>
                </a:lnTo>
                <a:lnTo>
                  <a:pt x="10969625" y="5252613"/>
                </a:lnTo>
                <a:lnTo>
                  <a:pt x="1" y="5821413"/>
                </a:lnTo>
                <a:lnTo>
                  <a:pt x="1" y="5832001"/>
                </a:lnTo>
                <a:lnTo>
                  <a:pt x="0" y="5832001"/>
                </a:lnTo>
                <a:close/>
              </a:path>
            </a:pathLst>
          </a:custGeom>
          <a:solidFill>
            <a:schemeClr val="accent2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7" name="BackgroundPicture1">
            <a:extLst>
              <a:ext uri="{FF2B5EF4-FFF2-40B4-BE49-F238E27FC236}">
                <a16:creationId xmlns:a16="http://schemas.microsoft.com/office/drawing/2014/main" id="{BB2FA1A4-34FB-D2E1-6F36-8B92F5F6D096}"/>
              </a:ext>
            </a:extLst>
          </p:cNvPr>
          <p:cNvSpPr/>
          <p:nvPr userDrawn="1"/>
        </p:nvSpPr>
        <p:spPr>
          <a:xfrm>
            <a:off x="0" y="0"/>
            <a:ext cx="3592801" cy="2844001"/>
          </a:xfrm>
          <a:custGeom>
            <a:avLst/>
            <a:gdLst/>
            <a:ahLst/>
            <a:cxnLst/>
            <a:rect l="0" t="0" r="0" b="0"/>
            <a:pathLst>
              <a:path w="3592801" h="2844001">
                <a:moveTo>
                  <a:pt x="0" y="0"/>
                </a:moveTo>
                <a:lnTo>
                  <a:pt x="0" y="558000"/>
                </a:lnTo>
                <a:lnTo>
                  <a:pt x="3474000" y="378000"/>
                </a:lnTo>
                <a:lnTo>
                  <a:pt x="3592800" y="2656800"/>
                </a:lnTo>
                <a:lnTo>
                  <a:pt x="0" y="2844000"/>
                </a:lnTo>
                <a:lnTo>
                  <a:pt x="0" y="55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6" name="Chapter_titleonly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15002" y="979879"/>
            <a:ext cx="6712689" cy="4245265"/>
          </a:xfrm>
          <a:ln w="0">
            <a:noFill/>
          </a:ln>
          <a:effectLst/>
        </p:spPr>
        <p:txBody>
          <a:bodyPr lIns="0" tIns="0" rIns="0" bIns="0" anchor="t" anchorCtr="0"/>
          <a:lstStyle>
            <a:lvl1pPr algn="l">
              <a:lnSpc>
                <a:spcPts val="4400"/>
              </a:lnSpc>
              <a:defRPr sz="4000" b="1" cap="none" baseline="0">
                <a:solidFill>
                  <a:schemeClr val="accent1"/>
                </a:solidFill>
              </a:defRPr>
            </a:lvl1pPr>
          </a:lstStyle>
          <a:p>
            <a:r>
              <a:rPr lang="en-US" noProof="1"/>
              <a:t>Add Chapter Title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BB61E12-9C07-4A09-BA5B-31ED7604C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66699" y="5923477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735D5699-EBBF-348D-43D5-F0A7964625AF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266400" y="910800"/>
            <a:ext cx="2916000" cy="1310400"/>
          </a:xfrm>
        </p:spPr>
        <p:txBody>
          <a:bodyPr/>
          <a:lstStyle>
            <a:lvl1pPr marL="0" indent="0" algn="ctr">
              <a:lnSpc>
                <a:spcPct val="89000"/>
              </a:lnSpc>
              <a:spcBef>
                <a:spcPts val="0"/>
              </a:spcBef>
              <a:buFontTx/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233983" indent="0">
              <a:buFontTx/>
              <a:buNone/>
              <a:defRPr>
                <a:solidFill>
                  <a:schemeClr val="bg1"/>
                </a:solidFill>
              </a:defRPr>
            </a:lvl2pPr>
            <a:lvl3pPr marL="525561" indent="0">
              <a:buFontTx/>
              <a:buNone/>
              <a:defRPr>
                <a:solidFill>
                  <a:schemeClr val="bg1"/>
                </a:solidFill>
              </a:defRPr>
            </a:lvl3pPr>
            <a:lvl4pPr marL="748745" indent="0">
              <a:buFontTx/>
              <a:buNone/>
              <a:defRPr>
                <a:solidFill>
                  <a:schemeClr val="bg1"/>
                </a:solidFill>
              </a:defRPr>
            </a:lvl4pPr>
            <a:lvl5pPr marL="748745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828809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8" userDrawn="1">
          <p15:clr>
            <a:srgbClr val="FBAE40"/>
          </p15:clr>
        </p15:guide>
        <p15:guide id="1" pos="6761" userDrawn="1">
          <p15:clr>
            <a:srgbClr val="FBAE40"/>
          </p15:clr>
        </p15:guide>
        <p15:guide id="10" orient="horz" pos="631" userDrawn="1">
          <p15:clr>
            <a:srgbClr val="FBAE40"/>
          </p15:clr>
        </p15:guide>
        <p15:guide id="11" orient="horz" pos="3441" userDrawn="1">
          <p15:clr>
            <a:srgbClr val="FBAE40"/>
          </p15:clr>
        </p15:guide>
        <p15:guide id="12" pos="2525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D9255C0C-3CE5-3402-E5ED-C9340115F932}"/>
              </a:ext>
            </a:extLst>
          </p:cNvPr>
          <p:cNvSpPr/>
          <p:nvPr userDrawn="1"/>
        </p:nvSpPr>
        <p:spPr>
          <a:xfrm>
            <a:off x="1" y="1"/>
            <a:ext cx="10969625" cy="5832001"/>
          </a:xfrm>
          <a:custGeom>
            <a:avLst/>
            <a:gdLst>
              <a:gd name="connsiteX0" fmla="*/ 0 w 10969625"/>
              <a:gd name="connsiteY0" fmla="*/ 0 h 5832001"/>
              <a:gd name="connsiteX1" fmla="*/ 10969625 w 10969625"/>
              <a:gd name="connsiteY1" fmla="*/ 0 h 5832001"/>
              <a:gd name="connsiteX2" fmla="*/ 10969625 w 10969625"/>
              <a:gd name="connsiteY2" fmla="*/ 5252613 h 5832001"/>
              <a:gd name="connsiteX3" fmla="*/ 1 w 10969625"/>
              <a:gd name="connsiteY3" fmla="*/ 5821413 h 5832001"/>
              <a:gd name="connsiteX4" fmla="*/ 1 w 10969625"/>
              <a:gd name="connsiteY4" fmla="*/ 5832001 h 5832001"/>
              <a:gd name="connsiteX5" fmla="*/ 0 w 10969625"/>
              <a:gd name="connsiteY5" fmla="*/ 5832001 h 5832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69625" h="5832001">
                <a:moveTo>
                  <a:pt x="0" y="0"/>
                </a:moveTo>
                <a:lnTo>
                  <a:pt x="10969625" y="0"/>
                </a:lnTo>
                <a:lnTo>
                  <a:pt x="10969625" y="5252613"/>
                </a:lnTo>
                <a:lnTo>
                  <a:pt x="1" y="5821413"/>
                </a:lnTo>
                <a:lnTo>
                  <a:pt x="1" y="5832001"/>
                </a:lnTo>
                <a:lnTo>
                  <a:pt x="0" y="5832001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080" y="504000"/>
            <a:ext cx="10452100" cy="4692102"/>
          </a:xfrm>
        </p:spPr>
        <p:txBody>
          <a:bodyPr anchor="ctr" anchorCtr="0"/>
          <a:lstStyle>
            <a:lvl1pPr>
              <a:lnSpc>
                <a:spcPct val="90000"/>
              </a:lnSpc>
              <a:defRPr sz="6000" i="0">
                <a:solidFill>
                  <a:schemeClr val="accent2"/>
                </a:solidFill>
              </a:defRPr>
            </a:lvl1pPr>
          </a:lstStyle>
          <a:p>
            <a:r>
              <a:rPr lang="en-US" noProof="1"/>
              <a:t>Add Conclusion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699" y="5923477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5323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 userDrawn="1">
          <p15:clr>
            <a:srgbClr val="FBAE40"/>
          </p15:clr>
        </p15:guide>
        <p15:guide id="1" pos="6744" userDrawn="1">
          <p15:clr>
            <a:srgbClr val="FBAE40"/>
          </p15:clr>
        </p15:guide>
        <p15:guide id="10" orient="horz" pos="315" userDrawn="1">
          <p15:clr>
            <a:srgbClr val="FBAE40"/>
          </p15:clr>
        </p15:guide>
        <p15:guide id="11" orient="horz" pos="3279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ntent inverted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AD5DC8FD-DD8D-4735-695B-A649A05C3DAC}"/>
              </a:ext>
            </a:extLst>
          </p:cNvPr>
          <p:cNvSpPr/>
          <p:nvPr userDrawn="1"/>
        </p:nvSpPr>
        <p:spPr>
          <a:xfrm>
            <a:off x="1" y="1"/>
            <a:ext cx="10969625" cy="5832001"/>
          </a:xfrm>
          <a:custGeom>
            <a:avLst/>
            <a:gdLst>
              <a:gd name="connsiteX0" fmla="*/ 0 w 10969625"/>
              <a:gd name="connsiteY0" fmla="*/ 0 h 5832001"/>
              <a:gd name="connsiteX1" fmla="*/ 10969625 w 10969625"/>
              <a:gd name="connsiteY1" fmla="*/ 0 h 5832001"/>
              <a:gd name="connsiteX2" fmla="*/ 10969625 w 10969625"/>
              <a:gd name="connsiteY2" fmla="*/ 5252613 h 5832001"/>
              <a:gd name="connsiteX3" fmla="*/ 1 w 10969625"/>
              <a:gd name="connsiteY3" fmla="*/ 5821413 h 5832001"/>
              <a:gd name="connsiteX4" fmla="*/ 1 w 10969625"/>
              <a:gd name="connsiteY4" fmla="*/ 5832001 h 5832001"/>
              <a:gd name="connsiteX5" fmla="*/ 0 w 10969625"/>
              <a:gd name="connsiteY5" fmla="*/ 5832001 h 5832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69625" h="5832001">
                <a:moveTo>
                  <a:pt x="0" y="0"/>
                </a:moveTo>
                <a:lnTo>
                  <a:pt x="10969625" y="0"/>
                </a:lnTo>
                <a:lnTo>
                  <a:pt x="10969625" y="5252613"/>
                </a:lnTo>
                <a:lnTo>
                  <a:pt x="1" y="5821413"/>
                </a:lnTo>
                <a:lnTo>
                  <a:pt x="1" y="5832001"/>
                </a:lnTo>
                <a:lnTo>
                  <a:pt x="0" y="5832001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" name="Chapter_titleonly">
            <a:extLst>
              <a:ext uri="{FF2B5EF4-FFF2-40B4-BE49-F238E27FC236}">
                <a16:creationId xmlns:a16="http://schemas.microsoft.com/office/drawing/2014/main" id="{BE09DEEA-7110-245B-5AD2-75A29B3BA8E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400" b="1" kern="0" baseline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15" name="slide_title">
            <a:extLst>
              <a:ext uri="{FF2B5EF4-FFF2-40B4-BE49-F238E27FC236}">
                <a16:creationId xmlns:a16="http://schemas.microsoft.com/office/drawing/2014/main" id="{C0A6F091-52AD-4C0A-8D32-80EE860A9980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59080" y="1295400"/>
            <a:ext cx="10452100" cy="41681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4156331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 userDrawn="1">
          <p15:clr>
            <a:srgbClr val="FBAE40"/>
          </p15:clr>
        </p15:guide>
        <p15:guide id="1" pos="6747" userDrawn="1">
          <p15:clr>
            <a:srgbClr val="FBAE40"/>
          </p15:clr>
        </p15:guide>
        <p15:guide id="10" orient="horz" pos="163" userDrawn="1">
          <p15:clr>
            <a:srgbClr val="FBAE40"/>
          </p15:clr>
        </p15:guide>
        <p15:guide id="11" orient="horz" pos="408" userDrawn="1">
          <p15:clr>
            <a:srgbClr val="FBAE40"/>
          </p15:clr>
        </p15:guide>
        <p15:guide id="15" orient="horz" pos="652" userDrawn="1">
          <p15:clr>
            <a:srgbClr val="FBAE40"/>
          </p15:clr>
        </p15:guide>
        <p15:guide id="16" orient="horz" pos="816" userDrawn="1">
          <p15:clr>
            <a:srgbClr val="FBAE40"/>
          </p15:clr>
        </p15:guide>
        <p15:guide id="17" orient="horz" pos="3441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CC85B92C-CEA1-B1A6-4D15-68BA84C81FDE}"/>
              </a:ext>
            </a:extLst>
          </p:cNvPr>
          <p:cNvSpPr/>
          <p:nvPr userDrawn="1"/>
        </p:nvSpPr>
        <p:spPr>
          <a:xfrm>
            <a:off x="1" y="1"/>
            <a:ext cx="10969625" cy="5821412"/>
          </a:xfrm>
          <a:custGeom>
            <a:avLst/>
            <a:gdLst>
              <a:gd name="connsiteX0" fmla="*/ 0 w 10969625"/>
              <a:gd name="connsiteY0" fmla="*/ 0 h 5821412"/>
              <a:gd name="connsiteX1" fmla="*/ 10969625 w 10969625"/>
              <a:gd name="connsiteY1" fmla="*/ 0 h 5821412"/>
              <a:gd name="connsiteX2" fmla="*/ 10969625 w 10969625"/>
              <a:gd name="connsiteY2" fmla="*/ 5252612 h 5821412"/>
              <a:gd name="connsiteX3" fmla="*/ 0 w 10969625"/>
              <a:gd name="connsiteY3" fmla="*/ 5821412 h 5821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69625" h="5821412">
                <a:moveTo>
                  <a:pt x="0" y="0"/>
                </a:moveTo>
                <a:lnTo>
                  <a:pt x="10969625" y="0"/>
                </a:lnTo>
                <a:lnTo>
                  <a:pt x="10969625" y="5252612"/>
                </a:lnTo>
                <a:lnTo>
                  <a:pt x="0" y="5821412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63EE3D-5B1A-EE02-BCE2-D4A0FE325CB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5683308" y="1371600"/>
            <a:ext cx="5018314" cy="4087298"/>
          </a:xfrm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+mj-lt"/>
              </a:defRPr>
            </a:lvl1pPr>
            <a:lvl2pPr>
              <a:defRPr sz="2400" b="1">
                <a:solidFill>
                  <a:schemeClr val="bg1"/>
                </a:solidFill>
                <a:latin typeface="+mj-lt"/>
              </a:defRPr>
            </a:lvl2pPr>
            <a:lvl3pPr>
              <a:defRPr sz="2400" b="1">
                <a:solidFill>
                  <a:schemeClr val="bg1"/>
                </a:solidFill>
                <a:latin typeface="+mj-lt"/>
              </a:defRPr>
            </a:lvl3pPr>
            <a:lvl4pPr>
              <a:defRPr sz="2400" b="1">
                <a:solidFill>
                  <a:schemeClr val="bg1"/>
                </a:solidFill>
                <a:latin typeface="+mj-lt"/>
              </a:defRPr>
            </a:lvl4pPr>
            <a:lvl5pPr>
              <a:defRPr sz="24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21315564-2908-E39A-1AE8-D9CEE3539F37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1" y="1"/>
            <a:ext cx="5486400" cy="5821413"/>
          </a:xfrm>
          <a:custGeom>
            <a:avLst/>
            <a:gdLst>
              <a:gd name="connsiteX0" fmla="*/ 0 w 5486400"/>
              <a:gd name="connsiteY0" fmla="*/ 0 h 5821413"/>
              <a:gd name="connsiteX1" fmla="*/ 5486400 w 5486400"/>
              <a:gd name="connsiteY1" fmla="*/ 0 h 5821413"/>
              <a:gd name="connsiteX2" fmla="*/ 5486400 w 5486400"/>
              <a:gd name="connsiteY2" fmla="*/ 5536931 h 5821413"/>
              <a:gd name="connsiteX3" fmla="*/ 0 w 5486400"/>
              <a:gd name="connsiteY3" fmla="*/ 5821413 h 5821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86400" h="5821413">
                <a:moveTo>
                  <a:pt x="0" y="0"/>
                </a:moveTo>
                <a:lnTo>
                  <a:pt x="5486400" y="0"/>
                </a:lnTo>
                <a:lnTo>
                  <a:pt x="5486400" y="5536931"/>
                </a:lnTo>
                <a:lnTo>
                  <a:pt x="0" y="5821413"/>
                </a:lnTo>
                <a:close/>
              </a:path>
            </a:pathLst>
          </a:custGeom>
          <a:solidFill>
            <a:srgbClr val="FFE6E7"/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550000"/>
              </a:lnSpc>
              <a:buFontTx/>
              <a:buNone/>
              <a:defRPr sz="1200"/>
            </a:lvl1pPr>
          </a:lstStyle>
          <a:p>
            <a:r>
              <a:rPr lang="en-US"/>
              <a:t>Add Picture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10EE55D-35FD-EB98-A902-8C0417DB53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79999" y="259200"/>
            <a:ext cx="6026101" cy="914400"/>
          </a:xfrm>
          <a:solidFill>
            <a:schemeClr val="accent2"/>
          </a:solidFill>
          <a:ln w="0">
            <a:noFill/>
          </a:ln>
          <a:effectLst/>
        </p:spPr>
        <p:txBody>
          <a:bodyPr wrap="none" lIns="230400" tIns="169200" rIns="230400" bIns="50400" anchor="t" anchorCtr="0">
            <a:noAutofit/>
          </a:bodyPr>
          <a:lstStyle>
            <a:lvl1pPr algn="l">
              <a:lnSpc>
                <a:spcPts val="5400"/>
              </a:lnSpc>
              <a:defRPr sz="5000" b="1" i="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1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2697667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55" userDrawn="1">
          <p15:clr>
            <a:srgbClr val="FBAE40"/>
          </p15:clr>
        </p15:guide>
        <p15:guide id="2" orient="horz" pos="3440" userDrawn="1">
          <p15:clr>
            <a:srgbClr val="FBAE40"/>
          </p15:clr>
        </p15:guide>
        <p15:guide id="3" pos="166" userDrawn="1">
          <p15:clr>
            <a:srgbClr val="FBAE40"/>
          </p15:clr>
        </p15:guide>
        <p15:guide id="4" pos="6744" userDrawn="1">
          <p15:clr>
            <a:srgbClr val="FBAE40"/>
          </p15:clr>
        </p15:guide>
        <p15:guide id="5" orient="horz" pos="162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content dark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Picture2">
            <a:extLst>
              <a:ext uri="{FF2B5EF4-FFF2-40B4-BE49-F238E27FC236}">
                <a16:creationId xmlns:a16="http://schemas.microsoft.com/office/drawing/2014/main" id="{9F4F8A00-0989-FEAD-D127-59325AD26110}"/>
              </a:ext>
            </a:extLst>
          </p:cNvPr>
          <p:cNvSpPr/>
          <p:nvPr userDrawn="1"/>
        </p:nvSpPr>
        <p:spPr>
          <a:xfrm rot="10800000">
            <a:off x="0" y="5252612"/>
            <a:ext cx="10969626" cy="918001"/>
          </a:xfrm>
          <a:custGeom>
            <a:avLst/>
            <a:gdLst/>
            <a:ahLst/>
            <a:cxnLst/>
            <a:rect l="0" t="0" r="0" b="0"/>
            <a:pathLst>
              <a:path w="10969626" h="918001">
                <a:moveTo>
                  <a:pt x="0" y="0"/>
                </a:moveTo>
                <a:lnTo>
                  <a:pt x="10969625" y="0"/>
                </a:lnTo>
                <a:lnTo>
                  <a:pt x="10969625" y="349200"/>
                </a:lnTo>
                <a:lnTo>
                  <a:pt x="0" y="91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29C23F0C-EB63-1D22-28D2-C6B83FB9B2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10" name="Footer">
            <a:extLst>
              <a:ext uri="{FF2B5EF4-FFF2-40B4-BE49-F238E27FC236}">
                <a16:creationId xmlns:a16="http://schemas.microsoft.com/office/drawing/2014/main" id="{A06149E1-C7E9-E474-E1DD-47C75CD7DB77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kern="0" baseline="0" noProof="1">
                <a:solidFill>
                  <a:srgbClr val="A3BAC8"/>
                </a:solidFill>
                <a:latin typeface="+mn-lt"/>
              </a:rPr>
              <a:t>DC-AT/ESP1 | 13/06/2024 | © Bosch Rexroth AG 2024. All rights reserved, also regarding any disposal, exploitation, reproduction, editing, distribution, as well as in the event of applications for industrial property rights.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lang="en-US" sz="600" kern="0" baseline="0" noProof="1">
              <a:solidFill>
                <a:schemeClr val="accent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2" name="Chapter_titleonly">
            <a:extLst>
              <a:ext uri="{FF2B5EF4-FFF2-40B4-BE49-F238E27FC236}">
                <a16:creationId xmlns:a16="http://schemas.microsoft.com/office/drawing/2014/main" id="{D8DBEFB5-7FD9-DE0E-BF93-9044327DD412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 algn="l" defTabSz="914333" rtl="0" eaLnBrk="1" latinLnBrk="0" hangingPunct="1">
              <a:lnSpc>
                <a:spcPct val="89000"/>
              </a:lnSpc>
              <a:spcBef>
                <a:spcPts val="500"/>
              </a:spcBef>
              <a:buNone/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19" name="slide_title">
            <a:extLst>
              <a:ext uri="{FF2B5EF4-FFF2-40B4-BE49-F238E27FC236}">
                <a16:creationId xmlns:a16="http://schemas.microsoft.com/office/drawing/2014/main" id="{DF7F8884-B1F7-469D-8614-E93F2AA1E3DD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399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904490" y="1295400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549900" y="1295399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8195310" y="1295400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4" name="Rectangle7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61336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 userDrawn="1">
          <p15:clr>
            <a:srgbClr val="FBAE40"/>
          </p15:clr>
        </p15:guide>
        <p15:guide id="1" pos="6747" userDrawn="1">
          <p15:clr>
            <a:srgbClr val="FBAE40"/>
          </p15:clr>
        </p15:guide>
        <p15:guide id="5" pos="1748" userDrawn="1">
          <p15:clr>
            <a:srgbClr val="FBAE40"/>
          </p15:clr>
        </p15:guide>
        <p15:guide id="6" pos="3496" userDrawn="1">
          <p15:clr>
            <a:srgbClr val="FBAE40"/>
          </p15:clr>
        </p15:guide>
        <p15:guide id="7" pos="5080" userDrawn="1">
          <p15:clr>
            <a:srgbClr val="FBAE40"/>
          </p15:clr>
        </p15:guide>
        <p15:guide id="8" pos="1829" userDrawn="1">
          <p15:clr>
            <a:srgbClr val="FBAE40"/>
          </p15:clr>
        </p15:guide>
        <p15:guide id="9" pos="3414" userDrawn="1">
          <p15:clr>
            <a:srgbClr val="FBAE40"/>
          </p15:clr>
        </p15:guide>
        <p15:guide id="10" pos="5162" userDrawn="1">
          <p15:clr>
            <a:srgbClr val="FBAE40"/>
          </p15:clr>
        </p15:guide>
        <p15:guide id="11" orient="horz" pos="408" userDrawn="1">
          <p15:clr>
            <a:srgbClr val="FBAE40"/>
          </p15:clr>
        </p15:guide>
        <p15:guide id="14" orient="horz" pos="163" userDrawn="1">
          <p15:clr>
            <a:srgbClr val="FBAE40"/>
          </p15:clr>
        </p15:guide>
        <p15:guide id="15" orient="horz" pos="651" userDrawn="1">
          <p15:clr>
            <a:srgbClr val="FBAE40"/>
          </p15:clr>
        </p15:guide>
        <p15:guide id="17" orient="horz" pos="3441" userDrawn="1">
          <p15:clr>
            <a:srgbClr val="FBAE40"/>
          </p15:clr>
        </p15:guide>
        <p15:guide id="18" orient="horz" pos="816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ntent light 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_titleonly">
            <a:extLst>
              <a:ext uri="{FF2B5EF4-FFF2-40B4-BE49-F238E27FC236}">
                <a16:creationId xmlns:a16="http://schemas.microsoft.com/office/drawing/2014/main" id="{D8DBEFB5-7FD9-DE0E-BF93-9044327DD412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spcBef>
                <a:spcPts val="500"/>
              </a:spcBef>
              <a:buNone/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19" name="slide_title">
            <a:extLst>
              <a:ext uri="{FF2B5EF4-FFF2-40B4-BE49-F238E27FC236}">
                <a16:creationId xmlns:a16="http://schemas.microsoft.com/office/drawing/2014/main" id="{DF7F8884-B1F7-469D-8614-E93F2AA1E3DD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399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904490" y="1295400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549900" y="1295399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8195310" y="1295400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4" name="Rectangle7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631146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0" pos="163" userDrawn="1">
          <p15:clr>
            <a:srgbClr val="FBAE40"/>
          </p15:clr>
        </p15:guide>
        <p15:guide id="1" pos="6747" userDrawn="1">
          <p15:clr>
            <a:srgbClr val="FBAE40"/>
          </p15:clr>
        </p15:guide>
        <p15:guide id="5" pos="1748" userDrawn="1">
          <p15:clr>
            <a:srgbClr val="FBAE40"/>
          </p15:clr>
        </p15:guide>
        <p15:guide id="6" pos="3496" userDrawn="1">
          <p15:clr>
            <a:srgbClr val="FBAE40"/>
          </p15:clr>
        </p15:guide>
        <p15:guide id="7" pos="5080" userDrawn="1">
          <p15:clr>
            <a:srgbClr val="FBAE40"/>
          </p15:clr>
        </p15:guide>
        <p15:guide id="8" pos="1829" userDrawn="1">
          <p15:clr>
            <a:srgbClr val="FBAE40"/>
          </p15:clr>
        </p15:guide>
        <p15:guide id="9" pos="3414" userDrawn="1">
          <p15:clr>
            <a:srgbClr val="FBAE40"/>
          </p15:clr>
        </p15:guide>
        <p15:guide id="10" pos="5162" userDrawn="1">
          <p15:clr>
            <a:srgbClr val="FBAE40"/>
          </p15:clr>
        </p15:guide>
        <p15:guide id="11" orient="horz" pos="408" userDrawn="1">
          <p15:clr>
            <a:srgbClr val="FBAE40"/>
          </p15:clr>
        </p15:guide>
        <p15:guide id="14" orient="horz" pos="163" userDrawn="1">
          <p15:clr>
            <a:srgbClr val="FBAE40"/>
          </p15:clr>
        </p15:guide>
        <p15:guide id="15" orient="horz" pos="653" userDrawn="1">
          <p15:clr>
            <a:srgbClr val="FBAE40"/>
          </p15:clr>
        </p15:guide>
        <p15:guide id="17" orient="horz" pos="3441" userDrawn="1">
          <p15:clr>
            <a:srgbClr val="FBAE40"/>
          </p15:clr>
        </p15:guide>
        <p15:guide id="18" orient="horz" pos="816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x 2 content dark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Picture2">
            <a:extLst>
              <a:ext uri="{FF2B5EF4-FFF2-40B4-BE49-F238E27FC236}">
                <a16:creationId xmlns:a16="http://schemas.microsoft.com/office/drawing/2014/main" id="{359291F1-565C-F218-4CE2-BD3E99D3A801}"/>
              </a:ext>
            </a:extLst>
          </p:cNvPr>
          <p:cNvSpPr/>
          <p:nvPr userDrawn="1"/>
        </p:nvSpPr>
        <p:spPr>
          <a:xfrm rot="10800000">
            <a:off x="0" y="5252612"/>
            <a:ext cx="10969626" cy="918001"/>
          </a:xfrm>
          <a:custGeom>
            <a:avLst/>
            <a:gdLst/>
            <a:ahLst/>
            <a:cxnLst/>
            <a:rect l="0" t="0" r="0" b="0"/>
            <a:pathLst>
              <a:path w="10969626" h="918001">
                <a:moveTo>
                  <a:pt x="0" y="0"/>
                </a:moveTo>
                <a:lnTo>
                  <a:pt x="10969625" y="0"/>
                </a:lnTo>
                <a:lnTo>
                  <a:pt x="10969625" y="349200"/>
                </a:lnTo>
                <a:lnTo>
                  <a:pt x="0" y="91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4F473A07-BA6A-88A5-8BE3-01DDC66EFE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10" name="Footer">
            <a:extLst>
              <a:ext uri="{FF2B5EF4-FFF2-40B4-BE49-F238E27FC236}">
                <a16:creationId xmlns:a16="http://schemas.microsoft.com/office/drawing/2014/main" id="{EF6C1B0E-9C94-35D8-89B6-B28F9E8E27D7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kern="0" baseline="0" noProof="1">
                <a:solidFill>
                  <a:srgbClr val="A3BAC8"/>
                </a:solidFill>
                <a:latin typeface="+mn-lt"/>
              </a:rPr>
              <a:t>DC-AT/ESP1 | 13/06/2024 | © Bosch Rexroth AG 2024. All rights reserved, also regarding any disposal, exploitation, reproduction, editing, distribution, as well as in the event of applications for industrial property rights.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lang="en-US" sz="600" kern="0" baseline="0" noProof="1">
              <a:solidFill>
                <a:schemeClr val="accent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2" name="Chapter_titleonly">
            <a:extLst>
              <a:ext uri="{FF2B5EF4-FFF2-40B4-BE49-F238E27FC236}">
                <a16:creationId xmlns:a16="http://schemas.microsoft.com/office/drawing/2014/main" id="{6372C0C5-D72E-7D9D-6C6C-76C096623AC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 algn="l" defTabSz="914333" rtl="0" eaLnBrk="1" latinLnBrk="0" hangingPunct="1">
              <a:lnSpc>
                <a:spcPct val="89000"/>
              </a:lnSpc>
              <a:spcBef>
                <a:spcPts val="500"/>
              </a:spcBef>
              <a:buNone/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19" name="slide_title">
            <a:extLst>
              <a:ext uri="{FF2B5EF4-FFF2-40B4-BE49-F238E27FC236}">
                <a16:creationId xmlns:a16="http://schemas.microsoft.com/office/drawing/2014/main" id="{0CD4A6A4-B685-4664-A9F2-206AFF03DCDC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400"/>
            <a:ext cx="485902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5852160" y="1295400"/>
            <a:ext cx="485902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59080" y="3444239"/>
            <a:ext cx="485902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5852160" y="3444239"/>
            <a:ext cx="485902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4" name="Rectangle7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76284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 userDrawn="1">
          <p15:clr>
            <a:srgbClr val="FBAE40"/>
          </p15:clr>
        </p15:guide>
        <p15:guide id="1" pos="6747" userDrawn="1">
          <p15:clr>
            <a:srgbClr val="FBAE40"/>
          </p15:clr>
        </p15:guide>
        <p15:guide id="5" pos="3224" userDrawn="1">
          <p15:clr>
            <a:srgbClr val="FBAE40"/>
          </p15:clr>
        </p15:guide>
        <p15:guide id="6" pos="3686" userDrawn="1">
          <p15:clr>
            <a:srgbClr val="FBAE40"/>
          </p15:clr>
        </p15:guide>
        <p15:guide id="10" orient="horz" pos="163" userDrawn="1">
          <p15:clr>
            <a:srgbClr val="FBAE40"/>
          </p15:clr>
        </p15:guide>
        <p15:guide id="11" orient="horz" pos="408" userDrawn="1">
          <p15:clr>
            <a:srgbClr val="FBAE40"/>
          </p15:clr>
        </p15:guide>
        <p15:guide id="14" orient="horz" pos="653" userDrawn="1">
          <p15:clr>
            <a:srgbClr val="FBAE40"/>
          </p15:clr>
        </p15:guide>
        <p15:guide id="15" orient="horz" pos="816" userDrawn="1">
          <p15:clr>
            <a:srgbClr val="FBAE40"/>
          </p15:clr>
        </p15:guide>
        <p15:guide id="16" orient="horz" pos="2088" userDrawn="1">
          <p15:clr>
            <a:srgbClr val="FBAE40"/>
          </p15:clr>
        </p15:guide>
        <p15:guide id="18" orient="horz" pos="2169" userDrawn="1">
          <p15:clr>
            <a:srgbClr val="FBAE40"/>
          </p15:clr>
        </p15:guide>
        <p15:guide id="19" orient="horz" pos="3441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x 2 content ligh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_titleonly">
            <a:extLst>
              <a:ext uri="{FF2B5EF4-FFF2-40B4-BE49-F238E27FC236}">
                <a16:creationId xmlns:a16="http://schemas.microsoft.com/office/drawing/2014/main" id="{6372C0C5-D72E-7D9D-6C6C-76C096623AC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19" name="slide_title">
            <a:extLst>
              <a:ext uri="{FF2B5EF4-FFF2-40B4-BE49-F238E27FC236}">
                <a16:creationId xmlns:a16="http://schemas.microsoft.com/office/drawing/2014/main" id="{0CD4A6A4-B685-4664-A9F2-206AFF03DCDC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400"/>
            <a:ext cx="485902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5852160" y="1295400"/>
            <a:ext cx="485902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59080" y="3444239"/>
            <a:ext cx="485902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5852160" y="3444239"/>
            <a:ext cx="485902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4" name="Rectangle7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193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 userDrawn="1">
          <p15:clr>
            <a:srgbClr val="FBAE40"/>
          </p15:clr>
        </p15:guide>
        <p15:guide id="1" pos="6747" userDrawn="1">
          <p15:clr>
            <a:srgbClr val="FBAE40"/>
          </p15:clr>
        </p15:guide>
        <p15:guide id="5" pos="3224" userDrawn="1">
          <p15:clr>
            <a:srgbClr val="FBAE40"/>
          </p15:clr>
        </p15:guide>
        <p15:guide id="6" pos="3686" userDrawn="1">
          <p15:clr>
            <a:srgbClr val="FBAE40"/>
          </p15:clr>
        </p15:guide>
        <p15:guide id="10" orient="horz" pos="163" userDrawn="1">
          <p15:clr>
            <a:srgbClr val="FBAE40"/>
          </p15:clr>
        </p15:guide>
        <p15:guide id="11" orient="horz" pos="408" userDrawn="1">
          <p15:clr>
            <a:srgbClr val="FBAE40"/>
          </p15:clr>
        </p15:guide>
        <p15:guide id="14" orient="horz" pos="653" userDrawn="1">
          <p15:clr>
            <a:srgbClr val="FBAE40"/>
          </p15:clr>
        </p15:guide>
        <p15:guide id="15" orient="horz" pos="810" userDrawn="1">
          <p15:clr>
            <a:srgbClr val="FBAE40"/>
          </p15:clr>
        </p15:guide>
        <p15:guide id="16" orient="horz" pos="2088" userDrawn="1">
          <p15:clr>
            <a:srgbClr val="FBAE40"/>
          </p15:clr>
        </p15:guide>
        <p15:guide id="18" orient="horz" pos="2169" userDrawn="1">
          <p15:clr>
            <a:srgbClr val="FBAE40"/>
          </p15:clr>
        </p15:guide>
        <p15:guide id="19" orient="horz" pos="3441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x 2 content dark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Picture2">
            <a:extLst>
              <a:ext uri="{FF2B5EF4-FFF2-40B4-BE49-F238E27FC236}">
                <a16:creationId xmlns:a16="http://schemas.microsoft.com/office/drawing/2014/main" id="{1F7F4591-4F3A-F059-FE88-E0C99517F055}"/>
              </a:ext>
            </a:extLst>
          </p:cNvPr>
          <p:cNvSpPr/>
          <p:nvPr userDrawn="1"/>
        </p:nvSpPr>
        <p:spPr>
          <a:xfrm rot="10800000">
            <a:off x="0" y="5252612"/>
            <a:ext cx="10969626" cy="918001"/>
          </a:xfrm>
          <a:custGeom>
            <a:avLst/>
            <a:gdLst/>
            <a:ahLst/>
            <a:cxnLst/>
            <a:rect l="0" t="0" r="0" b="0"/>
            <a:pathLst>
              <a:path w="10969626" h="918001">
                <a:moveTo>
                  <a:pt x="0" y="0"/>
                </a:moveTo>
                <a:lnTo>
                  <a:pt x="10969625" y="0"/>
                </a:lnTo>
                <a:lnTo>
                  <a:pt x="10969625" y="349200"/>
                </a:lnTo>
                <a:lnTo>
                  <a:pt x="0" y="91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AB3D9825-4CC4-DB18-4D42-83E09589E6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12" name="Footer">
            <a:extLst>
              <a:ext uri="{FF2B5EF4-FFF2-40B4-BE49-F238E27FC236}">
                <a16:creationId xmlns:a16="http://schemas.microsoft.com/office/drawing/2014/main" id="{36A6E8AA-C9D7-15B3-F28F-8101AC9B090D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kern="0" baseline="0" noProof="1">
                <a:solidFill>
                  <a:srgbClr val="A3BAC8"/>
                </a:solidFill>
                <a:latin typeface="+mn-lt"/>
              </a:rPr>
              <a:t>DC-AT/ESP1 | 13/06/2024 | © Bosch Rexroth AG 2024. All rights reserved, also regarding any disposal, exploitation, reproduction, editing, distribution, as well as in the event of applications for industrial property rights.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lang="en-US" sz="600" kern="0" baseline="0" noProof="1">
              <a:solidFill>
                <a:schemeClr val="accent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2" name="Chapter_titleonly">
            <a:extLst>
              <a:ext uri="{FF2B5EF4-FFF2-40B4-BE49-F238E27FC236}">
                <a16:creationId xmlns:a16="http://schemas.microsoft.com/office/drawing/2014/main" id="{F3D71E1B-DBA6-809E-FDB6-D0134DEB0E3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 algn="l" defTabSz="914333" rtl="0" eaLnBrk="1" latinLnBrk="0" hangingPunct="1">
              <a:lnSpc>
                <a:spcPct val="89000"/>
              </a:lnSpc>
              <a:spcBef>
                <a:spcPts val="500"/>
              </a:spcBef>
              <a:buNone/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21" name="slide_title">
            <a:extLst>
              <a:ext uri="{FF2B5EF4-FFF2-40B4-BE49-F238E27FC236}">
                <a16:creationId xmlns:a16="http://schemas.microsoft.com/office/drawing/2014/main" id="{37C7D613-AF63-4D59-A3E7-00A3988669EF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399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3910330" y="1295400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7561580" y="1295400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2" hasCustomPrompt="1"/>
          </p:nvPr>
        </p:nvSpPr>
        <p:spPr>
          <a:xfrm>
            <a:off x="259080" y="3444240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half" idx="4" hasCustomPrompt="1"/>
          </p:nvPr>
        </p:nvSpPr>
        <p:spPr>
          <a:xfrm>
            <a:off x="3910330" y="3444240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half" idx="6" hasCustomPrompt="1"/>
          </p:nvPr>
        </p:nvSpPr>
        <p:spPr>
          <a:xfrm>
            <a:off x="7561580" y="3444240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6" name="Rectangle7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855642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 userDrawn="1">
          <p15:clr>
            <a:srgbClr val="FBAE40"/>
          </p15:clr>
        </p15:guide>
        <p15:guide id="1" pos="6736" userDrawn="1">
          <p15:clr>
            <a:srgbClr val="FBAE40"/>
          </p15:clr>
        </p15:guide>
        <p15:guide id="5" pos="2134" userDrawn="1">
          <p15:clr>
            <a:srgbClr val="FBAE40"/>
          </p15:clr>
        </p15:guide>
        <p15:guide id="6" pos="2463" userDrawn="1">
          <p15:clr>
            <a:srgbClr val="FBAE40"/>
          </p15:clr>
        </p15:guide>
        <p15:guide id="7" pos="4434" userDrawn="1">
          <p15:clr>
            <a:srgbClr val="FBAE40"/>
          </p15:clr>
        </p15:guide>
        <p15:guide id="8" pos="4763" userDrawn="1">
          <p15:clr>
            <a:srgbClr val="FBAE40"/>
          </p15:clr>
        </p15:guide>
        <p15:guide id="10" orient="horz" pos="163" userDrawn="1">
          <p15:clr>
            <a:srgbClr val="FBAE40"/>
          </p15:clr>
        </p15:guide>
        <p15:guide id="11" orient="horz" pos="408" userDrawn="1">
          <p15:clr>
            <a:srgbClr val="FBAE40"/>
          </p15:clr>
        </p15:guide>
        <p15:guide id="15" orient="horz" pos="2087" userDrawn="1">
          <p15:clr>
            <a:srgbClr val="FBAE40"/>
          </p15:clr>
        </p15:guide>
        <p15:guide id="18" orient="horz" pos="816" userDrawn="1">
          <p15:clr>
            <a:srgbClr val="FBAE40"/>
          </p15:clr>
        </p15:guide>
        <p15:guide id="19" orient="horz" pos="2088" userDrawn="1">
          <p15:clr>
            <a:srgbClr val="FBAE40"/>
          </p15:clr>
        </p15:guide>
        <p15:guide id="20" orient="horz" pos="2169" userDrawn="1">
          <p15:clr>
            <a:srgbClr val="FBAE40"/>
          </p15:clr>
        </p15:guide>
        <p15:guide id="21" orient="horz" pos="3441" userDrawn="1">
          <p15:clr>
            <a:srgbClr val="FBAE40"/>
          </p15:clr>
        </p15:guide>
        <p15:guide id="27" orient="horz" pos="652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x 2 content ligh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_titleonly">
            <a:extLst>
              <a:ext uri="{FF2B5EF4-FFF2-40B4-BE49-F238E27FC236}">
                <a16:creationId xmlns:a16="http://schemas.microsoft.com/office/drawing/2014/main" id="{F3D71E1B-DBA6-809E-FDB6-D0134DEB0E3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 algn="l" defTabSz="914333" rtl="0" eaLnBrk="1" latinLnBrk="0" hangingPunct="1">
              <a:lnSpc>
                <a:spcPct val="89000"/>
              </a:lnSpc>
              <a:spcBef>
                <a:spcPts val="500"/>
              </a:spcBef>
              <a:buNone/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21" name="slide_title">
            <a:extLst>
              <a:ext uri="{FF2B5EF4-FFF2-40B4-BE49-F238E27FC236}">
                <a16:creationId xmlns:a16="http://schemas.microsoft.com/office/drawing/2014/main" id="{37C7D613-AF63-4D59-A3E7-00A3988669EF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399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3910330" y="1295400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7561580" y="1295400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2" hasCustomPrompt="1"/>
          </p:nvPr>
        </p:nvSpPr>
        <p:spPr>
          <a:xfrm>
            <a:off x="259080" y="3444240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half" idx="4" hasCustomPrompt="1"/>
          </p:nvPr>
        </p:nvSpPr>
        <p:spPr>
          <a:xfrm>
            <a:off x="3910330" y="3444240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half" idx="6" hasCustomPrompt="1"/>
          </p:nvPr>
        </p:nvSpPr>
        <p:spPr>
          <a:xfrm>
            <a:off x="7561580" y="3444240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6" name="Rectangle7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8257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 userDrawn="1">
          <p15:clr>
            <a:srgbClr val="FBAE40"/>
          </p15:clr>
        </p15:guide>
        <p15:guide id="1" pos="6736" userDrawn="1">
          <p15:clr>
            <a:srgbClr val="FBAE40"/>
          </p15:clr>
        </p15:guide>
        <p15:guide id="5" pos="2134" userDrawn="1">
          <p15:clr>
            <a:srgbClr val="FBAE40"/>
          </p15:clr>
        </p15:guide>
        <p15:guide id="6" pos="2463" userDrawn="1">
          <p15:clr>
            <a:srgbClr val="FBAE40"/>
          </p15:clr>
        </p15:guide>
        <p15:guide id="7" pos="4434" userDrawn="1">
          <p15:clr>
            <a:srgbClr val="FBAE40"/>
          </p15:clr>
        </p15:guide>
        <p15:guide id="8" pos="4763" userDrawn="1">
          <p15:clr>
            <a:srgbClr val="FBAE40"/>
          </p15:clr>
        </p15:guide>
        <p15:guide id="10" orient="horz" pos="163" userDrawn="1">
          <p15:clr>
            <a:srgbClr val="FBAE40"/>
          </p15:clr>
        </p15:guide>
        <p15:guide id="11" orient="horz" pos="408" userDrawn="1">
          <p15:clr>
            <a:srgbClr val="FBAE40"/>
          </p15:clr>
        </p15:guide>
        <p15:guide id="15" orient="horz" pos="2087" userDrawn="1">
          <p15:clr>
            <a:srgbClr val="FBAE40"/>
          </p15:clr>
        </p15:guide>
        <p15:guide id="18" orient="horz" pos="816" userDrawn="1">
          <p15:clr>
            <a:srgbClr val="FBAE40"/>
          </p15:clr>
        </p15:guide>
        <p15:guide id="19" orient="horz" pos="2088" userDrawn="1">
          <p15:clr>
            <a:srgbClr val="FBAE40"/>
          </p15:clr>
        </p15:guide>
        <p15:guide id="20" orient="horz" pos="2169" userDrawn="1">
          <p15:clr>
            <a:srgbClr val="FBAE40"/>
          </p15:clr>
        </p15:guide>
        <p15:guide id="21" orient="horz" pos="3441" userDrawn="1">
          <p15:clr>
            <a:srgbClr val="FBAE40"/>
          </p15:clr>
        </p15:guide>
        <p15:guide id="27" orient="horz" pos="652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x 2 content dark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Picture2">
            <a:extLst>
              <a:ext uri="{FF2B5EF4-FFF2-40B4-BE49-F238E27FC236}">
                <a16:creationId xmlns:a16="http://schemas.microsoft.com/office/drawing/2014/main" id="{65CB7899-BD7D-F20D-A74C-931A3B68CABA}"/>
              </a:ext>
            </a:extLst>
          </p:cNvPr>
          <p:cNvSpPr/>
          <p:nvPr userDrawn="1"/>
        </p:nvSpPr>
        <p:spPr>
          <a:xfrm rot="10800000">
            <a:off x="0" y="5252612"/>
            <a:ext cx="10969626" cy="918001"/>
          </a:xfrm>
          <a:custGeom>
            <a:avLst/>
            <a:gdLst/>
            <a:ahLst/>
            <a:cxnLst/>
            <a:rect l="0" t="0" r="0" b="0"/>
            <a:pathLst>
              <a:path w="10969626" h="918001">
                <a:moveTo>
                  <a:pt x="0" y="0"/>
                </a:moveTo>
                <a:lnTo>
                  <a:pt x="10969625" y="0"/>
                </a:lnTo>
                <a:lnTo>
                  <a:pt x="10969625" y="349200"/>
                </a:lnTo>
                <a:lnTo>
                  <a:pt x="0" y="91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F3EC7E27-8B63-8F3F-5011-7C4E91B996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12" name="Footer">
            <a:extLst>
              <a:ext uri="{FF2B5EF4-FFF2-40B4-BE49-F238E27FC236}">
                <a16:creationId xmlns:a16="http://schemas.microsoft.com/office/drawing/2014/main" id="{7CC9E950-335A-16D5-8726-BCB98FCB8AE4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kern="0" baseline="0" noProof="1">
                <a:solidFill>
                  <a:srgbClr val="A3BAC8"/>
                </a:solidFill>
                <a:latin typeface="+mn-lt"/>
              </a:rPr>
              <a:t>DC-AT/ESP1 | 13/06/2024 | © Bosch Rexroth AG 2024. All rights reserved, also regarding any disposal, exploitation, reproduction, editing, distribution, as well as in the event of applications for industrial property rights.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lang="en-US" sz="600" kern="0" baseline="0" noProof="1">
              <a:solidFill>
                <a:schemeClr val="accent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2" name="Chapter_titleonly">
            <a:extLst>
              <a:ext uri="{FF2B5EF4-FFF2-40B4-BE49-F238E27FC236}">
                <a16:creationId xmlns:a16="http://schemas.microsoft.com/office/drawing/2014/main" id="{B0C8B8C5-F767-0B03-C680-4DF16170D06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 algn="l" defTabSz="914333" rtl="0" eaLnBrk="1" latinLnBrk="0" hangingPunct="1">
              <a:lnSpc>
                <a:spcPct val="89000"/>
              </a:lnSpc>
              <a:spcBef>
                <a:spcPts val="500"/>
              </a:spcBef>
              <a:buNone/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24" name="slide_title">
            <a:extLst>
              <a:ext uri="{FF2B5EF4-FFF2-40B4-BE49-F238E27FC236}">
                <a16:creationId xmlns:a16="http://schemas.microsoft.com/office/drawing/2014/main" id="{311701A3-045D-4465-A625-85AD8C2B322E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399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2904490" y="129540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5549900" y="1295399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half" idx="7" hasCustomPrompt="1"/>
          </p:nvPr>
        </p:nvSpPr>
        <p:spPr>
          <a:xfrm>
            <a:off x="8195310" y="129540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half" idx="2" hasCustomPrompt="1"/>
          </p:nvPr>
        </p:nvSpPr>
        <p:spPr>
          <a:xfrm>
            <a:off x="259080" y="344424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half" idx="4" hasCustomPrompt="1"/>
          </p:nvPr>
        </p:nvSpPr>
        <p:spPr>
          <a:xfrm>
            <a:off x="2904490" y="344424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5549900" y="344424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half" idx="8" hasCustomPrompt="1"/>
          </p:nvPr>
        </p:nvSpPr>
        <p:spPr>
          <a:xfrm>
            <a:off x="8195310" y="344424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21" name="Rectangle7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55418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2" userDrawn="1">
          <p15:clr>
            <a:srgbClr val="FBAE40"/>
          </p15:clr>
        </p15:guide>
        <p15:guide id="1" pos="6744" userDrawn="1">
          <p15:clr>
            <a:srgbClr val="FBAE40"/>
          </p15:clr>
        </p15:guide>
        <p15:guide id="5" pos="1748" userDrawn="1">
          <p15:clr>
            <a:srgbClr val="FBAE40"/>
          </p15:clr>
        </p15:guide>
        <p15:guide id="6" pos="1829" userDrawn="1">
          <p15:clr>
            <a:srgbClr val="FBAE40"/>
          </p15:clr>
        </p15:guide>
        <p15:guide id="7" pos="3414" userDrawn="1">
          <p15:clr>
            <a:srgbClr val="FBAE40"/>
          </p15:clr>
        </p15:guide>
        <p15:guide id="8" pos="5162" userDrawn="1">
          <p15:clr>
            <a:srgbClr val="FBAE40"/>
          </p15:clr>
        </p15:guide>
        <p15:guide id="10" orient="horz" pos="162" userDrawn="1">
          <p15:clr>
            <a:srgbClr val="FBAE40"/>
          </p15:clr>
        </p15:guide>
        <p15:guide id="11" orient="horz" pos="408" userDrawn="1">
          <p15:clr>
            <a:srgbClr val="FBAE40"/>
          </p15:clr>
        </p15:guide>
        <p15:guide id="14" orient="horz" pos="813" userDrawn="1">
          <p15:clr>
            <a:srgbClr val="FBAE40"/>
          </p15:clr>
        </p15:guide>
        <p15:guide id="16" pos="3496" userDrawn="1">
          <p15:clr>
            <a:srgbClr val="FBAE40"/>
          </p15:clr>
        </p15:guide>
        <p15:guide id="17" pos="5080" userDrawn="1">
          <p15:clr>
            <a:srgbClr val="FBAE40"/>
          </p15:clr>
        </p15:guide>
        <p15:guide id="24" orient="horz" pos="2169" userDrawn="1">
          <p15:clr>
            <a:srgbClr val="FBAE40"/>
          </p15:clr>
        </p15:guide>
        <p15:guide id="25" orient="horz" pos="3441" userDrawn="1">
          <p15:clr>
            <a:srgbClr val="FBAE40"/>
          </p15:clr>
        </p15:guide>
        <p15:guide id="31" orient="horz" pos="652" userDrawn="1">
          <p15:clr>
            <a:srgbClr val="FBAE40"/>
          </p15:clr>
        </p15:guide>
        <p15:guide id="32" orient="horz" pos="2086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x 2 content ligh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_titleonly">
            <a:extLst>
              <a:ext uri="{FF2B5EF4-FFF2-40B4-BE49-F238E27FC236}">
                <a16:creationId xmlns:a16="http://schemas.microsoft.com/office/drawing/2014/main" id="{B0C8B8C5-F767-0B03-C680-4DF16170D06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spcBef>
                <a:spcPts val="500"/>
              </a:spcBef>
              <a:buNone/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24" name="slide_title">
            <a:extLst>
              <a:ext uri="{FF2B5EF4-FFF2-40B4-BE49-F238E27FC236}">
                <a16:creationId xmlns:a16="http://schemas.microsoft.com/office/drawing/2014/main" id="{311701A3-045D-4465-A625-85AD8C2B322E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399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2904490" y="129540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5549900" y="1295399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half" idx="7" hasCustomPrompt="1"/>
          </p:nvPr>
        </p:nvSpPr>
        <p:spPr>
          <a:xfrm>
            <a:off x="8195310" y="129540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half" idx="2" hasCustomPrompt="1"/>
          </p:nvPr>
        </p:nvSpPr>
        <p:spPr>
          <a:xfrm>
            <a:off x="259080" y="344424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half" idx="4" hasCustomPrompt="1"/>
          </p:nvPr>
        </p:nvSpPr>
        <p:spPr>
          <a:xfrm>
            <a:off x="2904490" y="344424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5549900" y="344424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half" idx="8" hasCustomPrompt="1"/>
          </p:nvPr>
        </p:nvSpPr>
        <p:spPr>
          <a:xfrm>
            <a:off x="8195310" y="344424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21" name="Rectangle7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7142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2" userDrawn="1">
          <p15:clr>
            <a:srgbClr val="FBAE40"/>
          </p15:clr>
        </p15:guide>
        <p15:guide id="1" pos="6744" userDrawn="1">
          <p15:clr>
            <a:srgbClr val="FBAE40"/>
          </p15:clr>
        </p15:guide>
        <p15:guide id="5" pos="1748" userDrawn="1">
          <p15:clr>
            <a:srgbClr val="FBAE40"/>
          </p15:clr>
        </p15:guide>
        <p15:guide id="6" pos="1829" userDrawn="1">
          <p15:clr>
            <a:srgbClr val="FBAE40"/>
          </p15:clr>
        </p15:guide>
        <p15:guide id="7" pos="3414" userDrawn="1">
          <p15:clr>
            <a:srgbClr val="FBAE40"/>
          </p15:clr>
        </p15:guide>
        <p15:guide id="8" pos="5162" userDrawn="1">
          <p15:clr>
            <a:srgbClr val="FBAE40"/>
          </p15:clr>
        </p15:guide>
        <p15:guide id="10" orient="horz" pos="162" userDrawn="1">
          <p15:clr>
            <a:srgbClr val="FBAE40"/>
          </p15:clr>
        </p15:guide>
        <p15:guide id="11" orient="horz" pos="408" userDrawn="1">
          <p15:clr>
            <a:srgbClr val="FBAE40"/>
          </p15:clr>
        </p15:guide>
        <p15:guide id="14" orient="horz" pos="813" userDrawn="1">
          <p15:clr>
            <a:srgbClr val="FBAE40"/>
          </p15:clr>
        </p15:guide>
        <p15:guide id="16" pos="3496" userDrawn="1">
          <p15:clr>
            <a:srgbClr val="FBAE40"/>
          </p15:clr>
        </p15:guide>
        <p15:guide id="17" pos="5080" userDrawn="1">
          <p15:clr>
            <a:srgbClr val="FBAE40"/>
          </p15:clr>
        </p15:guide>
        <p15:guide id="24" orient="horz" pos="2169" userDrawn="1">
          <p15:clr>
            <a:srgbClr val="FBAE40"/>
          </p15:clr>
        </p15:guide>
        <p15:guide id="25" orient="horz" pos="3441" userDrawn="1">
          <p15:clr>
            <a:srgbClr val="FBAE40"/>
          </p15:clr>
        </p15:guide>
        <p15:guide id="31" orient="horz" pos="652" userDrawn="1">
          <p15:clr>
            <a:srgbClr val="FBAE40"/>
          </p15:clr>
        </p15:guide>
        <p15:guide id="32" orient="horz" pos="208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7" hidden="1">
            <a:extLst>
              <a:ext uri="{FF2B5EF4-FFF2-40B4-BE49-F238E27FC236}">
                <a16:creationId xmlns:a16="http://schemas.microsoft.com/office/drawing/2014/main" id="{B5DDFCCF-CB5E-2AE4-A2CB-FD03DDD39D1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%attachmentremark%</a:t>
            </a:r>
          </a:p>
        </p:txBody>
      </p:sp>
      <p:sp>
        <p:nvSpPr>
          <p:cNvPr id="9" name="Footer" hidden="1">
            <a:extLst>
              <a:ext uri="{FF2B5EF4-FFF2-40B4-BE49-F238E27FC236}">
                <a16:creationId xmlns:a16="http://schemas.microsoft.com/office/drawing/2014/main" id="{49B7D0DB-D891-4F39-A1EB-81FDAB75CF1C}"/>
              </a:ext>
            </a:extLst>
          </p:cNvPr>
          <p:cNvSpPr txBox="1"/>
          <p:nvPr userDrawn="1"/>
        </p:nvSpPr>
        <p:spPr>
          <a:xfrm>
            <a:off x="833447" y="5351272"/>
            <a:ext cx="915289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%confidentiality%</a:t>
            </a:r>
            <a:r>
              <a:rPr lang="en-US" sz="600" kern="0" baseline="0" noProof="1">
                <a:solidFill>
                  <a:srgbClr val="A3BAC8"/>
                </a:solidFill>
                <a:latin typeface="+mn-lt"/>
              </a:rPr>
              <a:t>%businessunit%%departmentshort%%dateformat%%repositoryremark%%copyright%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lang="en-US" sz="600" kern="0" baseline="0" noProof="1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080" y="648000"/>
            <a:ext cx="10452100" cy="38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Add 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081" y="1296000"/>
            <a:ext cx="10451783" cy="41675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  <a:p>
            <a:pPr lvl="5"/>
            <a:r>
              <a:rPr lang="en-US" noProof="1"/>
              <a:t>Sixth level</a:t>
            </a:r>
          </a:p>
          <a:p>
            <a:pPr lvl="6"/>
            <a:r>
              <a:rPr lang="en-US" noProof="1"/>
              <a:t>Seventh level</a:t>
            </a:r>
          </a:p>
          <a:p>
            <a:pPr lvl="7"/>
            <a:r>
              <a:rPr lang="en-US" noProof="1"/>
              <a:t>Eighth level</a:t>
            </a:r>
          </a:p>
          <a:p>
            <a:pPr lvl="8"/>
            <a:r>
              <a:rPr lang="en-US" noProof="1"/>
              <a:t>Ninth level</a:t>
            </a:r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EA78BAC4-FC81-4715-BED8-605625FA39A4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kern="0" baseline="0" noProof="1">
                <a:solidFill>
                  <a:srgbClr val="A3BAC8"/>
                </a:solidFill>
                <a:latin typeface="+mn-lt"/>
              </a:rPr>
              <a:t>DC-AT/ESP1 | 13/06/2024 | © Bosch Rexroth AG 2024. All rights reserved, also regarding any disposal, exploitation, reproduction, editing, distribution, as well as in the event of applications for industrial property rights.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lang="en-US" sz="600" kern="0" baseline="0" noProof="1">
              <a:solidFill>
                <a:schemeClr val="accent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F1A5E6DA-07DF-450E-B436-800FB8769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66699" y="5923476"/>
            <a:ext cx="333801" cy="247137"/>
          </a:xfrm>
          <a:prstGeom prst="rect">
            <a:avLst/>
          </a:prstGeom>
        </p:spPr>
        <p:txBody>
          <a:bodyPr wrap="none" lIns="0" tIns="0" rIns="0" bIns="0"/>
          <a:lstStyle>
            <a:lvl1pPr>
              <a:defRPr sz="1000" b="1" kern="0" baseline="0">
                <a:solidFill>
                  <a:schemeClr val="accent3"/>
                </a:solidFill>
                <a:latin typeface="+mj-lt"/>
              </a:defRPr>
            </a:lvl1pPr>
          </a:lstStyle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CB9C1E17-1D5C-EA2F-6D84-A9E6F1934A2D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038" y="5592014"/>
            <a:ext cx="1009142" cy="405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55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10" r:id="rId2"/>
    <p:sldLayoutId id="2147483742" r:id="rId3"/>
    <p:sldLayoutId id="2147483749" r:id="rId4"/>
    <p:sldLayoutId id="2147483746" r:id="rId5"/>
    <p:sldLayoutId id="2147483750" r:id="rId6"/>
    <p:sldLayoutId id="2147483727" r:id="rId7"/>
    <p:sldLayoutId id="2147483751" r:id="rId8"/>
    <p:sldLayoutId id="2147483744" r:id="rId9"/>
    <p:sldLayoutId id="2147483752" r:id="rId10"/>
    <p:sldLayoutId id="2147483724" r:id="rId11"/>
    <p:sldLayoutId id="2147483757" r:id="rId12"/>
    <p:sldLayoutId id="2147483723" r:id="rId13"/>
    <p:sldLayoutId id="2147483758" r:id="rId14"/>
    <p:sldLayoutId id="2147483734" r:id="rId15"/>
    <p:sldLayoutId id="2147483759" r:id="rId16"/>
    <p:sldLayoutId id="2147483760" r:id="rId17"/>
    <p:sldLayoutId id="2147483763" r:id="rId18"/>
    <p:sldLayoutId id="2147483713" r:id="rId19"/>
    <p:sldLayoutId id="2147483721" r:id="rId20"/>
    <p:sldLayoutId id="2147483764" r:id="rId21"/>
    <p:sldLayoutId id="2147483761" r:id="rId22"/>
    <p:sldLayoutId id="2147483753" r:id="rId23"/>
    <p:sldLayoutId id="2147483726" r:id="rId24"/>
    <p:sldLayoutId id="2147483754" r:id="rId25"/>
    <p:sldLayoutId id="2147483728" r:id="rId26"/>
    <p:sldLayoutId id="2147483755" r:id="rId27"/>
    <p:sldLayoutId id="2147483729" r:id="rId28"/>
    <p:sldLayoutId id="2147483756" r:id="rId29"/>
    <p:sldLayoutId id="2147483745" r:id="rId30"/>
  </p:sldLayoutIdLst>
  <p:hf hdr="0" ftr="0" dt="0"/>
  <p:txStyles>
    <p:titleStyle>
      <a:lvl1pPr algn="l" defTabSz="914333" rtl="0" eaLnBrk="1" latinLnBrk="0" hangingPunct="1">
        <a:lnSpc>
          <a:spcPct val="89000"/>
        </a:lnSpc>
        <a:spcBef>
          <a:spcPct val="0"/>
        </a:spcBef>
        <a:buNone/>
        <a:defRPr sz="2400" b="1" kern="1200" baseline="0">
          <a:solidFill>
            <a:srgbClr val="00B9E5"/>
          </a:solidFill>
          <a:latin typeface="+mj-lt"/>
          <a:ea typeface="+mj-ea"/>
          <a:cs typeface="+mj-cs"/>
        </a:defRPr>
      </a:lvl1pPr>
    </p:titleStyle>
    <p:bodyStyle>
      <a:lvl1pPr marL="251982" indent="-251982" algn="l" defTabSz="914333" rtl="0" eaLnBrk="1" latinLnBrk="0" hangingPunct="1">
        <a:lnSpc>
          <a:spcPct val="107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7563" indent="-273580" algn="l" defTabSz="914333" rtl="0" eaLnBrk="1" latinLnBrk="0" hangingPunct="1">
        <a:lnSpc>
          <a:spcPct val="103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0746" indent="-205185" algn="l" defTabSz="914333" rtl="0" eaLnBrk="1" latinLnBrk="0" hangingPunct="1">
        <a:lnSpc>
          <a:spcPct val="102000"/>
        </a:lnSpc>
        <a:spcBef>
          <a:spcPts val="500"/>
        </a:spcBef>
        <a:buFont typeface="Bosch Office Sans" pitchFamily="2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55" userDrawn="1">
          <p15:clr>
            <a:srgbClr val="F26B43"/>
          </p15:clr>
        </p15:guide>
        <p15:guide id="2" orient="horz" pos="194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microsoft.com/office/2018/10/relationships/comments" Target="../comments/modernComment_11F_27395B8E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EE295-3DCB-8FAF-E148-73FBC133A2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000" y="905775"/>
            <a:ext cx="10346100" cy="476178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de-DE" sz="3100" dirty="0">
                <a:solidFill>
                  <a:schemeClr val="accent2"/>
                </a:solidFill>
              </a:rPr>
              <a:t>Visual Components</a:t>
            </a:r>
            <a:br>
              <a:rPr lang="de-DE" sz="7200" dirty="0">
                <a:solidFill>
                  <a:schemeClr val="accent2"/>
                </a:solidFill>
              </a:rPr>
            </a:br>
            <a:r>
              <a:rPr lang="de-DE" sz="7200" dirty="0">
                <a:solidFill>
                  <a:schemeClr val="accent2"/>
                </a:solidFill>
              </a:rPr>
              <a:t>Library Development</a:t>
            </a:r>
            <a:br>
              <a:rPr lang="de-DE" sz="7200" dirty="0"/>
            </a:br>
            <a:r>
              <a:rPr lang="de-DE" sz="4400" dirty="0">
                <a:solidFill>
                  <a:srgbClr val="002060"/>
                </a:solidFill>
              </a:rPr>
              <a:t>Transfer System 1 (TS1 &amp; TS1 Evo)</a:t>
            </a:r>
            <a:br>
              <a:rPr lang="de-DE" sz="4400" dirty="0">
                <a:solidFill>
                  <a:srgbClr val="002060"/>
                </a:solidFill>
              </a:rPr>
            </a:br>
            <a:br>
              <a:rPr lang="de-DE" sz="4800" dirty="0">
                <a:solidFill>
                  <a:srgbClr val="00B0F0"/>
                </a:solidFill>
              </a:rPr>
            </a:br>
            <a:r>
              <a:rPr lang="de-DE" sz="2800" dirty="0">
                <a:solidFill>
                  <a:schemeClr val="accent2"/>
                </a:solidFill>
              </a:rPr>
              <a:t>21.10.2024</a:t>
            </a:r>
            <a:endParaRPr lang="de-DE" sz="7200" dirty="0">
              <a:solidFill>
                <a:schemeClr val="accent2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95783D-55A2-41B9-1BE9-DEF6B0ED9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67974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F079F6-FACD-187A-DBB2-598C95540D8A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de-DE" sz="2400" dirty="0">
                <a:solidFill>
                  <a:schemeClr val="accent2"/>
                </a:solidFill>
              </a:rPr>
              <a:t>TS1 Library Development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A44B99-60AF-0A37-DAF5-CAEAD491E5CF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dirty="0"/>
              <a:t>Current Progress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7FEAB-17F3-2199-C2FC-708E38166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</a:t>
            </a:fld>
            <a:endParaRPr lang="en-US" noProof="1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36AD213-5DCD-17CE-C55F-8137DB3F47A8}"/>
              </a:ext>
            </a:extLst>
          </p:cNvPr>
          <p:cNvSpPr/>
          <p:nvPr/>
        </p:nvSpPr>
        <p:spPr>
          <a:xfrm>
            <a:off x="724690" y="2337774"/>
            <a:ext cx="1767840" cy="360000"/>
          </a:xfrm>
          <a:prstGeom prst="roundRect">
            <a:avLst/>
          </a:prstGeom>
          <a:noFill/>
          <a:ln w="9525" cap="flat" cmpd="sng" algn="ctr">
            <a:solidFill>
              <a:srgbClr val="002B49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i="1" kern="0" dirty="0">
                <a:latin typeface="Bosch Office Sans"/>
              </a:rPr>
              <a:t>Specifications</a:t>
            </a:r>
            <a:endParaRPr kumimoji="0" lang="en-US" sz="1800" b="0" i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E8394D2-563C-29F2-5C82-B6B04670D8B8}"/>
              </a:ext>
            </a:extLst>
          </p:cNvPr>
          <p:cNvSpPr/>
          <p:nvPr/>
        </p:nvSpPr>
        <p:spPr>
          <a:xfrm>
            <a:off x="715599" y="2942374"/>
            <a:ext cx="1767840" cy="360000"/>
          </a:xfrm>
          <a:prstGeom prst="roundRect">
            <a:avLst/>
          </a:prstGeom>
          <a:noFill/>
          <a:ln w="12700" cap="flat" cmpd="sng" algn="ctr">
            <a:solidFill>
              <a:srgbClr val="002B49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1" i="1" kern="0" dirty="0">
                <a:solidFill>
                  <a:srgbClr val="000000"/>
                </a:solidFill>
                <a:latin typeface="Bosch Office Sans"/>
              </a:rPr>
              <a:t>Modelling</a:t>
            </a:r>
            <a:endParaRPr kumimoji="0" lang="en-US" sz="18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0F5FB67-1136-275E-F841-C51EE17EA110}"/>
              </a:ext>
            </a:extLst>
          </p:cNvPr>
          <p:cNvSpPr/>
          <p:nvPr/>
        </p:nvSpPr>
        <p:spPr>
          <a:xfrm>
            <a:off x="701058" y="3546817"/>
            <a:ext cx="1767840" cy="360000"/>
          </a:xfrm>
          <a:prstGeom prst="roundRect">
            <a:avLst/>
          </a:prstGeom>
          <a:noFill/>
          <a:ln w="9525" cap="flat" cmpd="sng" algn="ctr">
            <a:solidFill>
              <a:srgbClr val="002B49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i="1" kern="0" dirty="0">
                <a:solidFill>
                  <a:schemeClr val="bg2">
                    <a:lumMod val="60000"/>
                    <a:lumOff val="40000"/>
                  </a:schemeClr>
                </a:solidFill>
                <a:latin typeface="Bosch Office Sans"/>
              </a:rPr>
              <a:t>Testing</a:t>
            </a:r>
            <a:endParaRPr kumimoji="0" lang="en-US" sz="1800" b="0" i="1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8593664-A84B-700E-3998-495AAA7A908C}"/>
              </a:ext>
            </a:extLst>
          </p:cNvPr>
          <p:cNvSpPr/>
          <p:nvPr/>
        </p:nvSpPr>
        <p:spPr>
          <a:xfrm>
            <a:off x="713128" y="4146868"/>
            <a:ext cx="1767840" cy="360000"/>
          </a:xfrm>
          <a:prstGeom prst="roundRect">
            <a:avLst/>
          </a:prstGeom>
          <a:noFill/>
          <a:ln w="9525" cap="flat" cmpd="sng" algn="ctr">
            <a:solidFill>
              <a:srgbClr val="002B49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i="1" kern="0" dirty="0">
                <a:solidFill>
                  <a:schemeClr val="bg2">
                    <a:lumMod val="60000"/>
                    <a:lumOff val="40000"/>
                  </a:schemeClr>
                </a:solidFill>
                <a:latin typeface="Bosch Office Sans"/>
              </a:rPr>
              <a:t>Release</a:t>
            </a:r>
            <a:endParaRPr kumimoji="0" lang="en-US" sz="1800" b="0" i="1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2D92EE-2E19-D053-C56E-526AD39A6A6A}"/>
              </a:ext>
            </a:extLst>
          </p:cNvPr>
          <p:cNvSpPr txBox="1"/>
          <p:nvPr/>
        </p:nvSpPr>
        <p:spPr>
          <a:xfrm>
            <a:off x="3540557" y="1183719"/>
            <a:ext cx="2654841" cy="3470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sz="1600" b="0" i="0" u="none" strike="noStrike" baseline="0" dirty="0">
                <a:solidFill>
                  <a:srgbClr val="00B050"/>
                </a:solidFill>
              </a:rPr>
              <a:t> Section ST1</a:t>
            </a:r>
          </a:p>
          <a:p>
            <a:pPr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sz="1600" b="0" i="0" u="none" strike="noStrike" baseline="0" dirty="0">
                <a:solidFill>
                  <a:srgbClr val="00B050"/>
                </a:solidFill>
              </a:rPr>
              <a:t> Drive AS1</a:t>
            </a:r>
          </a:p>
          <a:p>
            <a:pPr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sz="1600" b="0" i="0" u="none" strike="noStrike" baseline="0" dirty="0">
                <a:solidFill>
                  <a:srgbClr val="00B050"/>
                </a:solidFill>
              </a:rPr>
              <a:t> Return Unit UM1</a:t>
            </a:r>
          </a:p>
          <a:p>
            <a:pPr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sz="1600" b="0" i="0" u="none" strike="noStrike" baseline="0" dirty="0">
                <a:solidFill>
                  <a:srgbClr val="00B050"/>
                </a:solidFill>
              </a:rPr>
              <a:t> Workpiece Unit</a:t>
            </a:r>
          </a:p>
          <a:p>
            <a:pPr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sz="1600" b="0" i="0" u="none" strike="noStrike" baseline="0" dirty="0">
                <a:solidFill>
                  <a:srgbClr val="00B050"/>
                </a:solidFill>
              </a:rPr>
              <a:t> Leg Sets</a:t>
            </a:r>
          </a:p>
          <a:p>
            <a:pPr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sz="1600" b="0" i="0" u="none" strike="noStrike" baseline="0" dirty="0">
                <a:solidFill>
                  <a:srgbClr val="00B050"/>
                </a:solidFill>
              </a:rPr>
              <a:t> Lift Position Unit</a:t>
            </a:r>
          </a:p>
          <a:p>
            <a:pPr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sz="1600" b="0" i="0" u="none" strike="noStrike" baseline="0" dirty="0">
                <a:solidFill>
                  <a:srgbClr val="00B050"/>
                </a:solidFill>
              </a:rPr>
              <a:t>Position Unit</a:t>
            </a:r>
          </a:p>
          <a:p>
            <a:pPr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sz="1600" b="0" i="0" u="none" strike="noStrike" baseline="0" dirty="0">
                <a:solidFill>
                  <a:srgbClr val="00B050"/>
                </a:solidFill>
              </a:rPr>
              <a:t> Conveyor Unit</a:t>
            </a:r>
          </a:p>
          <a:p>
            <a:pPr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sz="1600" b="0" i="0" u="none" strike="noStrike" baseline="0" dirty="0">
                <a:solidFill>
                  <a:srgbClr val="00B050"/>
                </a:solidFill>
              </a:rPr>
              <a:t>Transverse Conveyor </a:t>
            </a:r>
          </a:p>
          <a:p>
            <a:pPr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sz="1600" b="0" i="0" u="none" strike="noStrike" baseline="0" dirty="0">
                <a:solidFill>
                  <a:srgbClr val="00B050"/>
                </a:solidFill>
              </a:rPr>
              <a:t>Stop Gates</a:t>
            </a:r>
          </a:p>
          <a:p>
            <a:pPr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sz="1600" b="0" i="0" u="none" strike="noStrike" baseline="0" dirty="0">
                <a:solidFill>
                  <a:srgbClr val="00B050"/>
                </a:solidFill>
              </a:rPr>
              <a:t>Curves</a:t>
            </a:r>
          </a:p>
          <a:p>
            <a:pPr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00B050"/>
                </a:solidFill>
              </a:rPr>
              <a:t>Belt Section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5AA85AB-83E4-355C-6270-955A7F48FFEE}"/>
              </a:ext>
            </a:extLst>
          </p:cNvPr>
          <p:cNvSpPr/>
          <p:nvPr/>
        </p:nvSpPr>
        <p:spPr>
          <a:xfrm>
            <a:off x="3484992" y="1141231"/>
            <a:ext cx="2599625" cy="3492470"/>
          </a:xfrm>
          <a:prstGeom prst="rect">
            <a:avLst/>
          </a:prstGeom>
          <a:noFill/>
          <a:ln w="12700" cap="flat" cmpd="sng" algn="ctr">
            <a:solidFill>
              <a:srgbClr val="002B49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CD71869-BC10-C0D9-1075-DF19E57ACE51}"/>
              </a:ext>
            </a:extLst>
          </p:cNvPr>
          <p:cNvSpPr/>
          <p:nvPr/>
        </p:nvSpPr>
        <p:spPr>
          <a:xfrm>
            <a:off x="715599" y="1737723"/>
            <a:ext cx="1767840" cy="360000"/>
          </a:xfrm>
          <a:prstGeom prst="roundRect">
            <a:avLst/>
          </a:prstGeom>
          <a:noFill/>
          <a:ln w="9525" cap="flat" cmpd="sng" algn="ctr">
            <a:solidFill>
              <a:srgbClr val="002B49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Planning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36DC25-1742-13E5-FA10-97716CF5C72E}"/>
              </a:ext>
            </a:extLst>
          </p:cNvPr>
          <p:cNvSpPr txBox="1"/>
          <p:nvPr/>
        </p:nvSpPr>
        <p:spPr>
          <a:xfrm>
            <a:off x="6469404" y="2093277"/>
            <a:ext cx="15784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Workpiece Unit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873EA86B-37DE-009D-F57A-DDEF01181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1189" y="868131"/>
            <a:ext cx="1319925" cy="120463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843B23EC-2526-571D-F328-8170FAF89230}"/>
              </a:ext>
            </a:extLst>
          </p:cNvPr>
          <p:cNvSpPr txBox="1"/>
          <p:nvPr/>
        </p:nvSpPr>
        <p:spPr>
          <a:xfrm>
            <a:off x="9505149" y="2067087"/>
            <a:ext cx="14644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Drive AS1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53E5EF2B-7AA2-F1FE-FE5A-B18C2F9E5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8704" y="1909835"/>
            <a:ext cx="1072582" cy="1959248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C64CCDC0-90F9-E469-718B-982F997C2900}"/>
              </a:ext>
            </a:extLst>
          </p:cNvPr>
          <p:cNvSpPr txBox="1"/>
          <p:nvPr/>
        </p:nvSpPr>
        <p:spPr>
          <a:xfrm>
            <a:off x="7873217" y="3769559"/>
            <a:ext cx="14644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Leg Set SZ1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B0E868B9-44C6-FEB8-D45E-AFFAE71A65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0116" y="1022215"/>
            <a:ext cx="1333101" cy="111893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140C1B07-DA83-D7D5-288D-B2DD8388E3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6737" y="3507358"/>
            <a:ext cx="1266101" cy="1186458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1F006F88-9D5D-E694-5A8D-E0C053D033DE}"/>
              </a:ext>
            </a:extLst>
          </p:cNvPr>
          <p:cNvSpPr txBox="1"/>
          <p:nvPr/>
        </p:nvSpPr>
        <p:spPr>
          <a:xfrm>
            <a:off x="6343285" y="4597398"/>
            <a:ext cx="19952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Return Unit UM1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D3F5EC4A-028A-77E1-4BC8-639A90536B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7491" y="3040957"/>
            <a:ext cx="1869502" cy="1339174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379E1A82-C6E9-EF83-DEC3-6591DD512A3A}"/>
              </a:ext>
            </a:extLst>
          </p:cNvPr>
          <p:cNvSpPr txBox="1"/>
          <p:nvPr/>
        </p:nvSpPr>
        <p:spPr>
          <a:xfrm>
            <a:off x="9337693" y="4566039"/>
            <a:ext cx="13878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Section ST 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636356E-8DEB-2BB6-B017-2A639452506A}"/>
              </a:ext>
            </a:extLst>
          </p:cNvPr>
          <p:cNvSpPr/>
          <p:nvPr/>
        </p:nvSpPr>
        <p:spPr>
          <a:xfrm>
            <a:off x="724690" y="4905175"/>
            <a:ext cx="1767840" cy="580366"/>
          </a:xfrm>
          <a:prstGeom prst="roundRect">
            <a:avLst/>
          </a:prstGeom>
          <a:noFill/>
          <a:ln w="9525" cap="flat" cmpd="sng" algn="ctr">
            <a:solidFill>
              <a:srgbClr val="002B49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i="1" kern="0" dirty="0">
                <a:solidFill>
                  <a:schemeClr val="bg2">
                    <a:lumMod val="60000"/>
                    <a:lumOff val="40000"/>
                  </a:schemeClr>
                </a:solidFill>
                <a:latin typeface="Bosch Office Sans"/>
              </a:rPr>
              <a:t>TS1 evo development</a:t>
            </a:r>
            <a:endParaRPr kumimoji="0" lang="en-US" sz="1800" b="0" i="1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4C751450-73CE-9FB6-AAB1-980B609CB4E8}"/>
              </a:ext>
            </a:extLst>
          </p:cNvPr>
          <p:cNvSpPr/>
          <p:nvPr/>
        </p:nvSpPr>
        <p:spPr>
          <a:xfrm>
            <a:off x="2475895" y="3039614"/>
            <a:ext cx="1000005" cy="144457"/>
          </a:xfrm>
          <a:prstGeom prst="rightArrow">
            <a:avLst/>
          </a:prstGeom>
          <a:solidFill>
            <a:schemeClr val="accent4"/>
          </a:solidFill>
          <a:ln w="9525" cap="flat" cmpd="sng" algn="ctr">
            <a:solidFill>
              <a:srgbClr val="002B49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ECFC8B-F687-A5F2-1E5B-0FE9DB6060D8}"/>
              </a:ext>
            </a:extLst>
          </p:cNvPr>
          <p:cNvSpPr txBox="1"/>
          <p:nvPr/>
        </p:nvSpPr>
        <p:spPr>
          <a:xfrm>
            <a:off x="1284486" y="4588877"/>
            <a:ext cx="914400" cy="45259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Next… 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6D1A8541-F35C-F14C-919E-258CCEA55EB3}"/>
              </a:ext>
            </a:extLst>
          </p:cNvPr>
          <p:cNvSpPr/>
          <p:nvPr/>
        </p:nvSpPr>
        <p:spPr>
          <a:xfrm>
            <a:off x="1404530" y="1494693"/>
            <a:ext cx="202838" cy="239063"/>
          </a:xfrm>
          <a:prstGeom prst="downArrow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rgbClr val="002B49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 w="12700">
                <a:solidFill>
                  <a:schemeClr val="tx1"/>
                </a:solidFill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E9A6507-AF49-4618-1FA4-E8FE72148A35}"/>
              </a:ext>
            </a:extLst>
          </p:cNvPr>
          <p:cNvSpPr/>
          <p:nvPr/>
        </p:nvSpPr>
        <p:spPr>
          <a:xfrm>
            <a:off x="724690" y="1136463"/>
            <a:ext cx="1767840" cy="360000"/>
          </a:xfrm>
          <a:prstGeom prst="roundRect">
            <a:avLst/>
          </a:prstGeom>
          <a:noFill/>
          <a:ln w="9525" cap="flat" cmpd="sng" algn="ctr">
            <a:solidFill>
              <a:srgbClr val="002B49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Evaluation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739CCF3D-7AFA-7480-C67F-52EE4EF83F90}"/>
              </a:ext>
            </a:extLst>
          </p:cNvPr>
          <p:cNvSpPr/>
          <p:nvPr/>
        </p:nvSpPr>
        <p:spPr>
          <a:xfrm>
            <a:off x="1408931" y="2100359"/>
            <a:ext cx="202838" cy="239063"/>
          </a:xfrm>
          <a:prstGeom prst="downArrow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rgbClr val="002B49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 w="12700">
                <a:solidFill>
                  <a:schemeClr val="tx1"/>
                </a:solidFill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8A88603C-E6B4-B716-0ADB-8D1C44E5B292}"/>
              </a:ext>
            </a:extLst>
          </p:cNvPr>
          <p:cNvSpPr/>
          <p:nvPr/>
        </p:nvSpPr>
        <p:spPr>
          <a:xfrm>
            <a:off x="1404530" y="2684154"/>
            <a:ext cx="202838" cy="239063"/>
          </a:xfrm>
          <a:prstGeom prst="downArrow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rgbClr val="002B49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 w="12700">
                <a:solidFill>
                  <a:schemeClr val="tx1"/>
                </a:solidFill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1AE7CDA9-66D9-11D0-AD3E-56D0C7780547}"/>
              </a:ext>
            </a:extLst>
          </p:cNvPr>
          <p:cNvSpPr/>
          <p:nvPr/>
        </p:nvSpPr>
        <p:spPr>
          <a:xfrm>
            <a:off x="1404305" y="3290546"/>
            <a:ext cx="202838" cy="239063"/>
          </a:xfrm>
          <a:prstGeom prst="downArrow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rgbClr val="002B49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 w="12700">
                <a:solidFill>
                  <a:schemeClr val="tx1"/>
                </a:solidFill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0FE3A395-A57D-17D7-FB72-96D8FDB2896F}"/>
              </a:ext>
            </a:extLst>
          </p:cNvPr>
          <p:cNvSpPr/>
          <p:nvPr/>
        </p:nvSpPr>
        <p:spPr>
          <a:xfrm>
            <a:off x="1409663" y="3908722"/>
            <a:ext cx="202838" cy="239063"/>
          </a:xfrm>
          <a:prstGeom prst="downArrow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rgbClr val="002B49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 w="12700">
                <a:solidFill>
                  <a:schemeClr val="tx1"/>
                </a:solidFill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5019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F079F6-FACD-187A-DBB2-598C95540D8A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de-DE" sz="2400" dirty="0">
                <a:solidFill>
                  <a:schemeClr val="accent2"/>
                </a:solidFill>
              </a:rPr>
              <a:t>TS1 Library in Visual Components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A44B99-60AF-0A37-DAF5-CAEAD491E5CF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dirty="0"/>
              <a:t>Development Plan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65181A-9A52-7CE7-F4F4-68B60A205AD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59080" y="1151164"/>
            <a:ext cx="10452100" cy="4312376"/>
          </a:xfrm>
        </p:spPr>
        <p:txBody>
          <a:bodyPr/>
          <a:lstStyle/>
          <a:p>
            <a:pPr marL="342900" indent="-342900" algn="just">
              <a:buFont typeface="+mj-lt"/>
              <a:buAutoNum type="arabicPeriod"/>
            </a:pPr>
            <a:r>
              <a:rPr lang="en-US" sz="1600" b="1" i="1" dirty="0"/>
              <a:t>Product Evaluation: </a:t>
            </a:r>
            <a:r>
              <a:rPr lang="en-US" sz="1600" dirty="0"/>
              <a:t>Go through the product catalogue and MTpro library and talk to the product manager to learn more about Transfer System 1.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b="1" i="1" dirty="0"/>
              <a:t>Planning:</a:t>
            </a:r>
            <a:r>
              <a:rPr lang="en-US" sz="1600" b="1" dirty="0"/>
              <a:t> </a:t>
            </a:r>
            <a:r>
              <a:rPr lang="en-US" sz="1600" dirty="0"/>
              <a:t>Create a development plan and list the relevant TS1 components to model for Visual Components library development.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b="1" i="1" dirty="0"/>
              <a:t>Specifications:</a:t>
            </a:r>
            <a:r>
              <a:rPr lang="en-US" sz="1600" b="1" dirty="0"/>
              <a:t> </a:t>
            </a:r>
            <a:r>
              <a:rPr lang="en-US" sz="1600" dirty="0"/>
              <a:t>Create an Excel sheet for listing the TS1 properties for Visual Components with the help of MTpro properties, TS2 VC library (for reference)and product catalogue.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b="1" i="1" dirty="0"/>
              <a:t>Component Modelling:</a:t>
            </a:r>
            <a:r>
              <a:rPr lang="en-US" sz="1600" b="1" dirty="0"/>
              <a:t> </a:t>
            </a:r>
            <a:r>
              <a:rPr lang="en-US" sz="1600" dirty="0"/>
              <a:t>Model the TS1 components in the Visual Components.(Using TS2 library as a reference)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b="1" i="1" dirty="0"/>
              <a:t>Component Testing:</a:t>
            </a:r>
            <a:r>
              <a:rPr lang="en-US" sz="1600" b="1" dirty="0"/>
              <a:t> </a:t>
            </a:r>
            <a:r>
              <a:rPr lang="en-US" sz="1600" dirty="0"/>
              <a:t>Check if all parameters and limitations are correctly implemented in the modelled components, and the same will be documented using the Excel sheet.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b="1" i="1" dirty="0"/>
              <a:t>Demonstrator Models:</a:t>
            </a:r>
            <a:r>
              <a:rPr lang="en-US" sz="1600" b="1" dirty="0"/>
              <a:t> </a:t>
            </a:r>
            <a:r>
              <a:rPr lang="en-US" sz="1600" dirty="0"/>
              <a:t>Creating some basic simulation models in Visual Components to check functionality for all modelled TS1 components.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b="1" i="1" dirty="0"/>
              <a:t>Validation Testing: </a:t>
            </a:r>
            <a:r>
              <a:rPr lang="en-US" sz="1600" dirty="0"/>
              <a:t>Validating the TS1 library by creating the real-world use case simulation model.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b="1" i="1" dirty="0"/>
              <a:t>Documentation:  </a:t>
            </a:r>
            <a:r>
              <a:rPr lang="en-US" sz="1600" dirty="0"/>
              <a:t>Documenting development process by making some PPT, excel sheets, screenshots and simulation videos</a:t>
            </a:r>
            <a:r>
              <a:rPr lang="en-US" dirty="0"/>
              <a:t>.</a:t>
            </a:r>
          </a:p>
          <a:p>
            <a:endParaRPr lang="en-US" i="1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7FEAB-17F3-2199-C2FC-708E38166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3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4155620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F079F6-FACD-187A-DBB2-598C95540D8A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 dirty="0"/>
              <a:t>Product Evaluation &amp; Planning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A44B99-60AF-0A37-DAF5-CAEAD491E5CF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dirty="0"/>
              <a:t>Planned Components from MTpro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65181A-9A52-7CE7-F4F4-68B60A205AD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98536" y="4122541"/>
            <a:ext cx="1602377" cy="3888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Conveyor Unit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7FEAB-17F3-2199-C2FC-708E38166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4</a:t>
            </a:fld>
            <a:endParaRPr lang="en-US" noProof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CB93F3-84FB-99FF-0E2F-122383125444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97501" y="1739970"/>
            <a:ext cx="2160000" cy="216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89E135-0CB0-2F36-F272-A76F931B615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051729" y="1747783"/>
            <a:ext cx="2160000" cy="2160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1043AB-D116-E955-4153-54646D6C49E2}"/>
              </a:ext>
            </a:extLst>
          </p:cNvPr>
          <p:cNvSpPr txBox="1"/>
          <p:nvPr/>
        </p:nvSpPr>
        <p:spPr>
          <a:xfrm>
            <a:off x="3390058" y="4072027"/>
            <a:ext cx="1722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Section ST 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FBE1C0-1C00-22BD-BC66-A7C7393C3F8F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705958" y="1747783"/>
            <a:ext cx="2160000" cy="2160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6F70F0F-6325-D950-411C-FD6DA9E92193}"/>
              </a:ext>
            </a:extLst>
          </p:cNvPr>
          <p:cNvSpPr txBox="1"/>
          <p:nvPr/>
        </p:nvSpPr>
        <p:spPr>
          <a:xfrm>
            <a:off x="6105540" y="4071142"/>
            <a:ext cx="1602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Drive AS 1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DF29955-C6DB-F519-FDF4-C7907C26147E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412124" y="1747783"/>
            <a:ext cx="2160000" cy="2160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71A04F2-8B61-5756-989F-EC67D737360E}"/>
              </a:ext>
            </a:extLst>
          </p:cNvPr>
          <p:cNvSpPr txBox="1"/>
          <p:nvPr/>
        </p:nvSpPr>
        <p:spPr>
          <a:xfrm>
            <a:off x="8555808" y="4061990"/>
            <a:ext cx="2155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Return Unit UM1</a:t>
            </a:r>
          </a:p>
        </p:txBody>
      </p:sp>
    </p:spTree>
    <p:extLst>
      <p:ext uri="{BB962C8B-B14F-4D97-AF65-F5344CB8AC3E}">
        <p14:creationId xmlns:p14="http://schemas.microsoft.com/office/powerpoint/2010/main" val="3641768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56B62A2-C825-413B-57D8-2D690ABAD9F6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 dirty="0"/>
              <a:t>Product Evaluation &amp; Planning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677DA9-E81D-417D-F24A-401BFEF0DC48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dirty="0"/>
              <a:t>Planned Components from MTpro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0338D1-9145-BE09-7573-B58D48E4D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5</a:t>
            </a:fld>
            <a:endParaRPr lang="en-US" noProof="1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2921817-8F1F-9DA1-AEFF-86930F6C2CB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43777" y="1526519"/>
            <a:ext cx="2160000" cy="2880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36DC3A0-8A62-DBA3-3DFE-F90A317787B0}"/>
              </a:ext>
            </a:extLst>
          </p:cNvPr>
          <p:cNvSpPr txBox="1"/>
          <p:nvPr/>
        </p:nvSpPr>
        <p:spPr>
          <a:xfrm>
            <a:off x="1317680" y="4644094"/>
            <a:ext cx="1339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SZ 1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A7A4FE3-81A8-844F-2770-C9233776E9F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239536" y="1526519"/>
            <a:ext cx="2160000" cy="2880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D76E793-358F-D1A0-5EF6-4862BA029EAB}"/>
              </a:ext>
            </a:extLst>
          </p:cNvPr>
          <p:cNvSpPr txBox="1"/>
          <p:nvPr/>
        </p:nvSpPr>
        <p:spPr>
          <a:xfrm>
            <a:off x="4489702" y="4644094"/>
            <a:ext cx="216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SZ 1(two tracks)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A742E1C-19A1-3A7D-3E22-1CB4CFA07C2B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491945" y="1526519"/>
            <a:ext cx="2160000" cy="2880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69108B3-DE40-DCFD-D235-C3511777E99B}"/>
              </a:ext>
            </a:extLst>
          </p:cNvPr>
          <p:cNvSpPr txBox="1"/>
          <p:nvPr/>
        </p:nvSpPr>
        <p:spPr>
          <a:xfrm>
            <a:off x="8071329" y="4644094"/>
            <a:ext cx="18911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SZ 1/L</a:t>
            </a:r>
          </a:p>
        </p:txBody>
      </p:sp>
    </p:spTree>
    <p:extLst>
      <p:ext uri="{BB962C8B-B14F-4D97-AF65-F5344CB8AC3E}">
        <p14:creationId xmlns:p14="http://schemas.microsoft.com/office/powerpoint/2010/main" val="534032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56B62A2-C825-413B-57D8-2D690ABAD9F6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 dirty="0"/>
              <a:t>Product Evaluation &amp; Planning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677DA9-E81D-417D-F24A-401BFEF0DC48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dirty="0"/>
              <a:t>Planned Components from MTpro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0338D1-9145-BE09-7573-B58D48E4D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6</a:t>
            </a:fld>
            <a:endParaRPr lang="en-US" noProof="1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5F95B66-B817-B4F1-B112-B1EA02D8A68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64401" y="1814399"/>
            <a:ext cx="2160000" cy="2160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77B526C-1A9A-1B58-3190-1E4EAC0EA03B}"/>
              </a:ext>
            </a:extLst>
          </p:cNvPr>
          <p:cNvSpPr txBox="1"/>
          <p:nvPr/>
        </p:nvSpPr>
        <p:spPr>
          <a:xfrm>
            <a:off x="1235029" y="4158094"/>
            <a:ext cx="1339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WT 1/K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102B89A-AA56-C09E-0B2F-63F119D267E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009032" y="1814399"/>
            <a:ext cx="2160000" cy="2160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087082C-2D20-0476-55E1-27E8F5198ECC}"/>
              </a:ext>
            </a:extLst>
          </p:cNvPr>
          <p:cNvSpPr txBox="1"/>
          <p:nvPr/>
        </p:nvSpPr>
        <p:spPr>
          <a:xfrm>
            <a:off x="4602578" y="4158094"/>
            <a:ext cx="1339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WT 1/S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2CF1389-1183-44BF-E624-3671787B86E0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253663" y="1814399"/>
            <a:ext cx="2160000" cy="2160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1224A38-CCF3-941C-75AF-885F4E082A92}"/>
              </a:ext>
            </a:extLst>
          </p:cNvPr>
          <p:cNvSpPr txBox="1"/>
          <p:nvPr/>
        </p:nvSpPr>
        <p:spPr>
          <a:xfrm>
            <a:off x="7883864" y="4158094"/>
            <a:ext cx="1339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WT 1/P</a:t>
            </a:r>
          </a:p>
        </p:txBody>
      </p:sp>
    </p:spTree>
    <p:extLst>
      <p:ext uri="{BB962C8B-B14F-4D97-AF65-F5344CB8AC3E}">
        <p14:creationId xmlns:p14="http://schemas.microsoft.com/office/powerpoint/2010/main" val="2805758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412B053-6326-B6C0-DB75-AA644EFDFE42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 dirty="0"/>
              <a:t>Product Evaluation &amp; Planning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6F344D-ADF5-53FA-86CE-7AEB3F2D2BE5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dirty="0"/>
              <a:t>Planned Components from MTpro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FF8725-D184-8266-CE93-D3E004DB9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7</a:t>
            </a:fld>
            <a:endParaRPr lang="en-US" noProof="1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F2CB76-0721-A5FA-63CF-010D24A6E9B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70856" y="2095650"/>
            <a:ext cx="2160000" cy="2160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05A440B-FCC8-39EE-36A1-BA639F43365F}"/>
              </a:ext>
            </a:extLst>
          </p:cNvPr>
          <p:cNvSpPr txBox="1"/>
          <p:nvPr/>
        </p:nvSpPr>
        <p:spPr>
          <a:xfrm>
            <a:off x="1109914" y="4410331"/>
            <a:ext cx="21729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 1/P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40E2BC-55D6-228F-C96D-FF5815CEEC2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175864" y="1735650"/>
            <a:ext cx="2160000" cy="252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30E2F2-02A3-F975-D09B-D6AFAEEA1204}"/>
              </a:ext>
            </a:extLst>
          </p:cNvPr>
          <p:cNvSpPr txBox="1"/>
          <p:nvPr/>
        </p:nvSpPr>
        <p:spPr>
          <a:xfrm>
            <a:off x="4442897" y="4410331"/>
            <a:ext cx="1892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HP 1/P (h=15)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D2F472-4B8B-ABFF-FEB4-F21469B9AFD2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495898" y="1735650"/>
            <a:ext cx="2160000" cy="2520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197BEA9-3F52-AC9E-9327-9871024BD969}"/>
              </a:ext>
            </a:extLst>
          </p:cNvPr>
          <p:cNvSpPr txBox="1"/>
          <p:nvPr/>
        </p:nvSpPr>
        <p:spPr>
          <a:xfrm>
            <a:off x="7664330" y="4462987"/>
            <a:ext cx="2075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HP 1/P (h=0…50)</a:t>
            </a:r>
          </a:p>
        </p:txBody>
      </p:sp>
    </p:spTree>
    <p:extLst>
      <p:ext uri="{BB962C8B-B14F-4D97-AF65-F5344CB8AC3E}">
        <p14:creationId xmlns:p14="http://schemas.microsoft.com/office/powerpoint/2010/main" val="3436315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56B62A2-C825-413B-57D8-2D690ABAD9F6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 dirty="0"/>
              <a:t>Product Evaluation &amp; Planning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677DA9-E81D-417D-F24A-401BFEF0DC48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dirty="0"/>
              <a:t>Planned Components from MTpro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0338D1-9145-BE09-7573-B58D48E4D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8</a:t>
            </a:fld>
            <a:endParaRPr lang="en-US" noProof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0A4622-6997-4FA4-7D03-FDAD5B1122D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377587" y="1839186"/>
            <a:ext cx="2160000" cy="216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8C7C0D-7FA4-998F-83D3-2835E72CCC2C}"/>
              </a:ext>
            </a:extLst>
          </p:cNvPr>
          <p:cNvSpPr txBox="1"/>
          <p:nvPr/>
        </p:nvSpPr>
        <p:spPr>
          <a:xfrm>
            <a:off x="1847026" y="4105322"/>
            <a:ext cx="15096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HQ 1/U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7018AC-50CE-F30F-48B9-C0A59B39CB8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891476" y="1839186"/>
            <a:ext cx="2160000" cy="2160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2B2298E-C23E-443E-B3B5-B643847C953E}"/>
              </a:ext>
            </a:extLst>
          </p:cNvPr>
          <p:cNvSpPr txBox="1"/>
          <p:nvPr/>
        </p:nvSpPr>
        <p:spPr>
          <a:xfrm>
            <a:off x="7427458" y="4105322"/>
            <a:ext cx="15096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EQ 1/TR</a:t>
            </a:r>
          </a:p>
        </p:txBody>
      </p:sp>
    </p:spTree>
    <p:extLst>
      <p:ext uri="{BB962C8B-B14F-4D97-AF65-F5344CB8AC3E}">
        <p14:creationId xmlns:p14="http://schemas.microsoft.com/office/powerpoint/2010/main" val="3292000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412B053-6326-B6C0-DB75-AA644EFDFE42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 dirty="0"/>
              <a:t>Product Evaluation &amp; Planning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6F344D-ADF5-53FA-86CE-7AEB3F2D2BE5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dirty="0"/>
              <a:t>Planned Components from MTpro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FF8725-D184-8266-CE93-D3E004DB9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9</a:t>
            </a:fld>
            <a:endParaRPr lang="en-US" noProof="1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C869ECB-8556-7C50-BF2F-B5BF13CEC75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608559" y="1734011"/>
            <a:ext cx="1800000" cy="1800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8D23D43-69FC-3BDB-83C3-EC08A40910DB}"/>
              </a:ext>
            </a:extLst>
          </p:cNvPr>
          <p:cNvSpPr txBox="1"/>
          <p:nvPr/>
        </p:nvSpPr>
        <p:spPr>
          <a:xfrm>
            <a:off x="2198141" y="3696453"/>
            <a:ext cx="1339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VE 1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FFF47A-55E4-CAE5-99EC-0A4F926BF96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661066" y="1734011"/>
            <a:ext cx="1800000" cy="1800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DFB44B5-EE6C-4359-D65F-F3D6F83F1A96}"/>
              </a:ext>
            </a:extLst>
          </p:cNvPr>
          <p:cNvSpPr txBox="1"/>
          <p:nvPr/>
        </p:nvSpPr>
        <p:spPr>
          <a:xfrm>
            <a:off x="7121550" y="3696453"/>
            <a:ext cx="1339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VE 1/V</a:t>
            </a:r>
          </a:p>
        </p:txBody>
      </p:sp>
    </p:spTree>
    <p:extLst>
      <p:ext uri="{BB962C8B-B14F-4D97-AF65-F5344CB8AC3E}">
        <p14:creationId xmlns:p14="http://schemas.microsoft.com/office/powerpoint/2010/main" val="1425067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F079F6-FACD-187A-DBB2-598C95540D8A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 dirty="0"/>
              <a:t>Product Evaluation &amp; Planning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A44B99-60AF-0A37-DAF5-CAEAD491E5CF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dirty="0"/>
              <a:t>Planned Components from MTpro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7FEAB-17F3-2199-C2FC-708E38166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10</a:t>
            </a:fld>
            <a:endParaRPr lang="en-US" noProof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55E4B8-9457-64BC-6384-6A7DB975D3B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53005" y="1720129"/>
            <a:ext cx="2160000" cy="216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9F99F8-F165-E51D-E393-667533FC5A23}"/>
              </a:ext>
            </a:extLst>
          </p:cNvPr>
          <p:cNvSpPr txBox="1"/>
          <p:nvPr/>
        </p:nvSpPr>
        <p:spPr>
          <a:xfrm>
            <a:off x="1031582" y="4093595"/>
            <a:ext cx="14695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CU 1/90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F08252-FBF7-D095-C521-C7FB8D2A964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157227" y="1720129"/>
            <a:ext cx="2160000" cy="216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3FD71ED-22DD-8C60-BFF9-067664B6E33A}"/>
              </a:ext>
            </a:extLst>
          </p:cNvPr>
          <p:cNvSpPr txBox="1"/>
          <p:nvPr/>
        </p:nvSpPr>
        <p:spPr>
          <a:xfrm>
            <a:off x="4567469" y="4093595"/>
            <a:ext cx="1339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KU 1/90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4417C8-1EF9-8450-11E3-6FB022428273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761450" y="1720129"/>
            <a:ext cx="2160000" cy="2160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671D434-8415-5D52-BACD-F345934D0AD1}"/>
              </a:ext>
            </a:extLst>
          </p:cNvPr>
          <p:cNvSpPr txBox="1"/>
          <p:nvPr/>
        </p:nvSpPr>
        <p:spPr>
          <a:xfrm>
            <a:off x="8261058" y="4093595"/>
            <a:ext cx="1339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KU 1/O-90</a:t>
            </a:r>
          </a:p>
        </p:txBody>
      </p:sp>
    </p:spTree>
    <p:extLst>
      <p:ext uri="{BB962C8B-B14F-4D97-AF65-F5344CB8AC3E}">
        <p14:creationId xmlns:p14="http://schemas.microsoft.com/office/powerpoint/2010/main" val="4286512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F079F6-FACD-187A-DBB2-598C95540D8A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 dirty="0"/>
              <a:t>Product Evaluation &amp; Planning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A44B99-60AF-0A37-DAF5-CAEAD491E5CF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dirty="0"/>
              <a:t>Planned Components from MTpro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7FEAB-17F3-2199-C2FC-708E38166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11</a:t>
            </a:fld>
            <a:endParaRPr lang="en-US" noProof="1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86C6DA-3B06-0263-166A-336CBD79FAAB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02599" y="1688906"/>
            <a:ext cx="2160000" cy="2160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93B0099-BC73-4575-A874-6B7D27B63403}"/>
              </a:ext>
            </a:extLst>
          </p:cNvPr>
          <p:cNvSpPr txBox="1"/>
          <p:nvPr/>
        </p:nvSpPr>
        <p:spPr>
          <a:xfrm>
            <a:off x="1052456" y="4019537"/>
            <a:ext cx="1339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KU 1/180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4706D60-91C2-7AAF-E5DF-BC78EB0BDDC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748538" y="1688906"/>
            <a:ext cx="2160000" cy="2160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645B252-1F60-ECFD-4C75-0AA8B2804224}"/>
              </a:ext>
            </a:extLst>
          </p:cNvPr>
          <p:cNvSpPr txBox="1"/>
          <p:nvPr/>
        </p:nvSpPr>
        <p:spPr>
          <a:xfrm>
            <a:off x="7159371" y="4019133"/>
            <a:ext cx="1632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KU 1/O-180</a:t>
            </a:r>
          </a:p>
        </p:txBody>
      </p:sp>
    </p:spTree>
    <p:extLst>
      <p:ext uri="{BB962C8B-B14F-4D97-AF65-F5344CB8AC3E}">
        <p14:creationId xmlns:p14="http://schemas.microsoft.com/office/powerpoint/2010/main" val="1560606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F079F6-FACD-187A-DBB2-598C95540D8A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 dirty="0"/>
              <a:t>Product Evaluation &amp; Planning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A44B99-60AF-0A37-DAF5-CAEAD491E5CF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dirty="0"/>
              <a:t>Planned Components from MTpro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7FEAB-17F3-2199-C2FC-708E38166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12</a:t>
            </a:fld>
            <a:endParaRPr lang="en-US" noProof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C26667-5071-B7A2-FAB6-15BEA58E2AE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33599" y="1594749"/>
            <a:ext cx="2160000" cy="2160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BA8F9DB-8481-4EF2-39DA-724ECAC59F45}"/>
              </a:ext>
            </a:extLst>
          </p:cNvPr>
          <p:cNvSpPr txBox="1"/>
          <p:nvPr/>
        </p:nvSpPr>
        <p:spPr>
          <a:xfrm>
            <a:off x="1023896" y="3943366"/>
            <a:ext cx="1339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BS 1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8A4F3D-7304-CB4F-BEB4-42177C0ADD0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110999" y="1594749"/>
            <a:ext cx="2160000" cy="2160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AE62118-1098-3F7B-5C0A-B41BDEF80151}"/>
              </a:ext>
            </a:extLst>
          </p:cNvPr>
          <p:cNvSpPr txBox="1"/>
          <p:nvPr/>
        </p:nvSpPr>
        <p:spPr>
          <a:xfrm>
            <a:off x="3640769" y="3905614"/>
            <a:ext cx="1339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BS 1/M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7875BEA-BD58-A96E-3C40-4DA2F32575A2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770666" y="1594749"/>
            <a:ext cx="2160000" cy="2160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1E12AE0-C264-44F3-3245-C63BE92CAEE3}"/>
              </a:ext>
            </a:extLst>
          </p:cNvPr>
          <p:cNvSpPr txBox="1"/>
          <p:nvPr/>
        </p:nvSpPr>
        <p:spPr>
          <a:xfrm>
            <a:off x="6257642" y="3898849"/>
            <a:ext cx="1339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BS 1/T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B282BE8-F008-ED83-6265-FE67ED5F543C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433805" y="1594749"/>
            <a:ext cx="2160000" cy="21600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9C94387-3CC1-C0D0-F01E-C530BBA24D6F}"/>
              </a:ext>
            </a:extLst>
          </p:cNvPr>
          <p:cNvSpPr txBox="1"/>
          <p:nvPr/>
        </p:nvSpPr>
        <p:spPr>
          <a:xfrm>
            <a:off x="9068334" y="3898849"/>
            <a:ext cx="1339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BS 1/S</a:t>
            </a:r>
          </a:p>
        </p:txBody>
      </p:sp>
    </p:spTree>
    <p:extLst>
      <p:ext uri="{BB962C8B-B14F-4D97-AF65-F5344CB8AC3E}">
        <p14:creationId xmlns:p14="http://schemas.microsoft.com/office/powerpoint/2010/main" val="2159710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412B053-6326-B6C0-DB75-AA644EFDFE42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 dirty="0"/>
              <a:t>Specifications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6F344D-ADF5-53FA-86CE-7AEB3F2D2BE5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dirty="0"/>
              <a:t>TS1 products properties and limitations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FF8725-D184-8266-CE93-D3E004DB9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13</a:t>
            </a:fld>
            <a:endParaRPr lang="en-US" noProof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88CF40-BA15-4708-2289-55C29CE6E35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134872" y="1036800"/>
            <a:ext cx="4680000" cy="396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559894-2FAD-7C17-8D3E-B53B268A53CA}"/>
              </a:ext>
            </a:extLst>
          </p:cNvPr>
          <p:cNvSpPr txBox="1"/>
          <p:nvPr/>
        </p:nvSpPr>
        <p:spPr>
          <a:xfrm>
            <a:off x="2553419" y="5104983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MappingTableMTproVC_TS1.xlsx</a:t>
            </a:r>
          </a:p>
        </p:txBody>
      </p:sp>
    </p:spTree>
    <p:extLst>
      <p:ext uri="{BB962C8B-B14F-4D97-AF65-F5344CB8AC3E}">
        <p14:creationId xmlns:p14="http://schemas.microsoft.com/office/powerpoint/2010/main" val="1059229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F079F6-FACD-187A-DBB2-598C95540D8A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GB" dirty="0"/>
              <a:t>Component Modelling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A44B99-60AF-0A37-DAF5-CAEAD491E5CF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dirty="0"/>
              <a:t>Modelled components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65181A-9A52-7CE7-F4F4-68B60A205AD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98536" y="4122541"/>
            <a:ext cx="1602377" cy="3888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Conveyor Unit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7FEAB-17F3-2199-C2FC-708E38166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14</a:t>
            </a:fld>
            <a:endParaRPr lang="en-US" noProof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1043AB-D116-E955-4153-54646D6C49E2}"/>
              </a:ext>
            </a:extLst>
          </p:cNvPr>
          <p:cNvSpPr txBox="1"/>
          <p:nvPr/>
        </p:nvSpPr>
        <p:spPr>
          <a:xfrm>
            <a:off x="3390058" y="4072027"/>
            <a:ext cx="1722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Section (ST 1)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F70F0F-6325-D950-411C-FD6DA9E92193}"/>
              </a:ext>
            </a:extLst>
          </p:cNvPr>
          <p:cNvSpPr txBox="1"/>
          <p:nvPr/>
        </p:nvSpPr>
        <p:spPr>
          <a:xfrm>
            <a:off x="6105540" y="4071142"/>
            <a:ext cx="1602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Drive (AS 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1A04F2-8B61-5756-989F-EC67D737360E}"/>
              </a:ext>
            </a:extLst>
          </p:cNvPr>
          <p:cNvSpPr txBox="1"/>
          <p:nvPr/>
        </p:nvSpPr>
        <p:spPr>
          <a:xfrm>
            <a:off x="8314268" y="4071142"/>
            <a:ext cx="2155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Return Unit (UM1)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75FA43D-97B3-BE60-16A1-BED65BE9D2A2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33599" y="1747783"/>
            <a:ext cx="2160000" cy="216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A4AB86C-B5D6-3A50-EF00-72803FF349A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069778" y="1747783"/>
            <a:ext cx="2160000" cy="216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F225676-0326-B772-BF70-B864AD1A264D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705957" y="1747783"/>
            <a:ext cx="2160000" cy="216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0F9461B-433E-B197-470D-D382B5FE1D5E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342136" y="1747783"/>
            <a:ext cx="2160000" cy="21600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071020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56B62A2-C825-413B-57D8-2D690ABAD9F6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GB" dirty="0"/>
              <a:t>Component Modelling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677DA9-E81D-417D-F24A-401BFEF0DC48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dirty="0"/>
              <a:t>Modelled components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0338D1-9145-BE09-7573-B58D48E4D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15</a:t>
            </a:fld>
            <a:endParaRPr lang="en-US" noProof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6DC3A0-8A62-DBA3-3DFE-F90A317787B0}"/>
              </a:ext>
            </a:extLst>
          </p:cNvPr>
          <p:cNvSpPr txBox="1"/>
          <p:nvPr/>
        </p:nvSpPr>
        <p:spPr>
          <a:xfrm>
            <a:off x="672860" y="4644094"/>
            <a:ext cx="1984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Legset</a:t>
            </a:r>
            <a:r>
              <a:rPr lang="en-US" dirty="0"/>
              <a:t> (SZ 1)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76E793-358F-D1A0-5EF6-4862BA029EAB}"/>
              </a:ext>
            </a:extLst>
          </p:cNvPr>
          <p:cNvSpPr txBox="1"/>
          <p:nvPr/>
        </p:nvSpPr>
        <p:spPr>
          <a:xfrm>
            <a:off x="4313208" y="4644094"/>
            <a:ext cx="2336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Legset</a:t>
            </a:r>
            <a:r>
              <a:rPr lang="en-US" dirty="0"/>
              <a:t> (two tracks)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9108B3-DE40-DCFD-D235-C3511777E99B}"/>
              </a:ext>
            </a:extLst>
          </p:cNvPr>
          <p:cNvSpPr txBox="1"/>
          <p:nvPr/>
        </p:nvSpPr>
        <p:spPr>
          <a:xfrm>
            <a:off x="8143337" y="4598929"/>
            <a:ext cx="17597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Legset</a:t>
            </a:r>
            <a:r>
              <a:rPr lang="en-US" dirty="0"/>
              <a:t> (SZ 1/L)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E42DDD-3E55-C42A-3C38-AFD0597AF3C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97196" y="1645306"/>
            <a:ext cx="2160000" cy="288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0132FE-E518-8671-AB79-C2A495FD1CE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213979" y="1645306"/>
            <a:ext cx="2160000" cy="288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94788B3-C432-87F6-C7CB-5EE38F0B6769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930762" y="1645306"/>
            <a:ext cx="2160000" cy="28800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7912431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56B62A2-C825-413B-57D8-2D690ABAD9F6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GB" dirty="0"/>
              <a:t>Component Modelling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677DA9-E81D-417D-F24A-401BFEF0DC48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dirty="0"/>
              <a:t>Modelled components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0338D1-9145-BE09-7573-B58D48E4D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16</a:t>
            </a:fld>
            <a:endParaRPr lang="en-US" noProof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7B526C-1A9A-1B58-3190-1E4EAC0EA03B}"/>
              </a:ext>
            </a:extLst>
          </p:cNvPr>
          <p:cNvSpPr txBox="1"/>
          <p:nvPr/>
        </p:nvSpPr>
        <p:spPr>
          <a:xfrm>
            <a:off x="681486" y="4158094"/>
            <a:ext cx="19793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Workpiece Pallet (WT 1/K)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87082C-2D20-0476-55E1-27E8F5198ECC}"/>
              </a:ext>
            </a:extLst>
          </p:cNvPr>
          <p:cNvSpPr txBox="1"/>
          <p:nvPr/>
        </p:nvSpPr>
        <p:spPr>
          <a:xfrm>
            <a:off x="3927081" y="4158094"/>
            <a:ext cx="21842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Workpiece Pallet (WT 1/S)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224A38-CCF3-941C-75AF-885F4E082A92}"/>
              </a:ext>
            </a:extLst>
          </p:cNvPr>
          <p:cNvSpPr txBox="1"/>
          <p:nvPr/>
        </p:nvSpPr>
        <p:spPr>
          <a:xfrm>
            <a:off x="7377648" y="4158094"/>
            <a:ext cx="20360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Workpiece Pallet (WT 1/P)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9D7AE6-F24E-8044-3195-924009244735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00500" y="1814399"/>
            <a:ext cx="2160000" cy="216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27B252-5C69-6112-0336-5E904755868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927081" y="1814399"/>
            <a:ext cx="2160000" cy="216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E602C0A-B791-4515-283C-8F08558A9B9C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253662" y="1814399"/>
            <a:ext cx="2160000" cy="21600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005217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56B62A2-C825-413B-57D8-2D690ABAD9F6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GB" dirty="0"/>
              <a:t>Component Modelling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677DA9-E81D-417D-F24A-401BFEF0DC48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dirty="0"/>
              <a:t>Modelled components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0338D1-9145-BE09-7573-B58D48E4D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17</a:t>
            </a:fld>
            <a:endParaRPr lang="en-US" noProof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87082C-2D20-0476-55E1-27E8F5198ECC}"/>
              </a:ext>
            </a:extLst>
          </p:cNvPr>
          <p:cNvSpPr txBox="1"/>
          <p:nvPr/>
        </p:nvSpPr>
        <p:spPr>
          <a:xfrm>
            <a:off x="752560" y="4123587"/>
            <a:ext cx="21842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Position Unit (PE 1)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E82E80-8428-F897-7AAA-475D079530F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76853" y="1751635"/>
            <a:ext cx="2160000" cy="216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FB4A20-0DFD-18CB-0BF6-54960A63958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992110" y="1751635"/>
            <a:ext cx="2160000" cy="216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0468F99-5820-DA53-DED9-0FF029EF5482}"/>
              </a:ext>
            </a:extLst>
          </p:cNvPr>
          <p:cNvSpPr txBox="1"/>
          <p:nvPr/>
        </p:nvSpPr>
        <p:spPr>
          <a:xfrm>
            <a:off x="3967817" y="4123588"/>
            <a:ext cx="21842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Lift Position Unit (HP 1/P h=15)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C5F8BA4-1434-8C1D-1DC2-0D7649E82DEF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207367" y="1751635"/>
            <a:ext cx="2160000" cy="216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F1D65AC-CBE1-ED50-B738-C5CB211A1738}"/>
              </a:ext>
            </a:extLst>
          </p:cNvPr>
          <p:cNvSpPr txBox="1"/>
          <p:nvPr/>
        </p:nvSpPr>
        <p:spPr>
          <a:xfrm>
            <a:off x="7183074" y="4123587"/>
            <a:ext cx="21842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Lift Position Unit (HP 1/P h=0…50)</a:t>
            </a:r>
          </a:p>
        </p:txBody>
      </p:sp>
    </p:spTree>
    <p:extLst>
      <p:ext uri="{BB962C8B-B14F-4D97-AF65-F5344CB8AC3E}">
        <p14:creationId xmlns:p14="http://schemas.microsoft.com/office/powerpoint/2010/main" val="41109019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56B62A2-C825-413B-57D8-2D690ABAD9F6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GB" dirty="0"/>
              <a:t>Component Modelling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677DA9-E81D-417D-F24A-401BFEF0DC48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dirty="0"/>
              <a:t>Modelled components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0338D1-9145-BE09-7573-B58D48E4D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18</a:t>
            </a:fld>
            <a:endParaRPr lang="en-US" noProof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87082C-2D20-0476-55E1-27E8F5198ECC}"/>
              </a:ext>
            </a:extLst>
          </p:cNvPr>
          <p:cNvSpPr txBox="1"/>
          <p:nvPr/>
        </p:nvSpPr>
        <p:spPr>
          <a:xfrm>
            <a:off x="600500" y="4123586"/>
            <a:ext cx="21842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Lift Transfer Unit (HQ 1/U)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468F99-5820-DA53-DED9-0FF029EF5482}"/>
              </a:ext>
            </a:extLst>
          </p:cNvPr>
          <p:cNvSpPr txBox="1"/>
          <p:nvPr/>
        </p:nvSpPr>
        <p:spPr>
          <a:xfrm>
            <a:off x="3967817" y="4123588"/>
            <a:ext cx="21842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Stop Gate (VE 1)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4EEB32-251A-7A02-F02F-8EDE2E94012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0500" y="1751635"/>
            <a:ext cx="2160000" cy="216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5731E1-978E-F779-09A3-BA422CA3FE22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992110" y="1751635"/>
            <a:ext cx="2160000" cy="216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D30AE92-0B3B-DA74-FABE-5996A2B27B29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7383720" y="1751635"/>
            <a:ext cx="2160000" cy="216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1581D80-93C4-56B2-034F-DDD22A23F5CE}"/>
              </a:ext>
            </a:extLst>
          </p:cNvPr>
          <p:cNvSpPr txBox="1"/>
          <p:nvPr/>
        </p:nvSpPr>
        <p:spPr>
          <a:xfrm>
            <a:off x="7335134" y="4123588"/>
            <a:ext cx="21842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Stop Gate (VE 1/V)</a:t>
            </a:r>
          </a:p>
        </p:txBody>
      </p:sp>
    </p:spTree>
    <p:extLst>
      <p:ext uri="{BB962C8B-B14F-4D97-AF65-F5344CB8AC3E}">
        <p14:creationId xmlns:p14="http://schemas.microsoft.com/office/powerpoint/2010/main" val="6580704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56B62A2-C825-413B-57D8-2D690ABAD9F6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GB" dirty="0"/>
              <a:t>Component Modelling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677DA9-E81D-417D-F24A-401BFEF0DC48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dirty="0"/>
              <a:t>Modelled components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0338D1-9145-BE09-7573-B58D48E4D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19</a:t>
            </a:fld>
            <a:endParaRPr lang="en-US" noProof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87082C-2D20-0476-55E1-27E8F5198ECC}"/>
              </a:ext>
            </a:extLst>
          </p:cNvPr>
          <p:cNvSpPr txBox="1"/>
          <p:nvPr/>
        </p:nvSpPr>
        <p:spPr>
          <a:xfrm>
            <a:off x="704787" y="4209851"/>
            <a:ext cx="21842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Curve CU 1/90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468F99-5820-DA53-DED9-0FF029EF5482}"/>
              </a:ext>
            </a:extLst>
          </p:cNvPr>
          <p:cNvSpPr txBox="1"/>
          <p:nvPr/>
        </p:nvSpPr>
        <p:spPr>
          <a:xfrm>
            <a:off x="3967817" y="4123588"/>
            <a:ext cx="21842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Curve KU 1/90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581D80-93C4-56B2-034F-DDD22A23F5CE}"/>
              </a:ext>
            </a:extLst>
          </p:cNvPr>
          <p:cNvSpPr txBox="1"/>
          <p:nvPr/>
        </p:nvSpPr>
        <p:spPr>
          <a:xfrm>
            <a:off x="7306574" y="4127260"/>
            <a:ext cx="20964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Curve KU 1/90 (KE 1/O-90)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0A98A0-F1E5-03A0-5FFD-634B57B9207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04787" y="1890025"/>
            <a:ext cx="2160000" cy="216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91F6BE1-33A6-BDEE-4DD2-83E9541FCEE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967817" y="1792559"/>
            <a:ext cx="2160000" cy="216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208B703-5996-F4E1-C89A-F11500F72102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230847" y="1792559"/>
            <a:ext cx="2160000" cy="21600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5779798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56B62A2-C825-413B-57D8-2D690ABAD9F6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GB" dirty="0"/>
              <a:t>Component Modelling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677DA9-E81D-417D-F24A-401BFEF0DC48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dirty="0"/>
              <a:t>Modelled components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0338D1-9145-BE09-7573-B58D48E4D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20</a:t>
            </a:fld>
            <a:endParaRPr lang="en-US" noProof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87082C-2D20-0476-55E1-27E8F5198ECC}"/>
              </a:ext>
            </a:extLst>
          </p:cNvPr>
          <p:cNvSpPr txBox="1"/>
          <p:nvPr/>
        </p:nvSpPr>
        <p:spPr>
          <a:xfrm>
            <a:off x="2147973" y="4127260"/>
            <a:ext cx="21842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Curve KU 1/180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581D80-93C4-56B2-034F-DDD22A23F5CE}"/>
              </a:ext>
            </a:extLst>
          </p:cNvPr>
          <p:cNvSpPr txBox="1"/>
          <p:nvPr/>
        </p:nvSpPr>
        <p:spPr>
          <a:xfrm>
            <a:off x="6412797" y="4127260"/>
            <a:ext cx="20964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Curve KU 1/180</a:t>
            </a:r>
          </a:p>
          <a:p>
            <a:pPr algn="ctr"/>
            <a:r>
              <a:rPr lang="en-US" dirty="0"/>
              <a:t>(KE 1/O-180)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6808BD-FF39-ACFE-D732-2A5DDF7F41F3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147973" y="1784726"/>
            <a:ext cx="2160000" cy="216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564744-7CCD-800B-6929-4B09E92C56D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81007" y="1784726"/>
            <a:ext cx="2160000" cy="21600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8979157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4BD745D-3424-B3B4-031A-6A3E4450FDCF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/>
              <a:t>Component Modelling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D868D2F-FF3A-04F7-4F7F-38C4E92F45CF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dirty="0"/>
              <a:t>Modelled components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A99FC4-22AB-CCD1-78B3-D54BC816D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21</a:t>
            </a:fld>
            <a:endParaRPr lang="en-US" noProof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8B28FA-09C4-2D1C-2A80-98BC11DEE60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81" r="19837" b="8203"/>
          <a:stretch/>
        </p:blipFill>
        <p:spPr>
          <a:xfrm>
            <a:off x="1175941" y="1571366"/>
            <a:ext cx="2159999" cy="216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D0E2483-6A86-70B4-980F-96335739079A}"/>
              </a:ext>
            </a:extLst>
          </p:cNvPr>
          <p:cNvSpPr txBox="1"/>
          <p:nvPr/>
        </p:nvSpPr>
        <p:spPr>
          <a:xfrm>
            <a:off x="1175940" y="3913900"/>
            <a:ext cx="21842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Belt Section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81B073-C825-5394-8705-229A35F0D8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598" t="23436" r="13308" b="4348"/>
          <a:stretch/>
        </p:blipFill>
        <p:spPr>
          <a:xfrm>
            <a:off x="4815882" y="821843"/>
            <a:ext cx="2101249" cy="13112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9721224-D979-A00B-6680-4C4C878B029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534" t="24618" r="11738" b="1137"/>
          <a:stretch/>
        </p:blipFill>
        <p:spPr>
          <a:xfrm>
            <a:off x="4814665" y="3200173"/>
            <a:ext cx="2102466" cy="12964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A5F248-D8B9-E090-0B26-021DB4FB31F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0770" t="23366" r="10668" b="1469"/>
          <a:stretch/>
        </p:blipFill>
        <p:spPr>
          <a:xfrm>
            <a:off x="8025896" y="836679"/>
            <a:ext cx="2102236" cy="12964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3F91C78-35DE-0C6B-32C6-69D9160193E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1464" t="28600" r="11988" b="-1592"/>
          <a:stretch/>
        </p:blipFill>
        <p:spPr>
          <a:xfrm>
            <a:off x="8025897" y="3200172"/>
            <a:ext cx="2101250" cy="1296419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74B36433-C2C1-E9A7-DBB3-521436F64FD1}"/>
              </a:ext>
            </a:extLst>
          </p:cNvPr>
          <p:cNvCxnSpPr>
            <a:cxnSpLocks/>
            <a:stCxn id="8" idx="3"/>
            <a:endCxn id="11" idx="2"/>
          </p:cNvCxnSpPr>
          <p:nvPr/>
        </p:nvCxnSpPr>
        <p:spPr>
          <a:xfrm flipV="1">
            <a:off x="3335940" y="2133098"/>
            <a:ext cx="2530567" cy="5182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E6B56AFE-B70D-FD3B-C38F-320F2B88B3A6}"/>
              </a:ext>
            </a:extLst>
          </p:cNvPr>
          <p:cNvCxnSpPr>
            <a:cxnSpLocks/>
            <a:stCxn id="8" idx="3"/>
            <a:endCxn id="15" idx="2"/>
          </p:cNvCxnSpPr>
          <p:nvPr/>
        </p:nvCxnSpPr>
        <p:spPr>
          <a:xfrm flipV="1">
            <a:off x="3335940" y="2133098"/>
            <a:ext cx="5741074" cy="5182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31AC55D8-DFDD-3635-83DE-806C82AD1EB1}"/>
              </a:ext>
            </a:extLst>
          </p:cNvPr>
          <p:cNvCxnSpPr>
            <a:cxnSpLocks/>
            <a:stCxn id="8" idx="3"/>
            <a:endCxn id="17" idx="0"/>
          </p:cNvCxnSpPr>
          <p:nvPr/>
        </p:nvCxnSpPr>
        <p:spPr>
          <a:xfrm>
            <a:off x="3335940" y="2651366"/>
            <a:ext cx="5740582" cy="54880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DC097E46-2BDD-0F31-4242-83EEC580A3BD}"/>
              </a:ext>
            </a:extLst>
          </p:cNvPr>
          <p:cNvCxnSpPr>
            <a:cxnSpLocks/>
            <a:stCxn id="8" idx="3"/>
            <a:endCxn id="13" idx="0"/>
          </p:cNvCxnSpPr>
          <p:nvPr/>
        </p:nvCxnSpPr>
        <p:spPr>
          <a:xfrm>
            <a:off x="3335940" y="2651366"/>
            <a:ext cx="2529958" cy="548807"/>
          </a:xfrm>
          <a:prstGeom prst="bentConnector2">
            <a:avLst/>
          </a:prstGeom>
          <a:ln>
            <a:headEnd type="oval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71CFB83-70B3-8BA4-A0AF-214982064857}"/>
              </a:ext>
            </a:extLst>
          </p:cNvPr>
          <p:cNvSpPr txBox="1"/>
          <p:nvPr/>
        </p:nvSpPr>
        <p:spPr>
          <a:xfrm>
            <a:off x="4814665" y="2137461"/>
            <a:ext cx="1015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BS 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05AC7F-0532-AA4E-7548-996CD74B70DD}"/>
              </a:ext>
            </a:extLst>
          </p:cNvPr>
          <p:cNvSpPr txBox="1"/>
          <p:nvPr/>
        </p:nvSpPr>
        <p:spPr>
          <a:xfrm>
            <a:off x="8025896" y="2137461"/>
            <a:ext cx="1015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BS 1/T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A4F51B4-121B-528E-8529-B59C4039BEC6}"/>
              </a:ext>
            </a:extLst>
          </p:cNvPr>
          <p:cNvSpPr txBox="1"/>
          <p:nvPr/>
        </p:nvSpPr>
        <p:spPr>
          <a:xfrm>
            <a:off x="4814665" y="4504024"/>
            <a:ext cx="1015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BS 1/M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3EAD560-7649-10EF-ED57-5D76D1182A6C}"/>
              </a:ext>
            </a:extLst>
          </p:cNvPr>
          <p:cNvSpPr txBox="1"/>
          <p:nvPr/>
        </p:nvSpPr>
        <p:spPr>
          <a:xfrm>
            <a:off x="8025896" y="4504024"/>
            <a:ext cx="1015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BS 1/S</a:t>
            </a:r>
          </a:p>
        </p:txBody>
      </p:sp>
    </p:spTree>
    <p:extLst>
      <p:ext uri="{BB962C8B-B14F-4D97-AF65-F5344CB8AC3E}">
        <p14:creationId xmlns:p14="http://schemas.microsoft.com/office/powerpoint/2010/main" val="29785220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F83B14-D33A-9EAA-16D5-9D7CFCDA5051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/>
              <a:t>Component Modelling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3FE14C3-B047-BD2E-329F-BDD5B4576CB2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dirty="0"/>
              <a:t>Belt Section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D751A7-0D26-3532-AC0F-8C31EC5D3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22</a:t>
            </a:fld>
            <a:endParaRPr lang="en-US" noProof="1"/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E019EAC7-6AF2-4548-C169-49B467CB9A73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490511362"/>
              </p:ext>
            </p:extLst>
          </p:nvPr>
        </p:nvGraphicFramePr>
        <p:xfrm>
          <a:off x="315310" y="1028393"/>
          <a:ext cx="10016623" cy="4113826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063122">
                  <a:extLst>
                    <a:ext uri="{9D8B030D-6E8A-4147-A177-3AD203B41FA5}">
                      <a16:colId xmlns:a16="http://schemas.microsoft.com/office/drawing/2014/main" val="2897949086"/>
                    </a:ext>
                  </a:extLst>
                </a:gridCol>
                <a:gridCol w="1199230">
                  <a:extLst>
                    <a:ext uri="{9D8B030D-6E8A-4147-A177-3AD203B41FA5}">
                      <a16:colId xmlns:a16="http://schemas.microsoft.com/office/drawing/2014/main" val="1663647879"/>
                    </a:ext>
                  </a:extLst>
                </a:gridCol>
                <a:gridCol w="4822489">
                  <a:extLst>
                    <a:ext uri="{9D8B030D-6E8A-4147-A177-3AD203B41FA5}">
                      <a16:colId xmlns:a16="http://schemas.microsoft.com/office/drawing/2014/main" val="305536191"/>
                    </a:ext>
                  </a:extLst>
                </a:gridCol>
                <a:gridCol w="2931782">
                  <a:extLst>
                    <a:ext uri="{9D8B030D-6E8A-4147-A177-3AD203B41FA5}">
                      <a16:colId xmlns:a16="http://schemas.microsoft.com/office/drawing/2014/main" val="3915035513"/>
                    </a:ext>
                  </a:extLst>
                </a:gridCol>
              </a:tblGrid>
              <a:tr h="5003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Component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864" marR="4864" marT="48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Variant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864" marR="4864" marT="48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Status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864" marR="4864" marT="48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General Comments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864" marR="4864" marT="4864" marB="0" anchor="ctr"/>
                </a:tc>
                <a:extLst>
                  <a:ext uri="{0D108BD9-81ED-4DB2-BD59-A6C34878D82A}">
                    <a16:rowId xmlns:a16="http://schemas.microsoft.com/office/drawing/2014/main" val="1582329415"/>
                  </a:ext>
                </a:extLst>
              </a:tr>
              <a:tr h="903372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Belt Section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864" marR="4864" marT="48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BS 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864" marR="4864" marT="4864" marB="0" anchor="ctr"/>
                </a:tc>
                <a:tc>
                  <a:txBody>
                    <a:bodyPr/>
                    <a:lstStyle/>
                    <a:p>
                      <a:pPr marL="171450" indent="-115888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100" u="none" strike="noStrike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Completed modelling in VC and tested out component properties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864" marR="4864" marT="4864" marB="0" anchor="ctr"/>
                </a:tc>
                <a:tc rowSpan="4">
                  <a:txBody>
                    <a:bodyPr/>
                    <a:lstStyle/>
                    <a:p>
                      <a:pPr marL="171450" indent="-115888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100" u="none" strike="noStrike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Material assigning (excluding belt material) to be modelled.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864" marR="4864" marT="4864" marB="0" anchor="ctr"/>
                </a:tc>
                <a:extLst>
                  <a:ext uri="{0D108BD9-81ED-4DB2-BD59-A6C34878D82A}">
                    <a16:rowId xmlns:a16="http://schemas.microsoft.com/office/drawing/2014/main" val="3177841211"/>
                  </a:ext>
                </a:extLst>
              </a:tr>
              <a:tr h="9033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BS 1/M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864" marR="4864" marT="4864" marB="0" anchor="ctr"/>
                </a:tc>
                <a:tc>
                  <a:txBody>
                    <a:bodyPr/>
                    <a:lstStyle/>
                    <a:p>
                      <a:pPr marL="171450" indent="-115888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100" u="none" strike="noStrike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Completed basic modelling of features and properties</a:t>
                      </a:r>
                    </a:p>
                    <a:p>
                      <a:pPr marL="171450" indent="-115888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10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Change in motor position yet to be modelled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864" marR="4864" marT="4864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6077918"/>
                  </a:ext>
                </a:extLst>
              </a:tr>
              <a:tr h="9033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BS 1/T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864" marR="4864" marT="4864" marB="0" anchor="ctr"/>
                </a:tc>
                <a:tc>
                  <a:txBody>
                    <a:bodyPr/>
                    <a:lstStyle/>
                    <a:p>
                      <a:pPr marL="171450" indent="-115888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100" u="none" strike="noStrike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Completed modelling in VC and tested out component properties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864" marR="4864" marT="4864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762002"/>
                  </a:ext>
                </a:extLst>
              </a:tr>
              <a:tr h="9033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BS 1/S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864" marR="4864" marT="4864" marB="0" anchor="ctr"/>
                </a:tc>
                <a:tc>
                  <a:txBody>
                    <a:bodyPr/>
                    <a:lstStyle/>
                    <a:p>
                      <a:pPr marL="171450" indent="-115888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100" u="none" strike="noStrike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Completed basic modelling of features and properties.</a:t>
                      </a:r>
                      <a:br>
                        <a:rPr lang="en-US" sz="1100" u="none" strike="noStrike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endParaRPr lang="en-US" sz="1100" u="none" strike="noStrike" dirty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171450" indent="-115888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100" u="none" strike="noStrike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Properties and features to be added : </a:t>
                      </a:r>
                      <a:r>
                        <a:rPr lang="en-US" sz="110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No. of segments, Uniform section length toggle, Length of section.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864" marR="4864" marT="4864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049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91100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F079F6-FACD-187A-DBB2-598C95540D8A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 dirty="0"/>
              <a:t>Testing of TS1 Components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A44B99-60AF-0A37-DAF5-CAEAD491E5CF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dirty="0"/>
              <a:t>Testing Plan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65181A-9A52-7CE7-F4F4-68B60A205AD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59080" y="1249680"/>
            <a:ext cx="10452100" cy="4213860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Component Testing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Check if properties and limitations are properly implemented.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Check for proper visualization.</a:t>
            </a:r>
          </a:p>
          <a:p>
            <a:pPr marL="0" indent="0">
              <a:buNone/>
            </a:pPr>
            <a:endParaRPr lang="en-US" dirty="0"/>
          </a:p>
          <a:p>
            <a:pPr marL="342900" indent="-342900">
              <a:buAutoNum type="arabicPeriod" startAt="2"/>
            </a:pPr>
            <a:r>
              <a:rPr lang="en-US" b="1" dirty="0"/>
              <a:t>Testing by building Demonstrator Models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Test the basic component behavior.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Test the signals and interfaces or connections.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AutoNum type="arabicPeriod" startAt="3"/>
            </a:pPr>
            <a:r>
              <a:rPr lang="en-US" b="1" dirty="0"/>
              <a:t>Testing by building a Complex model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Validate all the components visualization and behavior.</a:t>
            </a:r>
          </a:p>
          <a:p>
            <a:pPr marL="0" indent="0">
              <a:buNone/>
            </a:pPr>
            <a:endParaRPr lang="en-US" b="1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7FEAB-17F3-2199-C2FC-708E38166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23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0130698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F079F6-FACD-187A-DBB2-598C95540D8A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 dirty="0"/>
              <a:t>Testing of TS1 Components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A44B99-60AF-0A37-DAF5-CAEAD491E5CF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dirty="0"/>
              <a:t>Planned Demonstrator Models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65181A-9A52-7CE7-F4F4-68B60A205AD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59080" y="1249680"/>
            <a:ext cx="10452100" cy="421386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 1 with conveyor unit, section, return unit, drive, and </a:t>
            </a:r>
            <a:r>
              <a:rPr lang="en-US" dirty="0" err="1"/>
              <a:t>legset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 2 with lift position unit, position unit and stop gate.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 3 with lift transverse unit.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 4 with curves and belt sections.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7FEAB-17F3-2199-C2FC-708E38166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24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2483412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F079F6-FACD-187A-DBB2-598C95540D8A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 dirty="0"/>
              <a:t>Planned Components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A44B99-60AF-0A37-DAF5-CAEAD491E5CF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65181A-9A52-7CE7-F4F4-68B60A205AD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i="1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7FEAB-17F3-2199-C2FC-708E38166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25</a:t>
            </a:fld>
            <a:endParaRPr lang="en-US" noProof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66599C-69AA-02C5-D3ED-9003CBD33CB3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292311" y="1688906"/>
            <a:ext cx="2160000" cy="216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B4EA07-6D25-38E7-F725-F27D86540183}"/>
              </a:ext>
            </a:extLst>
          </p:cNvPr>
          <p:cNvSpPr txBox="1"/>
          <p:nvPr/>
        </p:nvSpPr>
        <p:spPr>
          <a:xfrm>
            <a:off x="7820211" y="4019537"/>
            <a:ext cx="1632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KU 1/360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814A06-FA80-C607-D562-D5C68939FA9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07885" y="1687919"/>
            <a:ext cx="1800000" cy="1800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DDD3E16-DFDA-4A82-BED3-5A82D7FCA03C}"/>
              </a:ext>
            </a:extLst>
          </p:cNvPr>
          <p:cNvSpPr txBox="1"/>
          <p:nvPr/>
        </p:nvSpPr>
        <p:spPr>
          <a:xfrm>
            <a:off x="748339" y="3650205"/>
            <a:ext cx="1339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VE 1/D-15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CB2A7B-B2F9-B29C-EE92-73B240DE1F3D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611746" y="1687919"/>
            <a:ext cx="1800000" cy="1800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32E0478-0A8F-4673-0D15-87BBD1A207DC}"/>
              </a:ext>
            </a:extLst>
          </p:cNvPr>
          <p:cNvSpPr txBox="1"/>
          <p:nvPr/>
        </p:nvSpPr>
        <p:spPr>
          <a:xfrm>
            <a:off x="2841988" y="3650205"/>
            <a:ext cx="1339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VE 1/20-E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B74B9F1-7CD7-3CE5-DC70-9283C5374D91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715607" y="1687919"/>
            <a:ext cx="1800000" cy="1800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AF83C87-CDE7-57EB-44FF-ACC0E9881FA1}"/>
              </a:ext>
            </a:extLst>
          </p:cNvPr>
          <p:cNvSpPr txBox="1"/>
          <p:nvPr/>
        </p:nvSpPr>
        <p:spPr>
          <a:xfrm>
            <a:off x="4916796" y="3615381"/>
            <a:ext cx="15988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VE 1/D10-E</a:t>
            </a:r>
          </a:p>
        </p:txBody>
      </p:sp>
    </p:spTree>
    <p:extLst>
      <p:ext uri="{BB962C8B-B14F-4D97-AF65-F5344CB8AC3E}">
        <p14:creationId xmlns:p14="http://schemas.microsoft.com/office/powerpoint/2010/main" val="19065609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F079F6-FACD-187A-DBB2-598C95540D8A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 dirty="0"/>
              <a:t>Planned Components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A44B99-60AF-0A37-DAF5-CAEAD491E5CF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65181A-9A52-7CE7-F4F4-68B60A205AD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i="1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7FEAB-17F3-2199-C2FC-708E38166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26</a:t>
            </a:fld>
            <a:endParaRPr lang="en-US" noProof="1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035FB9-671D-B258-B925-6A956365E35B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167349" y="1855515"/>
            <a:ext cx="2160000" cy="2160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79C29D5-B35A-CAF9-8ED5-B1CF7595963A}"/>
              </a:ext>
            </a:extLst>
          </p:cNvPr>
          <p:cNvSpPr txBox="1"/>
          <p:nvPr/>
        </p:nvSpPr>
        <p:spPr>
          <a:xfrm>
            <a:off x="2695613" y="4121651"/>
            <a:ext cx="15096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EQ 1/T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D6E9089-A271-8D95-7666-80335780F1E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848230" y="1855515"/>
            <a:ext cx="2160000" cy="2160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AF462FF-904D-766E-FE36-F4B69B20C930}"/>
              </a:ext>
            </a:extLst>
          </p:cNvPr>
          <p:cNvSpPr txBox="1"/>
          <p:nvPr/>
        </p:nvSpPr>
        <p:spPr>
          <a:xfrm>
            <a:off x="5401432" y="4121651"/>
            <a:ext cx="15096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EQ 1/T-E</a:t>
            </a:r>
          </a:p>
        </p:txBody>
      </p:sp>
    </p:spTree>
    <p:extLst>
      <p:ext uri="{BB962C8B-B14F-4D97-AF65-F5344CB8AC3E}">
        <p14:creationId xmlns:p14="http://schemas.microsoft.com/office/powerpoint/2010/main" val="32937880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412B053-6326-B6C0-DB75-AA644EFDFE42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 dirty="0"/>
              <a:t>Component Modelling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6F344D-ADF5-53FA-86CE-7AEB3F2D2BE5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dirty="0"/>
              <a:t>Status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FF8725-D184-8266-CE93-D3E004DB9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27</a:t>
            </a:fld>
            <a:endParaRPr lang="en-US" noProof="1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25D2192-54D7-EE0C-75C3-770DD0084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7424" y="1123036"/>
            <a:ext cx="1690130" cy="154249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EADFF9D-3C62-268E-3ADD-0C2418CBA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383" y="2874227"/>
            <a:ext cx="2649882" cy="199107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DE84EEB-FB0A-D5FC-B0F7-A2DC6657FD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8374" y="3237754"/>
            <a:ext cx="1942109" cy="174932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8C96E3C-0DDB-6111-A539-6E70A96C77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0558" y="1323013"/>
            <a:ext cx="1643197" cy="137920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F668246-3E28-4F9A-3E73-1D17CCA484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3580" y="1041497"/>
            <a:ext cx="1827724" cy="33386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E0EF77-DBF5-CDC4-2F8A-A60D40FB1B4A}"/>
              </a:ext>
            </a:extLst>
          </p:cNvPr>
          <p:cNvSpPr txBox="1"/>
          <p:nvPr/>
        </p:nvSpPr>
        <p:spPr>
          <a:xfrm>
            <a:off x="8730005" y="4816791"/>
            <a:ext cx="14644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Section ST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24D0AD-6B99-B1AE-E5D4-8D2152DB1382}"/>
              </a:ext>
            </a:extLst>
          </p:cNvPr>
          <p:cNvSpPr txBox="1"/>
          <p:nvPr/>
        </p:nvSpPr>
        <p:spPr>
          <a:xfrm>
            <a:off x="4207676" y="4865298"/>
            <a:ext cx="1727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Return Unit UM1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C30D9F-4D7E-A9A1-3DAB-1EBF69C9BF25}"/>
              </a:ext>
            </a:extLst>
          </p:cNvPr>
          <p:cNvSpPr txBox="1"/>
          <p:nvPr/>
        </p:nvSpPr>
        <p:spPr>
          <a:xfrm>
            <a:off x="8474190" y="931132"/>
            <a:ext cx="14644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Drive AS1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EABD80-F812-9581-FAAF-EC0B0FBC18D3}"/>
              </a:ext>
            </a:extLst>
          </p:cNvPr>
          <p:cNvSpPr txBox="1"/>
          <p:nvPr/>
        </p:nvSpPr>
        <p:spPr>
          <a:xfrm>
            <a:off x="4289918" y="1071102"/>
            <a:ext cx="15784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Workpiece Unit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1D8A23-C424-1826-534E-FC11F6C13DE7}"/>
              </a:ext>
            </a:extLst>
          </p:cNvPr>
          <p:cNvSpPr txBox="1"/>
          <p:nvPr/>
        </p:nvSpPr>
        <p:spPr>
          <a:xfrm>
            <a:off x="6440308" y="4112417"/>
            <a:ext cx="14644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Leg Set SZ1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26E0FE-FFEF-B2F7-0531-B7F9D084FAD3}"/>
              </a:ext>
            </a:extLst>
          </p:cNvPr>
          <p:cNvSpPr txBox="1"/>
          <p:nvPr/>
        </p:nvSpPr>
        <p:spPr>
          <a:xfrm>
            <a:off x="288053" y="1323013"/>
            <a:ext cx="2958277" cy="3470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sz="1600" b="0" i="0" u="none" strike="noStrike" baseline="0" dirty="0">
                <a:solidFill>
                  <a:srgbClr val="00B050"/>
                </a:solidFill>
              </a:rPr>
              <a:t> Section ST1</a:t>
            </a:r>
          </a:p>
          <a:p>
            <a:pPr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sz="1600" b="0" i="0" u="none" strike="noStrike" baseline="0" dirty="0">
                <a:solidFill>
                  <a:srgbClr val="00B050"/>
                </a:solidFill>
              </a:rPr>
              <a:t> Drive AS1</a:t>
            </a:r>
          </a:p>
          <a:p>
            <a:pPr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sz="1600" b="0" i="0" u="none" strike="noStrike" baseline="0" dirty="0">
                <a:solidFill>
                  <a:srgbClr val="00B050"/>
                </a:solidFill>
              </a:rPr>
              <a:t> Return Unit UM1</a:t>
            </a:r>
          </a:p>
          <a:p>
            <a:pPr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sz="1600" b="0" i="0" u="none" strike="noStrike" baseline="0" dirty="0">
                <a:solidFill>
                  <a:srgbClr val="00B050"/>
                </a:solidFill>
              </a:rPr>
              <a:t> Workpiece Unit</a:t>
            </a:r>
          </a:p>
          <a:p>
            <a:pPr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sz="1600" b="0" i="0" u="none" strike="noStrike" baseline="0" dirty="0">
                <a:solidFill>
                  <a:srgbClr val="00B050"/>
                </a:solidFill>
              </a:rPr>
              <a:t> Leg Sets</a:t>
            </a:r>
          </a:p>
          <a:p>
            <a:pPr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sz="1600" b="0" i="0" u="none" strike="noStrike" baseline="0" dirty="0">
                <a:solidFill>
                  <a:srgbClr val="00B050"/>
                </a:solidFill>
              </a:rPr>
              <a:t> Lift Position Unit</a:t>
            </a:r>
          </a:p>
          <a:p>
            <a:pPr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sz="1600" b="0" i="0" u="none" strike="noStrike" baseline="0" dirty="0">
                <a:solidFill>
                  <a:srgbClr val="00B050"/>
                </a:solidFill>
              </a:rPr>
              <a:t>Position Unit</a:t>
            </a:r>
          </a:p>
          <a:p>
            <a:pPr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sz="1600" b="0" i="0" u="none" strike="noStrike" baseline="0" dirty="0">
                <a:solidFill>
                  <a:srgbClr val="00B050"/>
                </a:solidFill>
              </a:rPr>
              <a:t>Transverse Conveyor</a:t>
            </a:r>
          </a:p>
          <a:p>
            <a:pPr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sz="1600" b="0" i="0" u="none" strike="noStrike" baseline="0" dirty="0">
                <a:solidFill>
                  <a:srgbClr val="00B050"/>
                </a:solidFill>
              </a:rPr>
              <a:t>Stop Gate</a:t>
            </a:r>
            <a:endParaRPr lang="en-US" sz="1600" b="0" i="0" u="none" strike="noStrike" baseline="0" dirty="0">
              <a:solidFill>
                <a:srgbClr val="FF0000"/>
              </a:solidFill>
            </a:endParaRPr>
          </a:p>
          <a:p>
            <a:pPr algn="l">
              <a:spcBef>
                <a:spcPts val="300"/>
              </a:spcBef>
              <a:buSzPct val="90000"/>
              <a:buFont typeface="Yu Mincho Demibold" panose="02020600000000000000" pitchFamily="18" charset="-128"/>
              <a:buChar char="✖"/>
            </a:pPr>
            <a:r>
              <a:rPr lang="en-US" sz="1600" b="0" i="0" u="none" strike="sngStrike" baseline="0" dirty="0">
                <a:solidFill>
                  <a:srgbClr val="00B050"/>
                </a:solidFill>
              </a:rPr>
              <a:t> Curves</a:t>
            </a:r>
          </a:p>
          <a:p>
            <a:pPr algn="l">
              <a:spcBef>
                <a:spcPts val="300"/>
              </a:spcBef>
              <a:buSzPct val="90000"/>
              <a:buFont typeface="Yu Mincho Demibold" panose="02020600000000000000" pitchFamily="18" charset="-128"/>
              <a:buChar char="✖"/>
            </a:pPr>
            <a:r>
              <a:rPr lang="en-US" sz="1600" b="0" i="0" u="none" strike="sngStrike" baseline="0" dirty="0">
                <a:solidFill>
                  <a:srgbClr val="00B050"/>
                </a:solidFill>
              </a:rPr>
              <a:t> Conveyor Unit</a:t>
            </a:r>
          </a:p>
          <a:p>
            <a:pPr algn="l">
              <a:spcBef>
                <a:spcPts val="300"/>
              </a:spcBef>
              <a:buSzPct val="90000"/>
              <a:buFont typeface="Yu Mincho Demibold" panose="02020600000000000000" pitchFamily="18" charset="-128"/>
              <a:buChar char="✖"/>
            </a:pPr>
            <a:r>
              <a:rPr lang="en-US" sz="1600" strike="sngStrike" dirty="0">
                <a:solidFill>
                  <a:srgbClr val="00B050"/>
                </a:solidFill>
              </a:rPr>
              <a:t> Belt Section</a:t>
            </a:r>
          </a:p>
        </p:txBody>
      </p:sp>
    </p:spTree>
    <p:extLst>
      <p:ext uri="{BB962C8B-B14F-4D97-AF65-F5344CB8AC3E}">
        <p14:creationId xmlns:p14="http://schemas.microsoft.com/office/powerpoint/2010/main" val="27922159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MLTEMPLATE" val="presentation_169"/>
  <p:tag name="SAXMLCOMPANYNAME" val="rexroth"/>
  <p:tag name="MLTEMPLATEVERSION" val="2.0"/>
  <p:tag name="SAXCONVERSION" val="2"/>
  <p:tag name="MLLANGUAGE" val="eng"/>
</p:tagLst>
</file>

<file path=ppt/theme/theme1.xml><?xml version="1.0" encoding="utf-8"?>
<a:theme xmlns:a="http://schemas.openxmlformats.org/drawingml/2006/main" name="Rexroth 2023">
  <a:themeElements>
    <a:clrScheme name="Rexroth">
      <a:dk1>
        <a:srgbClr val="000000"/>
      </a:dk1>
      <a:lt1>
        <a:srgbClr val="FFFFFF"/>
      </a:lt1>
      <a:dk2>
        <a:srgbClr val="424C58"/>
      </a:dk2>
      <a:lt2>
        <a:srgbClr val="B2B3B5"/>
      </a:lt2>
      <a:accent1>
        <a:srgbClr val="002B49"/>
      </a:accent1>
      <a:accent2>
        <a:srgbClr val="00C8F7"/>
      </a:accent2>
      <a:accent3>
        <a:srgbClr val="A3BAC8"/>
      </a:accent3>
      <a:accent4>
        <a:srgbClr val="91F0FF"/>
      </a:accent4>
      <a:accent5>
        <a:srgbClr val="506E81"/>
      </a:accent5>
      <a:accent6>
        <a:srgbClr val="ED0007"/>
      </a:accent6>
      <a:hlink>
        <a:srgbClr val="002B49"/>
      </a:hlink>
      <a:folHlink>
        <a:srgbClr val="5A7C91"/>
      </a:folHlink>
    </a:clrScheme>
    <a:fontScheme name="Rexroth">
      <a:majorFont>
        <a:latin typeface="Bosch Sans Black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002B49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defTabSz="914400" eaLnBrk="1" fontAlgn="auto" latinLnBrk="0" hangingPunct="1">
          <a:lnSpc>
            <a:spcPts val="2300"/>
          </a:lnSpc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1.potx" id="{B42E7B7F-9861-432B-9E51-83B02626C983}" vid="{36667A6F-6AB1-4A48-853E-DE3CA4CBC9AE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Rexroth">
    <a:dk1>
      <a:srgbClr val="000000"/>
    </a:dk1>
    <a:lt1>
      <a:srgbClr val="FFFFFF"/>
    </a:lt1>
    <a:dk2>
      <a:srgbClr val="424C58"/>
    </a:dk2>
    <a:lt2>
      <a:srgbClr val="B2B3B5"/>
    </a:lt2>
    <a:accent1>
      <a:srgbClr val="002B49"/>
    </a:accent1>
    <a:accent2>
      <a:srgbClr val="00C8F7"/>
    </a:accent2>
    <a:accent3>
      <a:srgbClr val="A3BAC8"/>
    </a:accent3>
    <a:accent4>
      <a:srgbClr val="91F0FF"/>
    </a:accent4>
    <a:accent5>
      <a:srgbClr val="506E81"/>
    </a:accent5>
    <a:accent6>
      <a:srgbClr val="ED0007"/>
    </a:accent6>
    <a:hlink>
      <a:srgbClr val="002B49"/>
    </a:hlink>
    <a:folHlink>
      <a:srgbClr val="5A7C91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sax_Colors>
  <Line size="7">
    <Color val="0066A2"/>
    <Color val="0082AE"/>
    <Color val="2A958D"/>
    <Color val="67A356"/>
  </Line>
  <Line size="7">
    <Color val="EBD417"/>
    <Color val="F36716"/>
  </Line>
</sax_Colors>
</file>

<file path=customXml/item2.xml><?xml version="1.0" encoding="utf-8"?>
<saxML>
  <saxMLTemplate>presentation_169</saxMLTemplate>
  <Variablen>
    <Variable>
      <Name>attachmentremark</Name>
      <OrgInhalt/>
      <Wert/>
      <Platzhalter>False</Platzhalter>
      <DocDatenDialog>True</DocDatenDialog>
      <Label>Attachment</Label>
      <FrageVar>False</FrageVar>
      <Prefix/>
      <Suffix/>
      <WegfallVar/>
      <MussFeld>False</MussFeld>
      <InDokument>True</InDokument>
      <Sektion>Rectangle7</Sektion>
      <Reihenfolge>0</Reihenfolge>
    </Variable>
    <Variable>
      <Name>departmentshort</Name>
      <OrgInhalt>DC-AT/ESP1</OrgInhalt>
      <Wert>DC-AT/ESP1</Wert>
      <Platzhalter>False</Platzhalter>
      <DocDatenDialog>True</DocDatenDialog>
      <Label>Authoring</Label>
      <FrageVar>False</FrageVar>
      <Prefix/>
      <Suffix/>
      <WegfallVar/>
      <MussFeld>False</MussFeld>
      <Trenner>
        <VariableVor>confidentiality</VariableVor>
        <VariableVor>businessunit</VariableVor>
        <Zwischen> | </Zwischen>
        <VariableNach>departmentshort</VariableNach>
      </Trenner>
      <InDokument>True</InDokument>
      <Sektion>Footer</Sektion>
      <Reihenfolge/>
    </Variable>
    <Variable>
      <Name>confidentiality</Name>
      <OrgInhalt/>
      <Wert/>
      <Platzhalter>False</Platzhalter>
      <DocDatenDialog>True</DocDatenDialog>
      <Label>Notation of confidentiality</Label>
      <FrageVar>False</FrageVar>
      <Prefix/>
      <Suffix/>
      <WegfallVar/>
      <ComboBox>
        <Option>Internal</Option>
        <Option>Confidential</Option>
        <Option>Strictly confidential</Option>
        <Option/>
      </ComboBox>
      <MussFeld>False</MussFeld>
      <InDokument>True</InDokument>
      <Sektion>Footer</Sektion>
      <Reihenfolge>0</Reihenfolge>
    </Variable>
    <Variable>
      <Name>copyright</Name>
      <OrgInhalt>© Bosch Rexroth AG 2024. All rights reserved, also regarding any disposal, exploitation, reproduction, editing, distribution, as well as in the event of applications for industrial property rights.</OrgInhalt>
      <Wert>© Bosch Rexroth AG 2024. All rights reserved, also regarding any disposal, exploitation, reproduction, editing, distribution, as well as in the event of applications for industrial property rights.</Wert>
      <Platzhalter>False</Platzhalter>
      <DocDatenDialog>False</DocDatenDialog>
      <Label>$tr_copyright$</Label>
      <FrageVar>False</FrageVar>
      <Prefix/>
      <Suffix/>
      <WegfallVar/>
      <MussFeld>False</MussFeld>
      <Trenner>
        <VariableVor>departmentshort</VariableVor>
        <VariableVor>confidentiality</VariableVor>
        <VariableVor>businessunit</VariableVor>
        <VariableVor>dateformat</VariableVor>
        <VariableVor>repositoryremark</VariableVor>
        <Zwischen> | </Zwischen>
        <VariableNach>copyright</VariableNach>
      </Trenner>
      <InDokument>True</InDokument>
      <Sektion>Footer</Sektion>
      <Reihenfolge/>
    </Variable>
    <Variable>
      <Name>dateformat</Name>
      <OrgInhalt>13/06/2024</OrgInhalt>
      <Wert>13/06/2024</Wert>
      <Platzhalter>False</Platzhalter>
      <DocDatenDialog>True</DocDatenDialog>
      <Label>Date</Label>
      <FrageVar>False</FrageVar>
      <Prefix/>
      <Suffix/>
      <WegfallVar/>
      <MussFeld>False</MussFeld>
      <Trenner>
        <VariableVor>departmentshort</VariableVor>
        <VariableVor>confidentiality</VariableVor>
        <VariableVor>businessunit</VariableVor>
        <Zwischen> | </Zwischen>
        <VariableNach>dateformat</VariableNach>
      </Trenner>
      <InDokument>True</InDokument>
      <Sektion>Footer</Sektion>
      <Reihenfolge>0</Reihenfolge>
    </Variable>
    <Variable>
      <Name>businessunit</Name>
      <OrgInhalt/>
      <Wert/>
      <Platzhalter>False</Platzhalter>
      <DocDatenDialog>False</DocDatenDialog>
      <Label>$tr_businessunit$</Label>
      <FrageVar>False</FrageVar>
      <Prefix/>
      <Suffix/>
      <WegfallVar/>
      <MussFeld>False</MussFeld>
      <Trenner>
        <VariableVor>confidentiality</VariableVor>
        <Zwischen> | </Zwischen>
        <VariableNach>businessunit</VariableNach>
      </Trenner>
      <InDokument>True</InDokument>
      <Sektion>Footer</Sektion>
      <Reihenfolge>0</Reihenfolge>
    </Variable>
    <Variable>
      <Name>repositoryremark</Name>
      <OrgInhalt/>
      <Wert/>
      <Platzhalter>False</Platzhalter>
      <DocDatenDialog>True</DocDatenDialog>
      <Label>Filing note</Label>
      <FrageVar>False</FrageVar>
      <Prefix/>
      <Suffix/>
      <WegfallVar/>
      <MussFeld>False</MussFeld>
      <Trenner>
        <VariableVor>departmentshort</VariableVor>
        <VariableVor>confidentiality</VariableVor>
        <VariableVor>businessunit</VariableVor>
        <VariableVor>dateformat</VariableVor>
        <Zwischen> | </Zwischen>
        <VariableNach>repositoryremark</VariableNach>
      </Trenner>
      <InDokument>True</InDokument>
      <Sektion>Footer</Sektion>
      <Reihenfolge>0</Reihenfolge>
    </Variable>
  </Variablen>
</saxML>
</file>

<file path=customXml/itemProps1.xml><?xml version="1.0" encoding="utf-8"?>
<ds:datastoreItem xmlns:ds="http://schemas.openxmlformats.org/officeDocument/2006/customXml" ds:itemID="{D0252559-44F8-474C-B66D-E357B88E32C2}">
  <ds:schemaRefs/>
</ds:datastoreItem>
</file>

<file path=customXml/itemProps2.xml><?xml version="1.0" encoding="utf-8"?>
<ds:datastoreItem xmlns:ds="http://schemas.openxmlformats.org/officeDocument/2006/customXml" ds:itemID="{F380EBFA-E2FD-45DD-8CA9-AEA47FCF934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presentation_169_1</Template>
  <TotalTime>0</TotalTime>
  <Words>940</Words>
  <Application>Microsoft Office PowerPoint</Application>
  <PresentationFormat>Custom</PresentationFormat>
  <Paragraphs>222</Paragraphs>
  <Slides>27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Yu Mincho Demibold</vt:lpstr>
      <vt:lpstr>Arial</vt:lpstr>
      <vt:lpstr>Bosch Office Sans</vt:lpstr>
      <vt:lpstr>Bosch Sans Black</vt:lpstr>
      <vt:lpstr>Calibri</vt:lpstr>
      <vt:lpstr>Wingdings</vt:lpstr>
      <vt:lpstr>Wingdings 3</vt:lpstr>
      <vt:lpstr>Rexroth 2023</vt:lpstr>
      <vt:lpstr>Visual Components Library Development Transfer System 1 (TS1 &amp; TS1 Evo)  21.10.2024</vt:lpstr>
      <vt:lpstr>Current Progress</vt:lpstr>
      <vt:lpstr>Development Plan</vt:lpstr>
      <vt:lpstr>Planned Components from MTpro</vt:lpstr>
      <vt:lpstr>Planned Components from MTpro</vt:lpstr>
      <vt:lpstr>Planned Components from MTpro</vt:lpstr>
      <vt:lpstr>Planned Components from MTpro</vt:lpstr>
      <vt:lpstr>Planned Components from MTpro</vt:lpstr>
      <vt:lpstr>Planned Components from MTpro</vt:lpstr>
      <vt:lpstr>Planned Components from MTpro</vt:lpstr>
      <vt:lpstr>Planned Components from MTpro</vt:lpstr>
      <vt:lpstr>Planned Components from MTpro</vt:lpstr>
      <vt:lpstr>TS1 products properties and limitations</vt:lpstr>
      <vt:lpstr>Modelled components</vt:lpstr>
      <vt:lpstr>Modelled components</vt:lpstr>
      <vt:lpstr>Modelled components</vt:lpstr>
      <vt:lpstr>Modelled components</vt:lpstr>
      <vt:lpstr>Modelled components</vt:lpstr>
      <vt:lpstr>Modelled components</vt:lpstr>
      <vt:lpstr>Modelled components</vt:lpstr>
      <vt:lpstr>Modelled components</vt:lpstr>
      <vt:lpstr>Belt Section</vt:lpstr>
      <vt:lpstr>Testing Plan</vt:lpstr>
      <vt:lpstr>Planned Demonstrator Models</vt:lpstr>
      <vt:lpstr>PowerPoint Presentation</vt:lpstr>
      <vt:lpstr>PowerPoint Presentation</vt:lpstr>
      <vt:lpstr>Status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Transfer System 1</dc:title>
  <dc:creator>Tajne Sahil Suresh (DC-AT/ESP1)</dc:creator>
  <cp:lastModifiedBy>Sunil Sooraj (DC-AT/ESP1)</cp:lastModifiedBy>
  <cp:revision>50</cp:revision>
  <dcterms:created xsi:type="dcterms:W3CDTF">2024-06-13T14:01:21Z</dcterms:created>
  <dcterms:modified xsi:type="dcterms:W3CDTF">2024-10-23T09:53:08Z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achmentremark">
    <vt:lpwstr>$attachmentremark$</vt:lpwstr>
  </property>
  <property fmtid="{D5CDD505-2E9C-101B-9397-08002B2CF9AE}" pid="3" name="confidentiality">
    <vt:lpwstr>$confidentiality$</vt:lpwstr>
  </property>
  <property fmtid="{D5CDD505-2E9C-101B-9397-08002B2CF9AE}" pid="4" name="copyright">
    <vt:lpwstr>$copyright$</vt:lpwstr>
  </property>
  <property fmtid="{D5CDD505-2E9C-101B-9397-08002B2CF9AE}" pid="5" name="dateformat">
    <vt:lpwstr>$dateformat$</vt:lpwstr>
  </property>
  <property fmtid="{D5CDD505-2E9C-101B-9397-08002B2CF9AE}" pid="6" name="businessunit">
    <vt:lpwstr>$businessunit$</vt:lpwstr>
  </property>
  <property fmtid="{D5CDD505-2E9C-101B-9397-08002B2CF9AE}" pid="7" name="repositoryremark">
    <vt:lpwstr>$repositoryremark$</vt:lpwstr>
  </property>
</Properties>
</file>