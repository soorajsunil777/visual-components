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17"/>
  </p:notesMasterIdLst>
  <p:sldIdLst>
    <p:sldId id="256" r:id="rId4"/>
    <p:sldId id="258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0969625" cy="6170613"/>
  <p:notesSz cx="6858000" cy="9144000"/>
  <p:custDataLst>
    <p:tags r:id="rId18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B49"/>
    <a:srgbClr val="00B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4660"/>
  </p:normalViewPr>
  <p:slideViewPr>
    <p:cSldViewPr snapToGrid="0">
      <p:cViewPr varScale="1">
        <p:scale>
          <a:sx n="86" d="100"/>
          <a:sy n="86" d="100"/>
        </p:scale>
        <p:origin x="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gs" Target="tags/tag1.xml"/><Relationship Id="rId3" Type="http://schemas.openxmlformats.org/officeDocument/2006/relationships/slideMaster" Target="slideMasters/slideMaster1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05.05.2025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4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9.xml"/><Relationship Id="rId7" Type="http://schemas.openxmlformats.org/officeDocument/2006/relationships/image" Target="../media/image4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3.xml"/><Relationship Id="rId7" Type="http://schemas.openxmlformats.org/officeDocument/2006/relationships/image" Target="../media/image4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1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0000" y="1440000"/>
            <a:ext cx="10346100" cy="4021000"/>
          </a:xfrm>
          <a:ln w="0">
            <a:noFill/>
          </a:ln>
          <a:effectLst/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8600"/>
              </a:lnSpc>
              <a:spcBef>
                <a:spcPts val="0"/>
              </a:spcBef>
              <a:defRPr sz="8000" b="1" cap="none" baseline="0">
                <a:solidFill>
                  <a:schemeClr val="accent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sp>
        <p:nvSpPr>
          <p:cNvPr id="2" name="BackgroundPicture1">
            <a:extLst>
              <a:ext uri="{FF2B5EF4-FFF2-40B4-BE49-F238E27FC236}">
                <a16:creationId xmlns:a16="http://schemas.microsoft.com/office/drawing/2014/main" id="{4C67D05B-02EA-1693-2D4B-CA7DCC429FBA}"/>
              </a:ext>
            </a:extLst>
          </p:cNvPr>
          <p:cNvSpPr/>
          <p:nvPr userDrawn="1"/>
        </p:nvSpPr>
        <p:spPr>
          <a:xfrm>
            <a:off x="0" y="0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BackgroundPicture2">
            <a:extLst>
              <a:ext uri="{FF2B5EF4-FFF2-40B4-BE49-F238E27FC236}">
                <a16:creationId xmlns:a16="http://schemas.microsoft.com/office/drawing/2014/main" id="{984B3BDF-3DD4-0AD5-2FB3-85808C585D9C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4CC023B5-22C1-14E9-33D3-94BB9F1111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C06A1-B4B3-3ED8-6674-D4EC3FE9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22300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8" orient="horz" pos="905" userDrawn="1">
          <p15:clr>
            <a:srgbClr val="FBAE40"/>
          </p15:clr>
        </p15:guide>
        <p15:guide id="23" orient="horz" pos="3440" userDrawn="1">
          <p15:clr>
            <a:srgbClr val="FBAE40"/>
          </p15:clr>
        </p15:guide>
        <p15:guide id="24" pos="224" userDrawn="1">
          <p15:clr>
            <a:srgbClr val="FBAE40"/>
          </p15:clr>
        </p15:guide>
        <p15:guide id="25" pos="674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2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6F21F40C-BA51-788F-EAA1-C877C872B50A}"/>
              </a:ext>
            </a:extLst>
          </p:cNvPr>
          <p:cNvSpPr/>
          <p:nvPr userDrawn="1"/>
        </p:nvSpPr>
        <p:spPr>
          <a:xfrm>
            <a:off x="1" y="349201"/>
            <a:ext cx="10969625" cy="5482801"/>
          </a:xfrm>
          <a:custGeom>
            <a:avLst/>
            <a:gdLst>
              <a:gd name="connsiteX0" fmla="*/ 10969625 w 10969625"/>
              <a:gd name="connsiteY0" fmla="*/ 0 h 5482801"/>
              <a:gd name="connsiteX1" fmla="*/ 10969625 w 10969625"/>
              <a:gd name="connsiteY1" fmla="*/ 4903413 h 5482801"/>
              <a:gd name="connsiteX2" fmla="*/ 1 w 10969625"/>
              <a:gd name="connsiteY2" fmla="*/ 5472213 h 5482801"/>
              <a:gd name="connsiteX3" fmla="*/ 1 w 10969625"/>
              <a:gd name="connsiteY3" fmla="*/ 5482801 h 5482801"/>
              <a:gd name="connsiteX4" fmla="*/ 0 w 10969625"/>
              <a:gd name="connsiteY4" fmla="*/ 5482801 h 5482801"/>
              <a:gd name="connsiteX5" fmla="*/ 0 w 10969625"/>
              <a:gd name="connsiteY5" fmla="*/ 568800 h 5482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69625" h="5482801">
                <a:moveTo>
                  <a:pt x="10969625" y="0"/>
                </a:moveTo>
                <a:lnTo>
                  <a:pt x="10969625" y="4903413"/>
                </a:lnTo>
                <a:lnTo>
                  <a:pt x="1" y="5472213"/>
                </a:lnTo>
                <a:lnTo>
                  <a:pt x="1" y="5482801"/>
                </a:lnTo>
                <a:lnTo>
                  <a:pt x="0" y="5482801"/>
                </a:lnTo>
                <a:lnTo>
                  <a:pt x="0" y="56880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0000" y="1440000"/>
            <a:ext cx="10346100" cy="4021000"/>
          </a:xfrm>
          <a:ln w="0">
            <a:noFill/>
          </a:ln>
          <a:effectLst/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8600"/>
              </a:lnSpc>
              <a:spcBef>
                <a:spcPts val="0"/>
              </a:spcBef>
              <a:defRPr sz="8000" b="1" cap="none" baseline="0">
                <a:solidFill>
                  <a:schemeClr val="accent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36E187B1-0E63-E4C5-B68A-E4C50B0C8E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38" y="5592014"/>
            <a:ext cx="1009142" cy="40513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9AD324-3F15-1D01-F90C-2B6497AD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8" orient="horz" pos="905" userDrawn="1">
          <p15:clr>
            <a:srgbClr val="FBAE40"/>
          </p15:clr>
        </p15:guide>
        <p15:guide id="23" orient="horz" pos="3440" userDrawn="1">
          <p15:clr>
            <a:srgbClr val="FBAE40"/>
          </p15:clr>
        </p15:guide>
        <p15:guide id="24" pos="224" userDrawn="1">
          <p15:clr>
            <a:srgbClr val="FBAE40"/>
          </p15:clr>
        </p15:guide>
        <p15:guide id="25" pos="67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>
            <a:extLst>
              <a:ext uri="{FF2B5EF4-FFF2-40B4-BE49-F238E27FC236}">
                <a16:creationId xmlns:a16="http://schemas.microsoft.com/office/drawing/2014/main" id="{88040321-5159-B1E3-A5D4-F3AB20888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38" y="5592014"/>
            <a:ext cx="1009142" cy="405130"/>
          </a:xfrm>
          <a:prstGeom prst="rect">
            <a:avLst/>
          </a:prstGeom>
        </p:spPr>
      </p:pic>
      <p:sp>
        <p:nvSpPr>
          <p:cNvPr id="5" name="Bildplatzhalter 4">
            <a:extLst>
              <a:ext uri="{FF2B5EF4-FFF2-40B4-BE49-F238E27FC236}">
                <a16:creationId xmlns:a16="http://schemas.microsoft.com/office/drawing/2014/main" id="{C07D8637-53DC-E110-5837-5249EC2B852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-1" y="349201"/>
            <a:ext cx="10969626" cy="5821413"/>
          </a:xfrm>
          <a:custGeom>
            <a:avLst/>
            <a:gdLst>
              <a:gd name="connsiteX0" fmla="*/ 1 w 10969626"/>
              <a:gd name="connsiteY0" fmla="*/ 5821200 h 5821413"/>
              <a:gd name="connsiteX1" fmla="*/ 2 w 10969626"/>
              <a:gd name="connsiteY1" fmla="*/ 5821200 h 5821413"/>
              <a:gd name="connsiteX2" fmla="*/ 2 w 10969626"/>
              <a:gd name="connsiteY2" fmla="*/ 5821412 h 5821413"/>
              <a:gd name="connsiteX3" fmla="*/ 10969626 w 10969626"/>
              <a:gd name="connsiteY3" fmla="*/ 5821412 h 5821413"/>
              <a:gd name="connsiteX4" fmla="*/ 10969626 w 10969626"/>
              <a:gd name="connsiteY4" fmla="*/ 5821413 h 5821413"/>
              <a:gd name="connsiteX5" fmla="*/ 1 w 10969626"/>
              <a:gd name="connsiteY5" fmla="*/ 5821413 h 5821413"/>
              <a:gd name="connsiteX6" fmla="*/ 10969625 w 10969626"/>
              <a:gd name="connsiteY6" fmla="*/ 0 h 5821413"/>
              <a:gd name="connsiteX7" fmla="*/ 10969625 w 10969626"/>
              <a:gd name="connsiteY7" fmla="*/ 4903412 h 5821413"/>
              <a:gd name="connsiteX8" fmla="*/ 2 w 10969626"/>
              <a:gd name="connsiteY8" fmla="*/ 5472212 h 5821413"/>
              <a:gd name="connsiteX9" fmla="*/ 2 w 10969626"/>
              <a:gd name="connsiteY9" fmla="*/ 5472213 h 5821413"/>
              <a:gd name="connsiteX10" fmla="*/ 1 w 10969626"/>
              <a:gd name="connsiteY10" fmla="*/ 5472213 h 5821413"/>
              <a:gd name="connsiteX11" fmla="*/ 1 w 10969626"/>
              <a:gd name="connsiteY11" fmla="*/ 5821200 h 5821413"/>
              <a:gd name="connsiteX12" fmla="*/ 0 w 10969626"/>
              <a:gd name="connsiteY12" fmla="*/ 5821200 h 5821413"/>
              <a:gd name="connsiteX13" fmla="*/ 0 w 10969626"/>
              <a:gd name="connsiteY13" fmla="*/ 568800 h 5821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626" h="5821413">
                <a:moveTo>
                  <a:pt x="1" y="5821200"/>
                </a:moveTo>
                <a:lnTo>
                  <a:pt x="2" y="5821200"/>
                </a:lnTo>
                <a:lnTo>
                  <a:pt x="2" y="5821412"/>
                </a:lnTo>
                <a:lnTo>
                  <a:pt x="10969626" y="5821412"/>
                </a:lnTo>
                <a:lnTo>
                  <a:pt x="10969626" y="5821413"/>
                </a:lnTo>
                <a:lnTo>
                  <a:pt x="1" y="5821413"/>
                </a:lnTo>
                <a:close/>
                <a:moveTo>
                  <a:pt x="10969625" y="0"/>
                </a:moveTo>
                <a:lnTo>
                  <a:pt x="10969625" y="4903412"/>
                </a:lnTo>
                <a:lnTo>
                  <a:pt x="2" y="5472212"/>
                </a:lnTo>
                <a:lnTo>
                  <a:pt x="2" y="5472213"/>
                </a:lnTo>
                <a:lnTo>
                  <a:pt x="1" y="5472213"/>
                </a:lnTo>
                <a:lnTo>
                  <a:pt x="1" y="5821200"/>
                </a:lnTo>
                <a:lnTo>
                  <a:pt x="0" y="5821200"/>
                </a:lnTo>
                <a:lnTo>
                  <a:pt x="0" y="568800"/>
                </a:lnTo>
                <a:close/>
              </a:path>
            </a:pathLst>
          </a:custGeom>
          <a:solidFill>
            <a:srgbClr val="FFE6E7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550000"/>
              </a:lnSpc>
              <a:spcBef>
                <a:spcPts val="0"/>
              </a:spcBef>
              <a:buNone/>
              <a:defRPr sz="1200"/>
            </a:lvl1pPr>
          </a:lstStyle>
          <a:p>
            <a:r>
              <a:rPr lang="en-US"/>
              <a:t>Bild hinzufügen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D84C58A-C176-47E5-9BFB-4C39A331C533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0" y="1443656"/>
            <a:ext cx="5159767" cy="1093374"/>
          </a:xfrm>
          <a:solidFill>
            <a:schemeClr val="accent2"/>
          </a:solidFill>
        </p:spPr>
        <p:txBody>
          <a:bodyPr wrap="none" lIns="273600" tIns="208800" rIns="273600" bIns="61200">
            <a:spAutoFit/>
          </a:bodyPr>
          <a:lstStyle>
            <a:lvl1pPr marL="0" indent="0" algn="l">
              <a:lnSpc>
                <a:spcPts val="6400"/>
              </a:lnSpc>
              <a:spcBef>
                <a:spcPts val="0"/>
              </a:spcBef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Bitte Inhalt eingeben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090800" y="259199"/>
            <a:ext cx="8103650" cy="1093374"/>
          </a:xfrm>
          <a:solidFill>
            <a:schemeClr val="accent2"/>
          </a:solidFill>
          <a:ln w="0">
            <a:noFill/>
          </a:ln>
          <a:effectLst/>
        </p:spPr>
        <p:txBody>
          <a:bodyPr wrap="none" lIns="273600" tIns="208800" rIns="273600" bIns="61200" anchor="t" anchorCtr="0">
            <a:spAutoFit/>
          </a:bodyPr>
          <a:lstStyle>
            <a:lvl1pPr algn="l">
              <a:lnSpc>
                <a:spcPts val="6400"/>
              </a:lnSpc>
              <a:defRPr sz="6000" b="1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047D35-1E20-C15C-5C39-3A0C457D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2" pos="168" userDrawn="1">
          <p15:clr>
            <a:srgbClr val="FBAE40"/>
          </p15:clr>
        </p15:guide>
        <p15:guide id="15" pos="6744" userDrawn="1">
          <p15:clr>
            <a:srgbClr val="FBAE40"/>
          </p15:clr>
        </p15:guide>
        <p15:guide id="18" orient="horz" pos="3436" userDrawn="1">
          <p15:clr>
            <a:srgbClr val="FBAE40"/>
          </p15:clr>
        </p15:guide>
        <p15:guide id="23" orient="horz" pos="854" userDrawn="1">
          <p15:clr>
            <a:srgbClr val="FBAE40"/>
          </p15:clr>
        </p15:guide>
        <p15:guide id="24" orient="horz" pos="1599" userDrawn="1">
          <p15:clr>
            <a:srgbClr val="FBAE40"/>
          </p15:clr>
        </p15:guide>
        <p15:guide id="25" orient="horz" pos="159" userDrawn="1">
          <p15:clr>
            <a:srgbClr val="FBAE40"/>
          </p15:clr>
        </p15:guide>
        <p15:guide id="26" orient="horz" pos="908" userDrawn="1">
          <p15:clr>
            <a:srgbClr val="FBAE40"/>
          </p15:clr>
        </p15:guide>
        <p15:guide id="2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Picture2">
            <a:extLst>
              <a:ext uri="{FF2B5EF4-FFF2-40B4-BE49-F238E27FC236}">
                <a16:creationId xmlns:a16="http://schemas.microsoft.com/office/drawing/2014/main" id="{D2B671C2-F892-7D86-47F6-297924D45BA0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226CA20-F6D6-2E36-A0A8-1924721041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7" name="Footer">
            <a:extLst>
              <a:ext uri="{FF2B5EF4-FFF2-40B4-BE49-F238E27FC236}">
                <a16:creationId xmlns:a16="http://schemas.microsoft.com/office/drawing/2014/main" id="{C7059B8D-6CE9-AFC3-4791-373D5B9A5384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06.06.2023 | © Bosch Rexroth AG 2023. Alle Rechte vorbehalten, auch bzgl. jeder Verfügung, Verwertung, Reproduktion, Bearbeitung, Weitergabe sowie für den Fall von Schutzrechtsanmeldungen.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" name="Chapter_titleonly">
            <a:extLst>
              <a:ext uri="{FF2B5EF4-FFF2-40B4-BE49-F238E27FC236}">
                <a16:creationId xmlns:a16="http://schemas.microsoft.com/office/drawing/2014/main" id="{BE09DEEA-7110-245B-5AD2-75A29B3BA8E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5" name="slide_title">
            <a:extLst>
              <a:ext uri="{FF2B5EF4-FFF2-40B4-BE49-F238E27FC236}">
                <a16:creationId xmlns:a16="http://schemas.microsoft.com/office/drawing/2014/main" id="{C0A6F091-52AD-4C0A-8D32-80EE860A9980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9080" y="1295400"/>
            <a:ext cx="1045210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284105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5" orient="horz" pos="652" userDrawn="1">
          <p15:clr>
            <a:srgbClr val="FBAE40"/>
          </p15:clr>
        </p15:guide>
        <p15:guide id="16" orient="horz" pos="816" userDrawn="1">
          <p15:clr>
            <a:srgbClr val="FBAE40"/>
          </p15:clr>
        </p15:guide>
        <p15:guide id="17" orient="horz" pos="344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pter_titleonly">
            <a:extLst>
              <a:ext uri="{FF2B5EF4-FFF2-40B4-BE49-F238E27FC236}">
                <a16:creationId xmlns:a16="http://schemas.microsoft.com/office/drawing/2014/main" id="{BE09DEEA-7110-245B-5AD2-75A29B3BA8E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5" name="slide_title">
            <a:extLst>
              <a:ext uri="{FF2B5EF4-FFF2-40B4-BE49-F238E27FC236}">
                <a16:creationId xmlns:a16="http://schemas.microsoft.com/office/drawing/2014/main" id="{C0A6F091-52AD-4C0A-8D32-80EE860A9980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9080" y="1295400"/>
            <a:ext cx="1045210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5" orient="horz" pos="652" userDrawn="1">
          <p15:clr>
            <a:srgbClr val="FBAE40"/>
          </p15:clr>
        </p15:guide>
        <p15:guide id="16" orient="horz" pos="816" userDrawn="1">
          <p15:clr>
            <a:srgbClr val="FBAE40"/>
          </p15:clr>
        </p15:guide>
        <p15:guide id="17" orient="horz" pos="344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1FC57609-6AFA-3304-8F7B-7BCD44E6CEB3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DFF25F49-7BF4-12C2-56D2-72A9903FFE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8" name="Footer">
            <a:extLst>
              <a:ext uri="{FF2B5EF4-FFF2-40B4-BE49-F238E27FC236}">
                <a16:creationId xmlns:a16="http://schemas.microsoft.com/office/drawing/2014/main" id="{FCACF895-D46F-5D35-43CD-79C2AC5D53C1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06.06.2023 | © Bosch Rexroth AG 2023. Alle Rechte vorbehalten, auch bzgl. jeder Verfügung, Verwertung, Reproduktion, Bearbeitung, Weitergabe sowie für den Fall von Schutzrechtsanmeldungen.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ABC852AC-F4A3-94DE-3FB8-23477B54F94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9F6D022B-DEE5-4AD2-8799-00321036FE87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080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816" userDrawn="1">
          <p15:clr>
            <a:srgbClr val="FBAE40"/>
          </p15:clr>
        </p15:guide>
        <p15:guide id="15" orient="horz" pos="2088" userDrawn="1">
          <p15:clr>
            <a:srgbClr val="FBAE40"/>
          </p15:clr>
        </p15:guide>
        <p15:guide id="16" orient="horz" pos="2169" userDrawn="1">
          <p15:clr>
            <a:srgbClr val="FBAE40"/>
          </p15:clr>
        </p15:guide>
        <p15:guide id="17" orient="horz" pos="3441" userDrawn="1">
          <p15:clr>
            <a:srgbClr val="FBAE40"/>
          </p15:clr>
        </p15:guide>
        <p15:guide id="19" orient="horz" pos="65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ABC852AC-F4A3-94DE-3FB8-23477B54F94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9F6D022B-DEE5-4AD2-8799-00321036FE87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816" userDrawn="1">
          <p15:clr>
            <a:srgbClr val="FBAE40"/>
          </p15:clr>
        </p15:guide>
        <p15:guide id="15" orient="horz" pos="2088" userDrawn="1">
          <p15:clr>
            <a:srgbClr val="FBAE40"/>
          </p15:clr>
        </p15:guide>
        <p15:guide id="16" orient="horz" pos="2169" userDrawn="1">
          <p15:clr>
            <a:srgbClr val="FBAE40"/>
          </p15:clr>
        </p15:guide>
        <p15:guide id="17" orient="horz" pos="3441" userDrawn="1">
          <p15:clr>
            <a:srgbClr val="FBAE40"/>
          </p15:clr>
        </p15:guide>
        <p15:guide id="19" orient="horz" pos="65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ntent dark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Picture2">
            <a:extLst>
              <a:ext uri="{FF2B5EF4-FFF2-40B4-BE49-F238E27FC236}">
                <a16:creationId xmlns:a16="http://schemas.microsoft.com/office/drawing/2014/main" id="{BBDA00B9-3600-5FA0-6818-202B41AB7273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2631C5EE-CABD-169C-1ABA-1CEB3EA813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8" name="Footer">
            <a:extLst>
              <a:ext uri="{FF2B5EF4-FFF2-40B4-BE49-F238E27FC236}">
                <a16:creationId xmlns:a16="http://schemas.microsoft.com/office/drawing/2014/main" id="{43237A22-C329-4BCF-C7CF-4899B8B56D46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06.06.2023 | © Bosch Rexroth AG 2023. Alle Rechte vorbehalten, auch bzgl. jeder Verfügung, Verwertung, Reproduktion, Bearbeitung, Weitergabe sowie für den Fall von Schutzrechtsanmeldungen.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8D62AB88-76FF-A3A0-37E8-EB4781142AA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F65834A0-7F38-430B-B142-0F15EEF33EA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216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7513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5" pos="3224" userDrawn="1">
          <p15:clr>
            <a:srgbClr val="FBAE40"/>
          </p15:clr>
        </p15:guide>
        <p15:guide id="6" pos="3686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3" orient="horz" pos="653" userDrawn="1">
          <p15:clr>
            <a:srgbClr val="FBAE40"/>
          </p15:clr>
        </p15:guide>
        <p15:guide id="14" orient="horz" pos="816" userDrawn="1">
          <p15:clr>
            <a:srgbClr val="FBAE40"/>
          </p15:clr>
        </p15:guide>
        <p15:guide id="15" orient="horz" pos="344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ligh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8D62AB88-76FF-A3A0-37E8-EB4781142AA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F65834A0-7F38-430B-B142-0F15EEF33EA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216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5" pos="3224" userDrawn="1">
          <p15:clr>
            <a:srgbClr val="FBAE40"/>
          </p15:clr>
        </p15:guide>
        <p15:guide id="6" pos="3686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3" orient="horz" pos="653" userDrawn="1">
          <p15:clr>
            <a:srgbClr val="FBAE40"/>
          </p15:clr>
        </p15:guide>
        <p15:guide id="14" orient="horz" pos="816" userDrawn="1">
          <p15:clr>
            <a:srgbClr val="FBAE40"/>
          </p15:clr>
        </p15:guide>
        <p15:guide id="15" orient="horz" pos="344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Picture2">
            <a:extLst>
              <a:ext uri="{FF2B5EF4-FFF2-40B4-BE49-F238E27FC236}">
                <a16:creationId xmlns:a16="http://schemas.microsoft.com/office/drawing/2014/main" id="{284D3B4C-9D1A-C467-D10D-AB5759B15402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47FD3E56-5E06-6DD1-4756-46DE63EF80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8" name="Footer">
            <a:extLst>
              <a:ext uri="{FF2B5EF4-FFF2-40B4-BE49-F238E27FC236}">
                <a16:creationId xmlns:a16="http://schemas.microsoft.com/office/drawing/2014/main" id="{FEB6F6A5-A529-92B9-55FE-058CB9D1E984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06.06.2023 | © Bosch Rexroth AG 2023. Alle Rechte vorbehalten, auch bzgl. jeder Verfügung, Verwertung, Reproduktion, Bearbeitung, Weitergabe sowie für den Fall von Schutzrechtsanmeldungen.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E311C0AE-2DE4-8E96-7B13-6B9BCE05E5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8" name="slide_title">
            <a:extLst>
              <a:ext uri="{FF2B5EF4-FFF2-40B4-BE49-F238E27FC236}">
                <a16:creationId xmlns:a16="http://schemas.microsoft.com/office/drawing/2014/main" id="{8466D3B3-E7C3-4CBE-9A38-5FE8BF51AAEA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1033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6158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310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5" pos="2134" userDrawn="1">
          <p15:clr>
            <a:srgbClr val="FBAE40"/>
          </p15:clr>
        </p15:guide>
        <p15:guide id="6" pos="4763" userDrawn="1">
          <p15:clr>
            <a:srgbClr val="FBAE40"/>
          </p15:clr>
        </p15:guide>
        <p15:guide id="7" pos="6734" userDrawn="1">
          <p15:clr>
            <a:srgbClr val="FBAE40"/>
          </p15:clr>
        </p15:guide>
        <p15:guide id="8" pos="2463" userDrawn="1">
          <p15:clr>
            <a:srgbClr val="FBAE40"/>
          </p15:clr>
        </p15:guide>
        <p15:guide id="9" pos="4434" userDrawn="1">
          <p15:clr>
            <a:srgbClr val="FBAE40"/>
          </p15:clr>
        </p15:guide>
        <p15:guide id="12" orient="horz" pos="163" userDrawn="1">
          <p15:clr>
            <a:srgbClr val="FBAE40"/>
          </p15:clr>
        </p15:guide>
        <p15:guide id="13" orient="horz" pos="408" userDrawn="1">
          <p15:clr>
            <a:srgbClr val="FBAE40"/>
          </p15:clr>
        </p15:guide>
        <p15:guide id="14" orient="horz" pos="653" userDrawn="1">
          <p15:clr>
            <a:srgbClr val="FBAE40"/>
          </p15:clr>
        </p15:guide>
        <p15:guide id="16" orient="horz" pos="3441" userDrawn="1">
          <p15:clr>
            <a:srgbClr val="FBAE40"/>
          </p15:clr>
        </p15:guide>
        <p15:guide id="17" orient="horz" pos="81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E311C0AE-2DE4-8E96-7B13-6B9BCE05E5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8" name="slide_title">
            <a:extLst>
              <a:ext uri="{FF2B5EF4-FFF2-40B4-BE49-F238E27FC236}">
                <a16:creationId xmlns:a16="http://schemas.microsoft.com/office/drawing/2014/main" id="{8466D3B3-E7C3-4CBE-9A38-5FE8BF51AAEA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1033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6158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5" pos="2134" userDrawn="1">
          <p15:clr>
            <a:srgbClr val="FBAE40"/>
          </p15:clr>
        </p15:guide>
        <p15:guide id="6" pos="4763" userDrawn="1">
          <p15:clr>
            <a:srgbClr val="FBAE40"/>
          </p15:clr>
        </p15:guide>
        <p15:guide id="7" pos="6734" userDrawn="1">
          <p15:clr>
            <a:srgbClr val="FBAE40"/>
          </p15:clr>
        </p15:guide>
        <p15:guide id="8" pos="2463" userDrawn="1">
          <p15:clr>
            <a:srgbClr val="FBAE40"/>
          </p15:clr>
        </p15:guide>
        <p15:guide id="9" pos="4434" userDrawn="1">
          <p15:clr>
            <a:srgbClr val="FBAE40"/>
          </p15:clr>
        </p15:guide>
        <p15:guide id="12" orient="horz" pos="163" userDrawn="1">
          <p15:clr>
            <a:srgbClr val="FBAE40"/>
          </p15:clr>
        </p15:guide>
        <p15:guide id="13" orient="horz" pos="408" userDrawn="1">
          <p15:clr>
            <a:srgbClr val="FBAE40"/>
          </p15:clr>
        </p15:guide>
        <p15:guide id="14" orient="horz" pos="653" userDrawn="1">
          <p15:clr>
            <a:srgbClr val="FBAE40"/>
          </p15:clr>
        </p15:guide>
        <p15:guide id="16" orient="horz" pos="3441" userDrawn="1">
          <p15:clr>
            <a:srgbClr val="FBAE40"/>
          </p15:clr>
        </p15:guide>
        <p15:guide id="17" orient="horz" pos="81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Only title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Picture2">
            <a:extLst>
              <a:ext uri="{FF2B5EF4-FFF2-40B4-BE49-F238E27FC236}">
                <a16:creationId xmlns:a16="http://schemas.microsoft.com/office/drawing/2014/main" id="{A3B84066-6035-D150-79DB-E6F73AC521F1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D3D88F3-124D-A588-B32B-5F582719A3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5" name="Footer">
            <a:extLst>
              <a:ext uri="{FF2B5EF4-FFF2-40B4-BE49-F238E27FC236}">
                <a16:creationId xmlns:a16="http://schemas.microsoft.com/office/drawing/2014/main" id="{BD91427E-BF6D-0732-4C28-E8C9868C5F89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06.06.2023 | © Bosch Rexroth AG 2023. Alle Rechte vorbehalten, auch bzgl. jeder Verfügung, Verwertung, Reproduktion, Bearbeitung, Weitergabe sowie für den Fall von Schutzrechtsanmeldungen.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/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9" name="slide_title">
            <a:extLst>
              <a:ext uri="{FF2B5EF4-FFF2-40B4-BE49-F238E27FC236}">
                <a16:creationId xmlns:a16="http://schemas.microsoft.com/office/drawing/2014/main" id="{CE9D89DE-4B7A-4152-8E47-903CAF20AB0B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7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3804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5" orient="horz" pos="652" userDrawn="1">
          <p15:clr>
            <a:srgbClr val="FBAE40"/>
          </p15:clr>
        </p15:guide>
        <p15:guide id="16" orient="horz" pos="3440" userDrawn="1">
          <p15:clr>
            <a:srgbClr val="FBAE40"/>
          </p15:clr>
        </p15:guide>
        <p15:guide id="17" orient="horz" pos="81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ly title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/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9" name="slide_title">
            <a:extLst>
              <a:ext uri="{FF2B5EF4-FFF2-40B4-BE49-F238E27FC236}">
                <a16:creationId xmlns:a16="http://schemas.microsoft.com/office/drawing/2014/main" id="{CE9D89DE-4B7A-4152-8E47-903CAF20AB0B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7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5" orient="horz" pos="652" userDrawn="1">
          <p15:clr>
            <a:srgbClr val="FBAE40"/>
          </p15:clr>
        </p15:guide>
        <p15:guide id="16" orient="horz" pos="3440" userDrawn="1">
          <p15:clr>
            <a:srgbClr val="FBAE40"/>
          </p15:clr>
        </p15:guide>
        <p15:guide id="17" orient="horz" pos="81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Picture2">
            <a:extLst>
              <a:ext uri="{FF2B5EF4-FFF2-40B4-BE49-F238E27FC236}">
                <a16:creationId xmlns:a16="http://schemas.microsoft.com/office/drawing/2014/main" id="{3B05D91A-C1FF-A6F6-AAA3-00AF31E1E895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F1A856B7-C428-C201-2653-305370B18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4" name="Footer">
            <a:extLst>
              <a:ext uri="{FF2B5EF4-FFF2-40B4-BE49-F238E27FC236}">
                <a16:creationId xmlns:a16="http://schemas.microsoft.com/office/drawing/2014/main" id="{71FC0F82-13F9-DC6E-A1F6-AF573CDEF10A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06.06.2023 | © Bosch Rexroth AG 2023. Alle Rechte vorbehalten, auch bzgl. jeder Verfügung, Verwertung, Reproduktion, Bearbeitung, Weitergabe sowie für den Fall von Schutzrechtsanmeldungen.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503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440" userDrawn="1">
          <p15:clr>
            <a:srgbClr val="FBAE40"/>
          </p15:clr>
        </p15:guide>
        <p15:guide id="3" pos="166" userDrawn="1">
          <p15:clr>
            <a:srgbClr val="FBAE40"/>
          </p15:clr>
        </p15:guide>
        <p15:guide id="4" pos="6744" userDrawn="1">
          <p15:clr>
            <a:srgbClr val="FBAE40"/>
          </p15:clr>
        </p15:guide>
        <p15:guide id="5" orient="horz" pos="16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440" userDrawn="1">
          <p15:clr>
            <a:srgbClr val="FBAE40"/>
          </p15:clr>
        </p15:guide>
        <p15:guide id="3" pos="166" userDrawn="1">
          <p15:clr>
            <a:srgbClr val="FBAE40"/>
          </p15:clr>
        </p15:guide>
        <p15:guide id="4" pos="6744" userDrawn="1">
          <p15:clr>
            <a:srgbClr val="FBAE40"/>
          </p15:clr>
        </p15:guide>
        <p15:guide id="5" orient="horz" pos="16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inverted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0B4C65B-5C1D-97B1-3581-7174A46E4AC6}"/>
              </a:ext>
            </a:extLst>
          </p:cNvPr>
          <p:cNvSpPr/>
          <p:nvPr userDrawn="1"/>
        </p:nvSpPr>
        <p:spPr>
          <a:xfrm>
            <a:off x="1" y="1"/>
            <a:ext cx="10969625" cy="5832001"/>
          </a:xfrm>
          <a:custGeom>
            <a:avLst/>
            <a:gdLst>
              <a:gd name="connsiteX0" fmla="*/ 0 w 10969625"/>
              <a:gd name="connsiteY0" fmla="*/ 0 h 5832001"/>
              <a:gd name="connsiteX1" fmla="*/ 10969625 w 10969625"/>
              <a:gd name="connsiteY1" fmla="*/ 0 h 5832001"/>
              <a:gd name="connsiteX2" fmla="*/ 10969625 w 10969625"/>
              <a:gd name="connsiteY2" fmla="*/ 5252613 h 5832001"/>
              <a:gd name="connsiteX3" fmla="*/ 1 w 10969625"/>
              <a:gd name="connsiteY3" fmla="*/ 5821413 h 5832001"/>
              <a:gd name="connsiteX4" fmla="*/ 1 w 10969625"/>
              <a:gd name="connsiteY4" fmla="*/ 5832001 h 5832001"/>
              <a:gd name="connsiteX5" fmla="*/ 0 w 10969625"/>
              <a:gd name="connsiteY5" fmla="*/ 5832001 h 583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69625" h="5832001"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5832001"/>
                </a:lnTo>
                <a:lnTo>
                  <a:pt x="0" y="5832001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979326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440" userDrawn="1">
          <p15:clr>
            <a:srgbClr val="FBAE40"/>
          </p15:clr>
        </p15:guide>
        <p15:guide id="3" pos="166" userDrawn="1">
          <p15:clr>
            <a:srgbClr val="FBAE40"/>
          </p15:clr>
        </p15:guide>
        <p15:guide id="4" pos="6744" userDrawn="1">
          <p15:clr>
            <a:srgbClr val="FBAE40"/>
          </p15:clr>
        </p15:guide>
        <p15:guide id="5" orient="horz" pos="16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30F02C8-06A0-3C62-8810-6966389142AC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6170613"/>
          </a:xfrm>
          <a:custGeom>
            <a:avLst/>
            <a:gdLst>
              <a:gd name="connsiteX0" fmla="*/ 1 w 10969625"/>
              <a:gd name="connsiteY0" fmla="*/ 6170400 h 6170613"/>
              <a:gd name="connsiteX1" fmla="*/ 2 w 10969625"/>
              <a:gd name="connsiteY1" fmla="*/ 6170400 h 6170613"/>
              <a:gd name="connsiteX2" fmla="*/ 2 w 10969625"/>
              <a:gd name="connsiteY2" fmla="*/ 6170613 h 6170613"/>
              <a:gd name="connsiteX3" fmla="*/ 1 w 10969625"/>
              <a:gd name="connsiteY3" fmla="*/ 6170613 h 6170613"/>
              <a:gd name="connsiteX4" fmla="*/ 0 w 10969625"/>
              <a:gd name="connsiteY4" fmla="*/ 0 h 6170613"/>
              <a:gd name="connsiteX5" fmla="*/ 10969625 w 10969625"/>
              <a:gd name="connsiteY5" fmla="*/ 0 h 6170613"/>
              <a:gd name="connsiteX6" fmla="*/ 10969625 w 10969625"/>
              <a:gd name="connsiteY6" fmla="*/ 5252613 h 6170613"/>
              <a:gd name="connsiteX7" fmla="*/ 1 w 10969625"/>
              <a:gd name="connsiteY7" fmla="*/ 5821413 h 6170613"/>
              <a:gd name="connsiteX8" fmla="*/ 1 w 10969625"/>
              <a:gd name="connsiteY8" fmla="*/ 6170400 h 6170613"/>
              <a:gd name="connsiteX9" fmla="*/ 0 w 10969625"/>
              <a:gd name="connsiteY9" fmla="*/ 6170400 h 617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69625" h="6170613">
                <a:moveTo>
                  <a:pt x="1" y="6170400"/>
                </a:moveTo>
                <a:lnTo>
                  <a:pt x="2" y="6170400"/>
                </a:lnTo>
                <a:lnTo>
                  <a:pt x="2" y="6170613"/>
                </a:lnTo>
                <a:lnTo>
                  <a:pt x="1" y="6170613"/>
                </a:lnTo>
                <a:close/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6170400"/>
                </a:lnTo>
                <a:lnTo>
                  <a:pt x="0" y="6170400"/>
                </a:lnTo>
                <a:close/>
              </a:path>
            </a:pathLst>
          </a:custGeom>
          <a:solidFill>
            <a:srgbClr val="FFE6E7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550000"/>
              </a:lnSpc>
              <a:buFontTx/>
              <a:buNone/>
              <a:defRPr sz="1200"/>
            </a:lvl1pPr>
          </a:lstStyle>
          <a:p>
            <a:r>
              <a:rPr lang="en-US"/>
              <a:t>Bild hinzufügen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539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440" userDrawn="1">
          <p15:clr>
            <a:srgbClr val="FBAE40"/>
          </p15:clr>
        </p15:guide>
        <p15:guide id="3" pos="166" userDrawn="1">
          <p15:clr>
            <a:srgbClr val="FBAE40"/>
          </p15:clr>
        </p15:guide>
        <p15:guide id="4" pos="6744" userDrawn="1">
          <p15:clr>
            <a:srgbClr val="FBAE40"/>
          </p15:clr>
        </p15:guide>
        <p15:guide id="5" orient="horz" pos="16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dark 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F1A856B7-C428-C201-2653-305370B18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4" name="Footer">
            <a:extLst>
              <a:ext uri="{FF2B5EF4-FFF2-40B4-BE49-F238E27FC236}">
                <a16:creationId xmlns:a16="http://schemas.microsoft.com/office/drawing/2014/main" id="{71FC0F82-13F9-DC6E-A1F6-AF573CDEF10A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06.06.2023 | © Bosch Rexroth AG 2023. Alle Rechte vorbehalten, auch bzgl. jeder Verfügung, Verwertung, Reproduktion, Bearbeitung, Weitergabe sowie für den Fall von Schutzrechtsanmeldungen.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BA72D09-8BBC-E855-D374-A752108073D0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6170613"/>
          </a:xfrm>
          <a:custGeom>
            <a:avLst/>
            <a:gdLst>
              <a:gd name="connsiteX0" fmla="*/ 1 w 10969625"/>
              <a:gd name="connsiteY0" fmla="*/ 6170400 h 6170613"/>
              <a:gd name="connsiteX1" fmla="*/ 2 w 10969625"/>
              <a:gd name="connsiteY1" fmla="*/ 6170400 h 6170613"/>
              <a:gd name="connsiteX2" fmla="*/ 2 w 10969625"/>
              <a:gd name="connsiteY2" fmla="*/ 6170613 h 6170613"/>
              <a:gd name="connsiteX3" fmla="*/ 1 w 10969625"/>
              <a:gd name="connsiteY3" fmla="*/ 6170613 h 6170613"/>
              <a:gd name="connsiteX4" fmla="*/ 0 w 10969625"/>
              <a:gd name="connsiteY4" fmla="*/ 0 h 6170613"/>
              <a:gd name="connsiteX5" fmla="*/ 10969625 w 10969625"/>
              <a:gd name="connsiteY5" fmla="*/ 0 h 6170613"/>
              <a:gd name="connsiteX6" fmla="*/ 10969625 w 10969625"/>
              <a:gd name="connsiteY6" fmla="*/ 5252613 h 6170613"/>
              <a:gd name="connsiteX7" fmla="*/ 1 w 10969625"/>
              <a:gd name="connsiteY7" fmla="*/ 5821413 h 6170613"/>
              <a:gd name="connsiteX8" fmla="*/ 1 w 10969625"/>
              <a:gd name="connsiteY8" fmla="*/ 6170400 h 6170613"/>
              <a:gd name="connsiteX9" fmla="*/ 0 w 10969625"/>
              <a:gd name="connsiteY9" fmla="*/ 6170400 h 617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69625" h="6170613">
                <a:moveTo>
                  <a:pt x="1" y="6170400"/>
                </a:moveTo>
                <a:lnTo>
                  <a:pt x="2" y="6170400"/>
                </a:lnTo>
                <a:lnTo>
                  <a:pt x="2" y="6170613"/>
                </a:lnTo>
                <a:lnTo>
                  <a:pt x="1" y="6170613"/>
                </a:lnTo>
                <a:close/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6170400"/>
                </a:lnTo>
                <a:lnTo>
                  <a:pt x="0" y="6170400"/>
                </a:lnTo>
                <a:close/>
              </a:path>
            </a:pathLst>
          </a:custGeom>
          <a:solidFill>
            <a:srgbClr val="FFE6E7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550000"/>
              </a:lnSpc>
              <a:buFontTx/>
              <a:buNone/>
              <a:defRPr sz="1200"/>
            </a:lvl1pPr>
          </a:lstStyle>
          <a:p>
            <a:r>
              <a:rPr lang="en-US"/>
              <a:t>Bild hinzufügen</a:t>
            </a:r>
          </a:p>
        </p:txBody>
      </p:sp>
    </p:spTree>
    <p:extLst>
      <p:ext uri="{BB962C8B-B14F-4D97-AF65-F5344CB8AC3E}">
        <p14:creationId xmlns:p14="http://schemas.microsoft.com/office/powerpoint/2010/main" val="3812635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440" userDrawn="1">
          <p15:clr>
            <a:srgbClr val="FBAE40"/>
          </p15:clr>
        </p15:guide>
        <p15:guide id="3" pos="166" userDrawn="1">
          <p15:clr>
            <a:srgbClr val="FBAE40"/>
          </p15:clr>
        </p15:guide>
        <p15:guide id="4" pos="6744" userDrawn="1">
          <p15:clr>
            <a:srgbClr val="FBAE40"/>
          </p15:clr>
        </p15:guide>
        <p15:guide id="5" orient="horz" pos="16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1D8A0BF-E7D8-435F-B9C3-A76C4BF3DA1B}"/>
              </a:ext>
            </a:extLst>
          </p:cNvPr>
          <p:cNvSpPr/>
          <p:nvPr userDrawn="1"/>
        </p:nvSpPr>
        <p:spPr>
          <a:xfrm>
            <a:off x="1" y="1"/>
            <a:ext cx="10969625" cy="5832001"/>
          </a:xfrm>
          <a:custGeom>
            <a:avLst/>
            <a:gdLst>
              <a:gd name="connsiteX0" fmla="*/ 0 w 10969625"/>
              <a:gd name="connsiteY0" fmla="*/ 0 h 5832001"/>
              <a:gd name="connsiteX1" fmla="*/ 10969625 w 10969625"/>
              <a:gd name="connsiteY1" fmla="*/ 0 h 5832001"/>
              <a:gd name="connsiteX2" fmla="*/ 10969625 w 10969625"/>
              <a:gd name="connsiteY2" fmla="*/ 5252613 h 5832001"/>
              <a:gd name="connsiteX3" fmla="*/ 1 w 10969625"/>
              <a:gd name="connsiteY3" fmla="*/ 5821413 h 5832001"/>
              <a:gd name="connsiteX4" fmla="*/ 1 w 10969625"/>
              <a:gd name="connsiteY4" fmla="*/ 5832001 h 5832001"/>
              <a:gd name="connsiteX5" fmla="*/ 0 w 10969625"/>
              <a:gd name="connsiteY5" fmla="*/ 5832001 h 583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69625" h="5832001"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5832001"/>
                </a:lnTo>
                <a:lnTo>
                  <a:pt x="0" y="5832001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" name="BackgroundPicture1">
            <a:extLst>
              <a:ext uri="{FF2B5EF4-FFF2-40B4-BE49-F238E27FC236}">
                <a16:creationId xmlns:a16="http://schemas.microsoft.com/office/drawing/2014/main" id="{BB2FA1A4-34FB-D2E1-6F36-8B92F5F6D096}"/>
              </a:ext>
            </a:extLst>
          </p:cNvPr>
          <p:cNvSpPr/>
          <p:nvPr userDrawn="1"/>
        </p:nvSpPr>
        <p:spPr>
          <a:xfrm>
            <a:off x="0" y="0"/>
            <a:ext cx="3592801" cy="2844001"/>
          </a:xfrm>
          <a:custGeom>
            <a:avLst/>
            <a:gdLst/>
            <a:ahLst/>
            <a:cxnLst/>
            <a:rect l="0" t="0" r="0" b="0"/>
            <a:pathLst>
              <a:path w="3592801" h="2844001">
                <a:moveTo>
                  <a:pt x="0" y="0"/>
                </a:moveTo>
                <a:lnTo>
                  <a:pt x="0" y="558000"/>
                </a:lnTo>
                <a:lnTo>
                  <a:pt x="3474000" y="378000"/>
                </a:lnTo>
                <a:lnTo>
                  <a:pt x="3592800" y="2656800"/>
                </a:lnTo>
                <a:lnTo>
                  <a:pt x="0" y="2844000"/>
                </a:lnTo>
                <a:lnTo>
                  <a:pt x="0" y="55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6" name="Chapter_titleonly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15002" y="979879"/>
            <a:ext cx="6712689" cy="4245265"/>
          </a:xfrm>
          <a:ln w="0">
            <a:noFill/>
          </a:ln>
          <a:effectLst/>
        </p:spPr>
        <p:txBody>
          <a:bodyPr lIns="0" tIns="0" rIns="0" bIns="0" anchor="t" anchorCtr="0"/>
          <a:lstStyle>
            <a:lvl1pPr algn="l">
              <a:lnSpc>
                <a:spcPts val="4400"/>
              </a:lnSpc>
              <a:defRPr sz="4000" b="1" cap="none" baseline="0">
                <a:solidFill>
                  <a:schemeClr val="accent1"/>
                </a:solidFill>
              </a:defRPr>
            </a:lvl1pPr>
          </a:lstStyle>
          <a:p>
            <a:r>
              <a:rPr lang="en-US" noProof="1"/>
              <a:t>Kapitel­überschrift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BB61E12-9C07-4A09-BA5B-31ED760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699" y="5923477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735D5699-EBBF-348D-43D5-F0A7964625AF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266400" y="910800"/>
            <a:ext cx="2916000" cy="1310400"/>
          </a:xfrm>
        </p:spPr>
        <p:txBody>
          <a:bodyPr/>
          <a:lstStyle>
            <a:lvl1pPr marL="0" indent="0" algn="ctr">
              <a:lnSpc>
                <a:spcPct val="89000"/>
              </a:lnSpc>
              <a:spcBef>
                <a:spcPts val="0"/>
              </a:spcBef>
              <a:buFontTx/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233983" indent="0">
              <a:buFontTx/>
              <a:buNone/>
              <a:defRPr>
                <a:solidFill>
                  <a:schemeClr val="bg1"/>
                </a:solidFill>
              </a:defRPr>
            </a:lvl2pPr>
            <a:lvl3pPr marL="525561" indent="0">
              <a:buFontTx/>
              <a:buNone/>
              <a:defRPr>
                <a:solidFill>
                  <a:schemeClr val="bg1"/>
                </a:solidFill>
              </a:defRPr>
            </a:lvl3pPr>
            <a:lvl4pPr marL="748745" indent="0">
              <a:buFontTx/>
              <a:buNone/>
              <a:defRPr>
                <a:solidFill>
                  <a:schemeClr val="bg1"/>
                </a:solidFill>
              </a:defRPr>
            </a:lvl4pPr>
            <a:lvl5pPr marL="748745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8" userDrawn="1">
          <p15:clr>
            <a:srgbClr val="FBAE40"/>
          </p15:clr>
        </p15:guide>
        <p15:guide id="1" pos="6761" userDrawn="1">
          <p15:clr>
            <a:srgbClr val="FBAE40"/>
          </p15:clr>
        </p15:guide>
        <p15:guide id="10" orient="horz" pos="631" userDrawn="1">
          <p15:clr>
            <a:srgbClr val="FBAE40"/>
          </p15:clr>
        </p15:guide>
        <p15:guide id="11" orient="horz" pos="3441" userDrawn="1">
          <p15:clr>
            <a:srgbClr val="FBAE40"/>
          </p15:clr>
        </p15:guide>
        <p15:guide id="12" pos="2525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D9255C0C-3CE5-3402-E5ED-C9340115F932}"/>
              </a:ext>
            </a:extLst>
          </p:cNvPr>
          <p:cNvSpPr/>
          <p:nvPr userDrawn="1"/>
        </p:nvSpPr>
        <p:spPr>
          <a:xfrm>
            <a:off x="1" y="1"/>
            <a:ext cx="10969625" cy="5832001"/>
          </a:xfrm>
          <a:custGeom>
            <a:avLst/>
            <a:gdLst>
              <a:gd name="connsiteX0" fmla="*/ 0 w 10969625"/>
              <a:gd name="connsiteY0" fmla="*/ 0 h 5832001"/>
              <a:gd name="connsiteX1" fmla="*/ 10969625 w 10969625"/>
              <a:gd name="connsiteY1" fmla="*/ 0 h 5832001"/>
              <a:gd name="connsiteX2" fmla="*/ 10969625 w 10969625"/>
              <a:gd name="connsiteY2" fmla="*/ 5252613 h 5832001"/>
              <a:gd name="connsiteX3" fmla="*/ 1 w 10969625"/>
              <a:gd name="connsiteY3" fmla="*/ 5821413 h 5832001"/>
              <a:gd name="connsiteX4" fmla="*/ 1 w 10969625"/>
              <a:gd name="connsiteY4" fmla="*/ 5832001 h 5832001"/>
              <a:gd name="connsiteX5" fmla="*/ 0 w 10969625"/>
              <a:gd name="connsiteY5" fmla="*/ 5832001 h 583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69625" h="5832001"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5832001"/>
                </a:lnTo>
                <a:lnTo>
                  <a:pt x="0" y="5832001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080" y="504000"/>
            <a:ext cx="10452100" cy="4692102"/>
          </a:xfrm>
        </p:spPr>
        <p:txBody>
          <a:bodyPr anchor="ctr" anchorCtr="0"/>
          <a:lstStyle>
            <a:lvl1pPr>
              <a:lnSpc>
                <a:spcPct val="90000"/>
              </a:lnSpc>
              <a:defRPr sz="6000" i="0">
                <a:solidFill>
                  <a:schemeClr val="accent2"/>
                </a:solidFill>
              </a:defRPr>
            </a:lvl1pPr>
          </a:lstStyle>
          <a:p>
            <a:r>
              <a:rPr lang="en-US" noProof="1"/>
              <a:t>Fazit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7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4" userDrawn="1">
          <p15:clr>
            <a:srgbClr val="FBAE40"/>
          </p15:clr>
        </p15:guide>
        <p15:guide id="10" orient="horz" pos="315" userDrawn="1">
          <p15:clr>
            <a:srgbClr val="FBAE40"/>
          </p15:clr>
        </p15:guide>
        <p15:guide id="11" orient="horz" pos="327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ntent inverted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AD5DC8FD-DD8D-4735-695B-A649A05C3DAC}"/>
              </a:ext>
            </a:extLst>
          </p:cNvPr>
          <p:cNvSpPr/>
          <p:nvPr userDrawn="1"/>
        </p:nvSpPr>
        <p:spPr>
          <a:xfrm>
            <a:off x="1" y="1"/>
            <a:ext cx="10969625" cy="5832001"/>
          </a:xfrm>
          <a:custGeom>
            <a:avLst/>
            <a:gdLst>
              <a:gd name="connsiteX0" fmla="*/ 0 w 10969625"/>
              <a:gd name="connsiteY0" fmla="*/ 0 h 5832001"/>
              <a:gd name="connsiteX1" fmla="*/ 10969625 w 10969625"/>
              <a:gd name="connsiteY1" fmla="*/ 0 h 5832001"/>
              <a:gd name="connsiteX2" fmla="*/ 10969625 w 10969625"/>
              <a:gd name="connsiteY2" fmla="*/ 5252613 h 5832001"/>
              <a:gd name="connsiteX3" fmla="*/ 1 w 10969625"/>
              <a:gd name="connsiteY3" fmla="*/ 5821413 h 5832001"/>
              <a:gd name="connsiteX4" fmla="*/ 1 w 10969625"/>
              <a:gd name="connsiteY4" fmla="*/ 5832001 h 5832001"/>
              <a:gd name="connsiteX5" fmla="*/ 0 w 10969625"/>
              <a:gd name="connsiteY5" fmla="*/ 5832001 h 583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69625" h="5832001"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5832001"/>
                </a:lnTo>
                <a:lnTo>
                  <a:pt x="0" y="5832001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Chapter_titleonly">
            <a:extLst>
              <a:ext uri="{FF2B5EF4-FFF2-40B4-BE49-F238E27FC236}">
                <a16:creationId xmlns:a16="http://schemas.microsoft.com/office/drawing/2014/main" id="{BE09DEEA-7110-245B-5AD2-75A29B3BA8E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5" name="slide_title">
            <a:extLst>
              <a:ext uri="{FF2B5EF4-FFF2-40B4-BE49-F238E27FC236}">
                <a16:creationId xmlns:a16="http://schemas.microsoft.com/office/drawing/2014/main" id="{C0A6F091-52AD-4C0A-8D32-80EE860A9980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9080" y="1295400"/>
            <a:ext cx="10452100" cy="41681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156331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5" orient="horz" pos="652" userDrawn="1">
          <p15:clr>
            <a:srgbClr val="FBAE40"/>
          </p15:clr>
        </p15:guide>
        <p15:guide id="16" orient="horz" pos="816" userDrawn="1">
          <p15:clr>
            <a:srgbClr val="FBAE40"/>
          </p15:clr>
        </p15:guide>
        <p15:guide id="17" orient="horz" pos="3441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CC85B92C-CEA1-B1A6-4D15-68BA84C81FDE}"/>
              </a:ext>
            </a:extLst>
          </p:cNvPr>
          <p:cNvSpPr/>
          <p:nvPr userDrawn="1"/>
        </p:nvSpPr>
        <p:spPr>
          <a:xfrm>
            <a:off x="1" y="1"/>
            <a:ext cx="10969625" cy="5821412"/>
          </a:xfrm>
          <a:custGeom>
            <a:avLst/>
            <a:gdLst>
              <a:gd name="connsiteX0" fmla="*/ 0 w 10969625"/>
              <a:gd name="connsiteY0" fmla="*/ 0 h 5821412"/>
              <a:gd name="connsiteX1" fmla="*/ 10969625 w 10969625"/>
              <a:gd name="connsiteY1" fmla="*/ 0 h 5821412"/>
              <a:gd name="connsiteX2" fmla="*/ 10969625 w 10969625"/>
              <a:gd name="connsiteY2" fmla="*/ 5252612 h 5821412"/>
              <a:gd name="connsiteX3" fmla="*/ 0 w 10969625"/>
              <a:gd name="connsiteY3" fmla="*/ 5821412 h 5821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69625" h="5821412">
                <a:moveTo>
                  <a:pt x="0" y="0"/>
                </a:moveTo>
                <a:lnTo>
                  <a:pt x="10969625" y="0"/>
                </a:lnTo>
                <a:lnTo>
                  <a:pt x="10969625" y="5252612"/>
                </a:lnTo>
                <a:lnTo>
                  <a:pt x="0" y="5821412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3EE3D-5B1A-EE02-BCE2-D4A0FE325CB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683308" y="1371600"/>
            <a:ext cx="5018314" cy="4087298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+mj-lt"/>
              </a:defRPr>
            </a:lvl1pPr>
            <a:lvl2pPr>
              <a:defRPr sz="2400" b="1">
                <a:solidFill>
                  <a:schemeClr val="bg1"/>
                </a:solidFill>
                <a:latin typeface="+mj-lt"/>
              </a:defRPr>
            </a:lvl2pPr>
            <a:lvl3pPr>
              <a:defRPr sz="2400" b="1">
                <a:solidFill>
                  <a:schemeClr val="bg1"/>
                </a:solidFill>
                <a:latin typeface="+mj-lt"/>
              </a:defRPr>
            </a:lvl3pPr>
            <a:lvl4pPr>
              <a:defRPr sz="2400" b="1">
                <a:solidFill>
                  <a:schemeClr val="bg1"/>
                </a:solidFill>
                <a:latin typeface="+mj-lt"/>
              </a:defRPr>
            </a:lvl4pPr>
            <a:lvl5pPr>
              <a:defRPr sz="24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1315564-2908-E39A-1AE8-D9CEE3539F37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1" y="1"/>
            <a:ext cx="5486400" cy="5821413"/>
          </a:xfrm>
          <a:custGeom>
            <a:avLst/>
            <a:gdLst>
              <a:gd name="connsiteX0" fmla="*/ 0 w 5486400"/>
              <a:gd name="connsiteY0" fmla="*/ 0 h 5821413"/>
              <a:gd name="connsiteX1" fmla="*/ 5486400 w 5486400"/>
              <a:gd name="connsiteY1" fmla="*/ 0 h 5821413"/>
              <a:gd name="connsiteX2" fmla="*/ 5486400 w 5486400"/>
              <a:gd name="connsiteY2" fmla="*/ 5536931 h 5821413"/>
              <a:gd name="connsiteX3" fmla="*/ 0 w 5486400"/>
              <a:gd name="connsiteY3" fmla="*/ 5821413 h 5821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400" h="5821413">
                <a:moveTo>
                  <a:pt x="0" y="0"/>
                </a:moveTo>
                <a:lnTo>
                  <a:pt x="5486400" y="0"/>
                </a:lnTo>
                <a:lnTo>
                  <a:pt x="5486400" y="5536931"/>
                </a:lnTo>
                <a:lnTo>
                  <a:pt x="0" y="5821413"/>
                </a:lnTo>
                <a:close/>
              </a:path>
            </a:pathLst>
          </a:custGeom>
          <a:solidFill>
            <a:srgbClr val="FFE6E7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550000"/>
              </a:lnSpc>
              <a:buFontTx/>
              <a:buNone/>
              <a:defRPr sz="1200"/>
            </a:lvl1pPr>
          </a:lstStyle>
          <a:p>
            <a:r>
              <a:rPr lang="en-US"/>
              <a:t>Bild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10EE55D-35FD-EB98-A902-8C0417DB53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79999" y="259200"/>
            <a:ext cx="6026101" cy="914400"/>
          </a:xfrm>
          <a:solidFill>
            <a:schemeClr val="accent2"/>
          </a:solidFill>
          <a:ln w="0">
            <a:noFill/>
          </a:ln>
          <a:effectLst/>
        </p:spPr>
        <p:txBody>
          <a:bodyPr wrap="none" lIns="230400" tIns="169200" rIns="230400" bIns="50400" anchor="t" anchorCtr="0">
            <a:noAutofit/>
          </a:bodyPr>
          <a:lstStyle>
            <a:lvl1pPr algn="l">
              <a:lnSpc>
                <a:spcPts val="5400"/>
              </a:lnSpc>
              <a:defRPr sz="5000" b="1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1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2697667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55" userDrawn="1">
          <p15:clr>
            <a:srgbClr val="FBAE40"/>
          </p15:clr>
        </p15:guide>
        <p15:guide id="2" orient="horz" pos="3440" userDrawn="1">
          <p15:clr>
            <a:srgbClr val="FBAE40"/>
          </p15:clr>
        </p15:guide>
        <p15:guide id="3" pos="166" userDrawn="1">
          <p15:clr>
            <a:srgbClr val="FBAE40"/>
          </p15:clr>
        </p15:guide>
        <p15:guide id="4" pos="6744" userDrawn="1">
          <p15:clr>
            <a:srgbClr val="FBAE40"/>
          </p15:clr>
        </p15:guide>
        <p15:guide id="5" orient="horz" pos="16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9F4F8A00-0989-FEAD-D127-59325AD26110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29C23F0C-EB63-1D22-28D2-C6B83FB9B2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A06149E1-C7E9-E474-E1DD-47C75CD7DB77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06.06.2023 | © Bosch Rexroth AG 2023. Alle Rechte vorbehalten, auch bzgl. jeder Verfügung, Verwertung, Reproduktion, Bearbeitung, Weitergabe sowie für den Fall von Schutzrechtsanmeldungen.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D8DBEFB5-7FD9-DE0E-BF93-9044327DD41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DF7F8884-B1F7-469D-8614-E93F2AA1E3DD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90449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4990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19531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1336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5" pos="1748" userDrawn="1">
          <p15:clr>
            <a:srgbClr val="FBAE40"/>
          </p15:clr>
        </p15:guide>
        <p15:guide id="6" pos="3496" userDrawn="1">
          <p15:clr>
            <a:srgbClr val="FBAE40"/>
          </p15:clr>
        </p15:guide>
        <p15:guide id="7" pos="5080" userDrawn="1">
          <p15:clr>
            <a:srgbClr val="FBAE40"/>
          </p15:clr>
        </p15:guide>
        <p15:guide id="8" pos="1829" userDrawn="1">
          <p15:clr>
            <a:srgbClr val="FBAE40"/>
          </p15:clr>
        </p15:guide>
        <p15:guide id="9" pos="3414" userDrawn="1">
          <p15:clr>
            <a:srgbClr val="FBAE40"/>
          </p15:clr>
        </p15:guide>
        <p15:guide id="10" pos="5162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163" userDrawn="1">
          <p15:clr>
            <a:srgbClr val="FBAE40"/>
          </p15:clr>
        </p15:guide>
        <p15:guide id="15" orient="horz" pos="651" userDrawn="1">
          <p15:clr>
            <a:srgbClr val="FBAE40"/>
          </p15:clr>
        </p15:guide>
        <p15:guide id="17" orient="horz" pos="3441" userDrawn="1">
          <p15:clr>
            <a:srgbClr val="FBAE40"/>
          </p15:clr>
        </p15:guide>
        <p15:guide id="18" orient="horz" pos="816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 light 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D8DBEFB5-7FD9-DE0E-BF93-9044327DD41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DF7F8884-B1F7-469D-8614-E93F2AA1E3DD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90449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4990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19531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5" pos="1748" userDrawn="1">
          <p15:clr>
            <a:srgbClr val="FBAE40"/>
          </p15:clr>
        </p15:guide>
        <p15:guide id="6" pos="3496" userDrawn="1">
          <p15:clr>
            <a:srgbClr val="FBAE40"/>
          </p15:clr>
        </p15:guide>
        <p15:guide id="7" pos="5080" userDrawn="1">
          <p15:clr>
            <a:srgbClr val="FBAE40"/>
          </p15:clr>
        </p15:guide>
        <p15:guide id="8" pos="1829" userDrawn="1">
          <p15:clr>
            <a:srgbClr val="FBAE40"/>
          </p15:clr>
        </p15:guide>
        <p15:guide id="9" pos="3414" userDrawn="1">
          <p15:clr>
            <a:srgbClr val="FBAE40"/>
          </p15:clr>
        </p15:guide>
        <p15:guide id="10" pos="5162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163" userDrawn="1">
          <p15:clr>
            <a:srgbClr val="FBAE40"/>
          </p15:clr>
        </p15:guide>
        <p15:guide id="15" orient="horz" pos="653" userDrawn="1">
          <p15:clr>
            <a:srgbClr val="FBAE40"/>
          </p15:clr>
        </p15:guide>
        <p15:guide id="17" orient="horz" pos="3441" userDrawn="1">
          <p15:clr>
            <a:srgbClr val="FBAE40"/>
          </p15:clr>
        </p15:guide>
        <p15:guide id="18" orient="horz" pos="816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x 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359291F1-565C-F218-4CE2-BD3E99D3A801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4F473A07-BA6A-88A5-8BE3-01DDC66EFE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EF6C1B0E-9C94-35D8-89B6-B28F9E8E27D7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06.06.2023 | © Bosch Rexroth AG 2023. Alle Rechte vorbehalten, auch bzgl. jeder Verfügung, Verwertung, Reproduktion, Bearbeitung, Weitergabe sowie für den Fall von Schutzrechtsanmeldungen.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6372C0C5-D72E-7D9D-6C6C-76C096623AC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0CD4A6A4-B685-4664-A9F2-206AFF03DCDC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216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908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216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6284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5" pos="3224" userDrawn="1">
          <p15:clr>
            <a:srgbClr val="FBAE40"/>
          </p15:clr>
        </p15:guide>
        <p15:guide id="6" pos="3686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653" userDrawn="1">
          <p15:clr>
            <a:srgbClr val="FBAE40"/>
          </p15:clr>
        </p15:guide>
        <p15:guide id="15" orient="horz" pos="816" userDrawn="1">
          <p15:clr>
            <a:srgbClr val="FBAE40"/>
          </p15:clr>
        </p15:guide>
        <p15:guide id="16" orient="horz" pos="2088" userDrawn="1">
          <p15:clr>
            <a:srgbClr val="FBAE40"/>
          </p15:clr>
        </p15:guide>
        <p15:guide id="18" orient="horz" pos="2169" userDrawn="1">
          <p15:clr>
            <a:srgbClr val="FBAE40"/>
          </p15:clr>
        </p15:guide>
        <p15:guide id="19" orient="horz" pos="344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6372C0C5-D72E-7D9D-6C6C-76C096623AC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0CD4A6A4-B685-4664-A9F2-206AFF03DCDC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216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908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216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47" userDrawn="1">
          <p15:clr>
            <a:srgbClr val="FBAE40"/>
          </p15:clr>
        </p15:guide>
        <p15:guide id="5" pos="3224" userDrawn="1">
          <p15:clr>
            <a:srgbClr val="FBAE40"/>
          </p15:clr>
        </p15:guide>
        <p15:guide id="6" pos="3686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653" userDrawn="1">
          <p15:clr>
            <a:srgbClr val="FBAE40"/>
          </p15:clr>
        </p15:guide>
        <p15:guide id="15" orient="horz" pos="810" userDrawn="1">
          <p15:clr>
            <a:srgbClr val="FBAE40"/>
          </p15:clr>
        </p15:guide>
        <p15:guide id="16" orient="horz" pos="2088" userDrawn="1">
          <p15:clr>
            <a:srgbClr val="FBAE40"/>
          </p15:clr>
        </p15:guide>
        <p15:guide id="18" orient="horz" pos="2169" userDrawn="1">
          <p15:clr>
            <a:srgbClr val="FBAE40"/>
          </p15:clr>
        </p15:guide>
        <p15:guide id="19" orient="horz" pos="3441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x 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1F7F4591-4F3A-F059-FE88-E0C99517F055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B3D9825-4CC4-DB18-4D42-83E09589E6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2" name="Footer">
            <a:extLst>
              <a:ext uri="{FF2B5EF4-FFF2-40B4-BE49-F238E27FC236}">
                <a16:creationId xmlns:a16="http://schemas.microsoft.com/office/drawing/2014/main" id="{36A6E8AA-C9D7-15B3-F28F-8101AC9B090D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06.06.2023 | © Bosch Rexroth AG 2023. Alle Rechte vorbehalten, auch bzgl. jeder Verfügung, Verwertung, Reproduktion, Bearbeitung, Weitergabe sowie für den Fall von Schutzrechtsanmeldungen.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F3D71E1B-DBA6-809E-FDB6-D0134DEB0E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21" name="slide_title">
            <a:extLst>
              <a:ext uri="{FF2B5EF4-FFF2-40B4-BE49-F238E27FC236}">
                <a16:creationId xmlns:a16="http://schemas.microsoft.com/office/drawing/2014/main" id="{37C7D613-AF63-4D59-A3E7-00A3988669E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1033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6158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1033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615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5564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36" userDrawn="1">
          <p15:clr>
            <a:srgbClr val="FBAE40"/>
          </p15:clr>
        </p15:guide>
        <p15:guide id="5" pos="2134" userDrawn="1">
          <p15:clr>
            <a:srgbClr val="FBAE40"/>
          </p15:clr>
        </p15:guide>
        <p15:guide id="6" pos="2463" userDrawn="1">
          <p15:clr>
            <a:srgbClr val="FBAE40"/>
          </p15:clr>
        </p15:guide>
        <p15:guide id="7" pos="4434" userDrawn="1">
          <p15:clr>
            <a:srgbClr val="FBAE40"/>
          </p15:clr>
        </p15:guide>
        <p15:guide id="8" pos="4763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5" orient="horz" pos="2087" userDrawn="1">
          <p15:clr>
            <a:srgbClr val="FBAE40"/>
          </p15:clr>
        </p15:guide>
        <p15:guide id="18" orient="horz" pos="816" userDrawn="1">
          <p15:clr>
            <a:srgbClr val="FBAE40"/>
          </p15:clr>
        </p15:guide>
        <p15:guide id="19" orient="horz" pos="2088" userDrawn="1">
          <p15:clr>
            <a:srgbClr val="FBAE40"/>
          </p15:clr>
        </p15:guide>
        <p15:guide id="20" orient="horz" pos="2169" userDrawn="1">
          <p15:clr>
            <a:srgbClr val="FBAE40"/>
          </p15:clr>
        </p15:guide>
        <p15:guide id="21" orient="horz" pos="3441" userDrawn="1">
          <p15:clr>
            <a:srgbClr val="FBAE40"/>
          </p15:clr>
        </p15:guide>
        <p15:guide id="27" orient="horz" pos="652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F3D71E1B-DBA6-809E-FDB6-D0134DEB0E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21" name="slide_title">
            <a:extLst>
              <a:ext uri="{FF2B5EF4-FFF2-40B4-BE49-F238E27FC236}">
                <a16:creationId xmlns:a16="http://schemas.microsoft.com/office/drawing/2014/main" id="{37C7D613-AF63-4D59-A3E7-00A3988669E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1033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6158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1033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615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 userDrawn="1">
          <p15:clr>
            <a:srgbClr val="FBAE40"/>
          </p15:clr>
        </p15:guide>
        <p15:guide id="1" pos="6736" userDrawn="1">
          <p15:clr>
            <a:srgbClr val="FBAE40"/>
          </p15:clr>
        </p15:guide>
        <p15:guide id="5" pos="2134" userDrawn="1">
          <p15:clr>
            <a:srgbClr val="FBAE40"/>
          </p15:clr>
        </p15:guide>
        <p15:guide id="6" pos="2463" userDrawn="1">
          <p15:clr>
            <a:srgbClr val="FBAE40"/>
          </p15:clr>
        </p15:guide>
        <p15:guide id="7" pos="4434" userDrawn="1">
          <p15:clr>
            <a:srgbClr val="FBAE40"/>
          </p15:clr>
        </p15:guide>
        <p15:guide id="8" pos="4763" userDrawn="1">
          <p15:clr>
            <a:srgbClr val="FBAE40"/>
          </p15:clr>
        </p15:guide>
        <p15:guide id="10" orient="horz" pos="163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5" orient="horz" pos="2087" userDrawn="1">
          <p15:clr>
            <a:srgbClr val="FBAE40"/>
          </p15:clr>
        </p15:guide>
        <p15:guide id="18" orient="horz" pos="816" userDrawn="1">
          <p15:clr>
            <a:srgbClr val="FBAE40"/>
          </p15:clr>
        </p15:guide>
        <p15:guide id="19" orient="horz" pos="2088" userDrawn="1">
          <p15:clr>
            <a:srgbClr val="FBAE40"/>
          </p15:clr>
        </p15:guide>
        <p15:guide id="20" orient="horz" pos="2169" userDrawn="1">
          <p15:clr>
            <a:srgbClr val="FBAE40"/>
          </p15:clr>
        </p15:guide>
        <p15:guide id="21" orient="horz" pos="3441" userDrawn="1">
          <p15:clr>
            <a:srgbClr val="FBAE40"/>
          </p15:clr>
        </p15:guide>
        <p15:guide id="27" orient="horz" pos="65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x 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65CB7899-BD7D-F20D-A74C-931A3B68CABA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F3EC7E27-8B63-8F3F-5011-7C4E91B996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2" name="Footer">
            <a:extLst>
              <a:ext uri="{FF2B5EF4-FFF2-40B4-BE49-F238E27FC236}">
                <a16:creationId xmlns:a16="http://schemas.microsoft.com/office/drawing/2014/main" id="{7CC9E950-335A-16D5-8726-BCB98FCB8AE4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06.06.2023 | © Bosch Rexroth AG 2023. Alle Rechte vorbehalten, auch bzgl. jeder Verfügung, Verwertung, Reproduktion, Bearbeitung, Weitergabe sowie für den Fall von Schutzrechtsanmeldungen.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B0C8B8C5-F767-0B03-C680-4DF16170D0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24" name="slide_title">
            <a:extLst>
              <a:ext uri="{FF2B5EF4-FFF2-40B4-BE49-F238E27FC236}">
                <a16:creationId xmlns:a16="http://schemas.microsoft.com/office/drawing/2014/main" id="{311701A3-045D-4465-A625-85AD8C2B322E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90449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4990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19531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90449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4990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19531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5418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2" userDrawn="1">
          <p15:clr>
            <a:srgbClr val="FBAE40"/>
          </p15:clr>
        </p15:guide>
        <p15:guide id="1" pos="6744" userDrawn="1">
          <p15:clr>
            <a:srgbClr val="FBAE40"/>
          </p15:clr>
        </p15:guide>
        <p15:guide id="5" pos="1748" userDrawn="1">
          <p15:clr>
            <a:srgbClr val="FBAE40"/>
          </p15:clr>
        </p15:guide>
        <p15:guide id="6" pos="1829" userDrawn="1">
          <p15:clr>
            <a:srgbClr val="FBAE40"/>
          </p15:clr>
        </p15:guide>
        <p15:guide id="7" pos="3414" userDrawn="1">
          <p15:clr>
            <a:srgbClr val="FBAE40"/>
          </p15:clr>
        </p15:guide>
        <p15:guide id="8" pos="5162" userDrawn="1">
          <p15:clr>
            <a:srgbClr val="FBAE40"/>
          </p15:clr>
        </p15:guide>
        <p15:guide id="10" orient="horz" pos="162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813" userDrawn="1">
          <p15:clr>
            <a:srgbClr val="FBAE40"/>
          </p15:clr>
        </p15:guide>
        <p15:guide id="16" pos="3496" userDrawn="1">
          <p15:clr>
            <a:srgbClr val="FBAE40"/>
          </p15:clr>
        </p15:guide>
        <p15:guide id="17" pos="5080" userDrawn="1">
          <p15:clr>
            <a:srgbClr val="FBAE40"/>
          </p15:clr>
        </p15:guide>
        <p15:guide id="24" orient="horz" pos="2169" userDrawn="1">
          <p15:clr>
            <a:srgbClr val="FBAE40"/>
          </p15:clr>
        </p15:guide>
        <p15:guide id="25" orient="horz" pos="3441" userDrawn="1">
          <p15:clr>
            <a:srgbClr val="FBAE40"/>
          </p15:clr>
        </p15:guide>
        <p15:guide id="31" orient="horz" pos="652" userDrawn="1">
          <p15:clr>
            <a:srgbClr val="FBAE40"/>
          </p15:clr>
        </p15:guide>
        <p15:guide id="32" orient="horz" pos="2086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x 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B0C8B8C5-F767-0B03-C680-4DF16170D0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24" name="slide_title">
            <a:extLst>
              <a:ext uri="{FF2B5EF4-FFF2-40B4-BE49-F238E27FC236}">
                <a16:creationId xmlns:a16="http://schemas.microsoft.com/office/drawing/2014/main" id="{311701A3-045D-4465-A625-85AD8C2B322E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90449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4990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19531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90449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4990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19531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2" userDrawn="1">
          <p15:clr>
            <a:srgbClr val="FBAE40"/>
          </p15:clr>
        </p15:guide>
        <p15:guide id="1" pos="6744" userDrawn="1">
          <p15:clr>
            <a:srgbClr val="FBAE40"/>
          </p15:clr>
        </p15:guide>
        <p15:guide id="5" pos="1748" userDrawn="1">
          <p15:clr>
            <a:srgbClr val="FBAE40"/>
          </p15:clr>
        </p15:guide>
        <p15:guide id="6" pos="1829" userDrawn="1">
          <p15:clr>
            <a:srgbClr val="FBAE40"/>
          </p15:clr>
        </p15:guide>
        <p15:guide id="7" pos="3414" userDrawn="1">
          <p15:clr>
            <a:srgbClr val="FBAE40"/>
          </p15:clr>
        </p15:guide>
        <p15:guide id="8" pos="5162" userDrawn="1">
          <p15:clr>
            <a:srgbClr val="FBAE40"/>
          </p15:clr>
        </p15:guide>
        <p15:guide id="10" orient="horz" pos="162" userDrawn="1">
          <p15:clr>
            <a:srgbClr val="FBAE40"/>
          </p15:clr>
        </p15:guide>
        <p15:guide id="11" orient="horz" pos="408" userDrawn="1">
          <p15:clr>
            <a:srgbClr val="FBAE40"/>
          </p15:clr>
        </p15:guide>
        <p15:guide id="14" orient="horz" pos="813" userDrawn="1">
          <p15:clr>
            <a:srgbClr val="FBAE40"/>
          </p15:clr>
        </p15:guide>
        <p15:guide id="16" pos="3496" userDrawn="1">
          <p15:clr>
            <a:srgbClr val="FBAE40"/>
          </p15:clr>
        </p15:guide>
        <p15:guide id="17" pos="5080" userDrawn="1">
          <p15:clr>
            <a:srgbClr val="FBAE40"/>
          </p15:clr>
        </p15:guide>
        <p15:guide id="24" orient="horz" pos="2169" userDrawn="1">
          <p15:clr>
            <a:srgbClr val="FBAE40"/>
          </p15:clr>
        </p15:guide>
        <p15:guide id="25" orient="horz" pos="3441" userDrawn="1">
          <p15:clr>
            <a:srgbClr val="FBAE40"/>
          </p15:clr>
        </p15:guide>
        <p15:guide id="31" orient="horz" pos="652" userDrawn="1">
          <p15:clr>
            <a:srgbClr val="FBAE40"/>
          </p15:clr>
        </p15:guide>
        <p15:guide id="32" orient="horz" pos="2086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Title Slide"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C683E0B1-27DF-4B21-928B-818D518D883A}"/>
              </a:ext>
            </a:extLst>
          </p:cNvPr>
          <p:cNvSpPr/>
          <p:nvPr userDrawn="1"/>
        </p:nvSpPr>
        <p:spPr>
          <a:xfrm>
            <a:off x="-634" y="5568950"/>
            <a:ext cx="10970260" cy="61086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5A69D4C-A446-4EC6-9EF9-1695CFE39AE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5183504"/>
            <a:ext cx="10969625" cy="388620"/>
          </a:xfrm>
          <a:prstGeom prst="rect">
            <a:avLst/>
          </a:prstGeom>
          <a:gradFill flip="none" rotWithShape="1">
            <a:gsLst>
              <a:gs pos="49900">
                <a:schemeClr val="bg1">
                  <a:alpha val="0"/>
                </a:schemeClr>
              </a:gs>
              <a:gs pos="50000">
                <a:srgbClr val="FFFFFF"/>
              </a:gs>
            </a:gsLst>
            <a:lin ang="5286000" scaled="0"/>
            <a:tileRect/>
          </a:gradFill>
          <a:ln w="9525" cap="flat" cmpd="sng" algn="ctr">
            <a:noFill/>
            <a:prstDash val="solid"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normalizeH="0" baseline="0" noProof="1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4F81291-0BB3-4282-999F-8EDFB72BE6B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18440"/>
            <a:ext cx="10969625" cy="388620"/>
          </a:xfrm>
          <a:prstGeom prst="rect">
            <a:avLst/>
          </a:prstGeom>
          <a:gradFill flip="none" rotWithShape="1">
            <a:gsLst>
              <a:gs pos="49900">
                <a:srgbClr val="FFFFFF"/>
              </a:gs>
              <a:gs pos="50000">
                <a:srgbClr val="FFFFFF">
                  <a:alpha val="0"/>
                </a:srgbClr>
              </a:gs>
            </a:gsLst>
            <a:lin ang="5286000" scaled="0"/>
            <a:tileRect/>
          </a:gradFill>
          <a:ln w="9525" cap="flat" cmpd="sng" algn="ctr">
            <a:noFill/>
            <a:prstDash val="solid"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normalizeH="0" baseline="0" noProof="1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9269FDD-E19A-4E8A-80DD-C5549C1FB430}"/>
              </a:ext>
            </a:extLst>
          </p:cNvPr>
          <p:cNvSpPr/>
          <p:nvPr userDrawn="1"/>
        </p:nvSpPr>
        <p:spPr>
          <a:xfrm>
            <a:off x="0" y="-1"/>
            <a:ext cx="10969625" cy="21843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0D84C58A-C176-47E5-9BFB-4C39A331C533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0" y="1407161"/>
            <a:ext cx="5556614" cy="1067282"/>
          </a:xfrm>
          <a:solidFill>
            <a:schemeClr val="accent2"/>
          </a:solidFill>
        </p:spPr>
        <p:txBody>
          <a:bodyPr wrap="none" lIns="190800" tIns="108000" rIns="190800" bIns="126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Please enter content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61340" y="237491"/>
            <a:ext cx="8805901" cy="1067282"/>
          </a:xfrm>
          <a:solidFill>
            <a:schemeClr val="accent2"/>
          </a:solidFill>
          <a:ln w="0">
            <a:noFill/>
          </a:ln>
          <a:effectLst/>
        </p:spPr>
        <p:txBody>
          <a:bodyPr wrap="none" lIns="190800" tIns="108000" rIns="190800" bIns="126000" anchor="t" anchorCtr="0">
            <a:spAutoFit/>
          </a:bodyPr>
          <a:lstStyle>
            <a:lvl1pPr algn="l">
              <a:lnSpc>
                <a:spcPct val="90000"/>
              </a:lnSpc>
              <a:defRPr sz="6000" b="1" i="0" cap="none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Presentation Title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210" y="5571490"/>
            <a:ext cx="1046480" cy="44323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2670"/>
            <a:ext cx="10970260" cy="57150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A81DA41-F292-40C5-8B91-FEB3047B8A8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266700" y="5628640"/>
            <a:ext cx="288290" cy="4102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D1CE8A44-3AC0-472A-8C62-0F0D75D5708D}"/>
              </a:ext>
            </a:extLst>
          </p:cNvPr>
          <p:cNvSpPr txBox="1"/>
          <p:nvPr userDrawn="1"/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 pitchFamily="2" charset="0"/>
              </a:rPr>
              <a:t>DC-AT/ESP1 | 07.03.2023</a:t>
            </a:r>
          </a:p>
        </p:txBody>
      </p:sp>
      <p:sp>
        <p:nvSpPr>
          <p:cNvPr id="15" name="Bosch_footer_2">
            <a:extLst>
              <a:ext uri="{FF2B5EF4-FFF2-40B4-BE49-F238E27FC236}">
                <a16:creationId xmlns:a16="http://schemas.microsoft.com/office/drawing/2014/main" id="{6C61E22E-3D41-4D1A-87CD-07E2A899ACA0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b="0" i="0" u="none" kern="0" baseline="0" noProof="1">
                <a:solidFill>
                  <a:srgbClr val="819EB1"/>
                </a:solidFill>
                <a:latin typeface="Bosch Office Sans" pitchFamily="2" charset="0"/>
              </a:rPr>
              <a:t>© Bosch Rexroth AG 2023. All rights reserved, also regarding any disposal, exploitation, reproduction, editing, distribution, as well as in the event of applications for industrial property rights.</a:t>
            </a:r>
          </a:p>
        </p:txBody>
      </p:sp>
    </p:spTree>
    <p:extLst>
      <p:ext uri="{BB962C8B-B14F-4D97-AF65-F5344CB8AC3E}">
        <p14:creationId xmlns:p14="http://schemas.microsoft.com/office/powerpoint/2010/main" val="93113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2" pos="168">
          <p15:clr>
            <a:srgbClr val="FBAE40"/>
          </p15:clr>
        </p15:guide>
        <p15:guide id="15" pos="6139">
          <p15:clr>
            <a:srgbClr val="FBAE40"/>
          </p15:clr>
        </p15:guide>
        <p15:guide id="18" orient="horz" pos="3265">
          <p15:clr>
            <a:srgbClr val="FBAE40"/>
          </p15:clr>
        </p15:guide>
        <p15:guide id="23" orient="horz" pos="884">
          <p15:clr>
            <a:srgbClr val="FBAE40"/>
          </p15:clr>
        </p15:guide>
        <p15:guide id="24" orient="horz" pos="1558">
          <p15:clr>
            <a:srgbClr val="FBAE40"/>
          </p15:clr>
        </p15:guide>
        <p15:guide id="25" orient="horz" pos="149">
          <p15:clr>
            <a:srgbClr val="FBAE40"/>
          </p15:clr>
        </p15:guide>
        <p15:guide id="26" orient="horz" pos="82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 hidden="1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0" y="0"/>
            <a:ext cx="1270000" cy="127000"/>
          </a:xfrm>
          <a:prstGeom prst="rect">
            <a:avLst/>
          </a:prstGeom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defRPr sz="100" b="0" i="0" u="none" spc="0">
                <a:solidFill>
                  <a:schemeClr val="tx1"/>
                </a:solidFill>
                <a:latin typeface="Bosch Office Sans" pitchFamily="2" charset="0"/>
              </a:defRPr>
            </a:lvl1pPr>
            <a:lvl2pPr marL="411358" indent="0" algn="ctr">
              <a:buNone/>
              <a:defRPr sz="1799"/>
            </a:lvl2pPr>
            <a:lvl3pPr marL="822716" indent="0" algn="ctr">
              <a:buNone/>
              <a:defRPr sz="1619"/>
            </a:lvl3pPr>
            <a:lvl4pPr marL="1234075" indent="0" algn="ctr">
              <a:buNone/>
              <a:defRPr sz="1440"/>
            </a:lvl4pPr>
            <a:lvl5pPr marL="1645433" indent="0" algn="ctr">
              <a:buNone/>
              <a:defRPr sz="1440"/>
            </a:lvl5pPr>
            <a:lvl6pPr marL="2056792" indent="0" algn="ctr">
              <a:buNone/>
              <a:defRPr sz="1440"/>
            </a:lvl6pPr>
            <a:lvl7pPr marL="2468150" indent="0" algn="ctr">
              <a:buNone/>
              <a:defRPr sz="1440"/>
            </a:lvl7pPr>
            <a:lvl8pPr marL="2879509" indent="0" algn="ctr">
              <a:buNone/>
              <a:defRPr sz="1440"/>
            </a:lvl8pPr>
            <a:lvl9pPr marL="3290867" indent="0" algn="ctr">
              <a:buNone/>
              <a:defRPr sz="144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2199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enutzerdefinierte Titelfolie"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C683E0B1-27DF-4B21-928B-818D518D883A}"/>
              </a:ext>
            </a:extLst>
          </p:cNvPr>
          <p:cNvSpPr/>
          <p:nvPr userDrawn="1"/>
        </p:nvSpPr>
        <p:spPr>
          <a:xfrm>
            <a:off x="-634" y="5568950"/>
            <a:ext cx="10970260" cy="61086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5A69D4C-A446-4EC6-9EF9-1695CFE39AE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5183504"/>
            <a:ext cx="10969625" cy="388620"/>
          </a:xfrm>
          <a:prstGeom prst="rect">
            <a:avLst/>
          </a:prstGeom>
          <a:gradFill flip="none" rotWithShape="1">
            <a:gsLst>
              <a:gs pos="49900">
                <a:schemeClr val="bg1">
                  <a:alpha val="0"/>
                </a:schemeClr>
              </a:gs>
              <a:gs pos="50000">
                <a:srgbClr val="FFFFFF"/>
              </a:gs>
            </a:gsLst>
            <a:lin ang="5286000" scaled="0"/>
            <a:tileRect/>
          </a:gradFill>
          <a:ln w="9525" cap="flat" cmpd="sng" algn="ctr">
            <a:noFill/>
            <a:prstDash val="solid"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normalizeH="0" baseline="0" noProof="1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4F81291-0BB3-4282-999F-8EDFB72BE6B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18440"/>
            <a:ext cx="10969625" cy="388620"/>
          </a:xfrm>
          <a:prstGeom prst="rect">
            <a:avLst/>
          </a:prstGeom>
          <a:gradFill flip="none" rotWithShape="1">
            <a:gsLst>
              <a:gs pos="49900">
                <a:srgbClr val="FFFFFF"/>
              </a:gs>
              <a:gs pos="50000">
                <a:srgbClr val="FFFFFF">
                  <a:alpha val="0"/>
                </a:srgbClr>
              </a:gs>
            </a:gsLst>
            <a:lin ang="5286000" scaled="0"/>
            <a:tileRect/>
          </a:gradFill>
          <a:ln w="9525" cap="flat" cmpd="sng" algn="ctr">
            <a:noFill/>
            <a:prstDash val="solid"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normalizeH="0" baseline="0" noProof="1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9269FDD-E19A-4E8A-80DD-C5549C1FB430}"/>
              </a:ext>
            </a:extLst>
          </p:cNvPr>
          <p:cNvSpPr/>
          <p:nvPr userDrawn="1"/>
        </p:nvSpPr>
        <p:spPr>
          <a:xfrm>
            <a:off x="0" y="-1"/>
            <a:ext cx="10969625" cy="21843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0D84C58A-C176-47E5-9BFB-4C39A331C533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0" y="1407161"/>
            <a:ext cx="5556614" cy="1067282"/>
          </a:xfrm>
          <a:solidFill>
            <a:schemeClr val="accent2"/>
          </a:solidFill>
        </p:spPr>
        <p:txBody>
          <a:bodyPr wrap="none" lIns="190800" tIns="108000" rIns="190800" bIns="126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Bitte Inhalt eingeben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61340" y="237491"/>
            <a:ext cx="8805901" cy="1067282"/>
          </a:xfrm>
          <a:solidFill>
            <a:schemeClr val="accent2"/>
          </a:solidFill>
          <a:ln w="0">
            <a:noFill/>
          </a:ln>
          <a:effectLst/>
        </p:spPr>
        <p:txBody>
          <a:bodyPr wrap="none" lIns="190800" tIns="108000" rIns="190800" bIns="126000" anchor="t" anchorCtr="0">
            <a:spAutoFit/>
          </a:bodyPr>
          <a:lstStyle>
            <a:lvl1pPr algn="l">
              <a:lnSpc>
                <a:spcPct val="90000"/>
              </a:lnSpc>
              <a:defRPr sz="6000" b="1" i="0" cap="none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210" y="5571490"/>
            <a:ext cx="1046480" cy="44323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2670"/>
            <a:ext cx="10970260" cy="57150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A81DA41-F292-40C5-8B91-FEB3047B8A8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266700" y="5628640"/>
            <a:ext cx="288290" cy="4102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D1CE8A44-3AC0-472A-8C62-0F0D75D5708D}"/>
              </a:ext>
            </a:extLst>
          </p:cNvPr>
          <p:cNvSpPr txBox="1"/>
          <p:nvPr userDrawn="1"/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chemeClr val="accent1"/>
                </a:solidFill>
              </a:rPr>
              <a:t>DC-AT/ESP1 | 03.04.2023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Bosch_footer_2">
            <a:extLst>
              <a:ext uri="{FF2B5EF4-FFF2-40B4-BE49-F238E27FC236}">
                <a16:creationId xmlns:a16="http://schemas.microsoft.com/office/drawing/2014/main" id="{6C61E22E-3D41-4D1A-87CD-07E2A899ACA0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819EB1"/>
                </a:solidFill>
              </a:rPr>
              <a:t>© Bosch Rexroth AG 2023. Alle Rechte vorbehalten, auch bzgl. jeder Verfügung, Verwertung, Reproduktion, Bearbeitung, Weitergabe sowie für den Fall von Schutzrechtsanmeldungen.</a:t>
            </a:r>
          </a:p>
        </p:txBody>
      </p:sp>
    </p:spTree>
    <p:extLst>
      <p:ext uri="{BB962C8B-B14F-4D97-AF65-F5344CB8AC3E}">
        <p14:creationId xmlns:p14="http://schemas.microsoft.com/office/powerpoint/2010/main" val="171560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2" pos="168">
          <p15:clr>
            <a:srgbClr val="FBAE40"/>
          </p15:clr>
        </p15:guide>
        <p15:guide id="15" pos="6139">
          <p15:clr>
            <a:srgbClr val="FBAE40"/>
          </p15:clr>
        </p15:guide>
        <p15:guide id="18" orient="horz" pos="3265">
          <p15:clr>
            <a:srgbClr val="FBAE40"/>
          </p15:clr>
        </p15:guide>
        <p15:guide id="23" orient="horz" pos="884">
          <p15:clr>
            <a:srgbClr val="FBAE40"/>
          </p15:clr>
        </p15:guide>
        <p15:guide id="24" orient="horz" pos="1558">
          <p15:clr>
            <a:srgbClr val="FBAE40"/>
          </p15:clr>
        </p15:guide>
        <p15:guide id="25" orient="horz" pos="149">
          <p15:clr>
            <a:srgbClr val="FBAE40"/>
          </p15:clr>
        </p15:guide>
        <p15:guide id="26" orient="horz" pos="82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image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>
            <a:extLst>
              <a:ext uri="{FF2B5EF4-FFF2-40B4-BE49-F238E27FC236}">
                <a16:creationId xmlns:a16="http://schemas.microsoft.com/office/drawing/2014/main" id="{88040321-5159-B1E3-A5D4-F3AB20888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38" y="5592014"/>
            <a:ext cx="1009142" cy="405130"/>
          </a:xfrm>
          <a:prstGeom prst="rect">
            <a:avLst/>
          </a:prstGeom>
        </p:spPr>
      </p:pic>
      <p:sp>
        <p:nvSpPr>
          <p:cNvPr id="5" name="Bildplatzhalter 4">
            <a:extLst>
              <a:ext uri="{FF2B5EF4-FFF2-40B4-BE49-F238E27FC236}">
                <a16:creationId xmlns:a16="http://schemas.microsoft.com/office/drawing/2014/main" id="{C07D8637-53DC-E110-5837-5249EC2B852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-1" y="349201"/>
            <a:ext cx="10969626" cy="5821413"/>
          </a:xfrm>
          <a:custGeom>
            <a:avLst/>
            <a:gdLst>
              <a:gd name="connsiteX0" fmla="*/ 1 w 10969626"/>
              <a:gd name="connsiteY0" fmla="*/ 5821200 h 5821413"/>
              <a:gd name="connsiteX1" fmla="*/ 2 w 10969626"/>
              <a:gd name="connsiteY1" fmla="*/ 5821200 h 5821413"/>
              <a:gd name="connsiteX2" fmla="*/ 2 w 10969626"/>
              <a:gd name="connsiteY2" fmla="*/ 5821412 h 5821413"/>
              <a:gd name="connsiteX3" fmla="*/ 10969626 w 10969626"/>
              <a:gd name="connsiteY3" fmla="*/ 5821412 h 5821413"/>
              <a:gd name="connsiteX4" fmla="*/ 10969626 w 10969626"/>
              <a:gd name="connsiteY4" fmla="*/ 5821413 h 5821413"/>
              <a:gd name="connsiteX5" fmla="*/ 1 w 10969626"/>
              <a:gd name="connsiteY5" fmla="*/ 5821413 h 5821413"/>
              <a:gd name="connsiteX6" fmla="*/ 10969625 w 10969626"/>
              <a:gd name="connsiteY6" fmla="*/ 0 h 5821413"/>
              <a:gd name="connsiteX7" fmla="*/ 10969625 w 10969626"/>
              <a:gd name="connsiteY7" fmla="*/ 4903412 h 5821413"/>
              <a:gd name="connsiteX8" fmla="*/ 2 w 10969626"/>
              <a:gd name="connsiteY8" fmla="*/ 5472212 h 5821413"/>
              <a:gd name="connsiteX9" fmla="*/ 2 w 10969626"/>
              <a:gd name="connsiteY9" fmla="*/ 5472213 h 5821413"/>
              <a:gd name="connsiteX10" fmla="*/ 1 w 10969626"/>
              <a:gd name="connsiteY10" fmla="*/ 5472213 h 5821413"/>
              <a:gd name="connsiteX11" fmla="*/ 1 w 10969626"/>
              <a:gd name="connsiteY11" fmla="*/ 5821200 h 5821413"/>
              <a:gd name="connsiteX12" fmla="*/ 0 w 10969626"/>
              <a:gd name="connsiteY12" fmla="*/ 5821200 h 5821413"/>
              <a:gd name="connsiteX13" fmla="*/ 0 w 10969626"/>
              <a:gd name="connsiteY13" fmla="*/ 568800 h 5821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626" h="5821413">
                <a:moveTo>
                  <a:pt x="1" y="5821200"/>
                </a:moveTo>
                <a:lnTo>
                  <a:pt x="2" y="5821200"/>
                </a:lnTo>
                <a:lnTo>
                  <a:pt x="2" y="5821412"/>
                </a:lnTo>
                <a:lnTo>
                  <a:pt x="10969626" y="5821412"/>
                </a:lnTo>
                <a:lnTo>
                  <a:pt x="10969626" y="5821413"/>
                </a:lnTo>
                <a:lnTo>
                  <a:pt x="1" y="5821413"/>
                </a:lnTo>
                <a:close/>
                <a:moveTo>
                  <a:pt x="10969625" y="0"/>
                </a:moveTo>
                <a:lnTo>
                  <a:pt x="10969625" y="4903412"/>
                </a:lnTo>
                <a:lnTo>
                  <a:pt x="2" y="5472212"/>
                </a:lnTo>
                <a:lnTo>
                  <a:pt x="2" y="5472213"/>
                </a:lnTo>
                <a:lnTo>
                  <a:pt x="1" y="5472213"/>
                </a:lnTo>
                <a:lnTo>
                  <a:pt x="1" y="5821200"/>
                </a:lnTo>
                <a:lnTo>
                  <a:pt x="0" y="5821200"/>
                </a:lnTo>
                <a:lnTo>
                  <a:pt x="0" y="568800"/>
                </a:lnTo>
                <a:close/>
              </a:path>
            </a:pathLst>
          </a:custGeom>
          <a:solidFill>
            <a:srgbClr val="FFE6E7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550000"/>
              </a:lnSpc>
              <a:spcBef>
                <a:spcPts val="0"/>
              </a:spcBef>
              <a:buNone/>
              <a:defRPr sz="1200"/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D84C58A-C176-47E5-9BFB-4C39A331C533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0" y="1443656"/>
            <a:ext cx="5159767" cy="1093374"/>
          </a:xfrm>
          <a:solidFill>
            <a:schemeClr val="accent2"/>
          </a:solidFill>
        </p:spPr>
        <p:txBody>
          <a:bodyPr wrap="none" lIns="273600" tIns="208800" rIns="273600" bIns="61200">
            <a:spAutoFit/>
          </a:bodyPr>
          <a:lstStyle>
            <a:lvl1pPr marL="0" indent="0" algn="l">
              <a:lnSpc>
                <a:spcPts val="6400"/>
              </a:lnSpc>
              <a:spcBef>
                <a:spcPts val="0"/>
              </a:spcBef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Please enter content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090800" y="259199"/>
            <a:ext cx="8103650" cy="1093374"/>
          </a:xfrm>
          <a:solidFill>
            <a:schemeClr val="accent2"/>
          </a:solidFill>
          <a:ln w="0">
            <a:noFill/>
          </a:ln>
          <a:effectLst/>
        </p:spPr>
        <p:txBody>
          <a:bodyPr wrap="none" lIns="273600" tIns="208800" rIns="273600" bIns="61200" anchor="t" anchorCtr="0">
            <a:spAutoFit/>
          </a:bodyPr>
          <a:lstStyle>
            <a:lvl1pPr algn="l">
              <a:lnSpc>
                <a:spcPts val="6400"/>
              </a:lnSpc>
              <a:defRPr sz="6000" b="1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1"/>
              <a:t>Add 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047D35-1E20-C15C-5C39-3A0C457D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117850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2" pos="168">
          <p15:clr>
            <a:srgbClr val="FBAE40"/>
          </p15:clr>
        </p15:guide>
        <p15:guide id="15" pos="6744">
          <p15:clr>
            <a:srgbClr val="FBAE40"/>
          </p15:clr>
        </p15:guide>
        <p15:guide id="18" orient="horz" pos="3436">
          <p15:clr>
            <a:srgbClr val="FBAE40"/>
          </p15:clr>
        </p15:guide>
        <p15:guide id="23" orient="horz" pos="854">
          <p15:clr>
            <a:srgbClr val="FBAE40"/>
          </p15:clr>
        </p15:guide>
        <p15:guide id="24" orient="horz" pos="1599">
          <p15:clr>
            <a:srgbClr val="FBAE40"/>
          </p15:clr>
        </p15:guide>
        <p15:guide id="25" orient="horz" pos="159">
          <p15:clr>
            <a:srgbClr val="FBAE40"/>
          </p15:clr>
        </p15:guide>
        <p15:guide id="26" orient="horz" pos="908">
          <p15:clr>
            <a:srgbClr val="FBAE40"/>
          </p15:clr>
        </p15:guide>
        <p15:guide id="2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Picture2">
            <a:extLst>
              <a:ext uri="{FF2B5EF4-FFF2-40B4-BE49-F238E27FC236}">
                <a16:creationId xmlns:a16="http://schemas.microsoft.com/office/drawing/2014/main" id="{D2B671C2-F892-7D86-47F6-297924D45BA0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226CA20-F6D6-2E36-A0A8-1924721041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7" name="Footer">
            <a:extLst>
              <a:ext uri="{FF2B5EF4-FFF2-40B4-BE49-F238E27FC236}">
                <a16:creationId xmlns:a16="http://schemas.microsoft.com/office/drawing/2014/main" id="{C7059B8D-6CE9-AFC3-4791-373D5B9A5384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08/05/2023 | © Bosch Rexroth AG 2023.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" name="Chapter_titleonly">
            <a:extLst>
              <a:ext uri="{FF2B5EF4-FFF2-40B4-BE49-F238E27FC236}">
                <a16:creationId xmlns:a16="http://schemas.microsoft.com/office/drawing/2014/main" id="{BE09DEEA-7110-245B-5AD2-75A29B3BA8E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5" name="slide_title">
            <a:extLst>
              <a:ext uri="{FF2B5EF4-FFF2-40B4-BE49-F238E27FC236}">
                <a16:creationId xmlns:a16="http://schemas.microsoft.com/office/drawing/2014/main" id="{C0A6F091-52AD-4C0A-8D32-80EE860A9980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9080" y="1295400"/>
            <a:ext cx="1045210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51428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5" orient="horz" pos="652">
          <p15:clr>
            <a:srgbClr val="FBAE40"/>
          </p15:clr>
        </p15:guide>
        <p15:guide id="16" orient="horz" pos="816">
          <p15:clr>
            <a:srgbClr val="FBAE40"/>
          </p15:clr>
        </p15:guide>
        <p15:guide id="17" orient="horz" pos="344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pter_titleonly">
            <a:extLst>
              <a:ext uri="{FF2B5EF4-FFF2-40B4-BE49-F238E27FC236}">
                <a16:creationId xmlns:a16="http://schemas.microsoft.com/office/drawing/2014/main" id="{BE09DEEA-7110-245B-5AD2-75A29B3BA8E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5" name="slide_title">
            <a:extLst>
              <a:ext uri="{FF2B5EF4-FFF2-40B4-BE49-F238E27FC236}">
                <a16:creationId xmlns:a16="http://schemas.microsoft.com/office/drawing/2014/main" id="{C0A6F091-52AD-4C0A-8D32-80EE860A9980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9080" y="1295400"/>
            <a:ext cx="1045210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4508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5" orient="horz" pos="652">
          <p15:clr>
            <a:srgbClr val="FBAE40"/>
          </p15:clr>
        </p15:guide>
        <p15:guide id="16" orient="horz" pos="816">
          <p15:clr>
            <a:srgbClr val="FBAE40"/>
          </p15:clr>
        </p15:guide>
        <p15:guide id="17" orient="horz" pos="344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1FC57609-6AFA-3304-8F7B-7BCD44E6CEB3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DFF25F49-7BF4-12C2-56D2-72A9903FFE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8" name="Footer">
            <a:extLst>
              <a:ext uri="{FF2B5EF4-FFF2-40B4-BE49-F238E27FC236}">
                <a16:creationId xmlns:a16="http://schemas.microsoft.com/office/drawing/2014/main" id="{FCACF895-D46F-5D35-43CD-79C2AC5D53C1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08/05/2023 | © Bosch Rexroth AG 2023.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ABC852AC-F4A3-94DE-3FB8-23477B54F94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9F6D022B-DEE5-4AD2-8799-00321036FE87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3205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816">
          <p15:clr>
            <a:srgbClr val="FBAE40"/>
          </p15:clr>
        </p15:guide>
        <p15:guide id="15" orient="horz" pos="2088">
          <p15:clr>
            <a:srgbClr val="FBAE40"/>
          </p15:clr>
        </p15:guide>
        <p15:guide id="16" orient="horz" pos="2169">
          <p15:clr>
            <a:srgbClr val="FBAE40"/>
          </p15:clr>
        </p15:guide>
        <p15:guide id="17" orient="horz" pos="3441">
          <p15:clr>
            <a:srgbClr val="FBAE40"/>
          </p15:clr>
        </p15:guide>
        <p15:guide id="19" orient="horz" pos="65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ABC852AC-F4A3-94DE-3FB8-23477B54F94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9F6D022B-DEE5-4AD2-8799-00321036FE87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1767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816">
          <p15:clr>
            <a:srgbClr val="FBAE40"/>
          </p15:clr>
        </p15:guide>
        <p15:guide id="15" orient="horz" pos="2088">
          <p15:clr>
            <a:srgbClr val="FBAE40"/>
          </p15:clr>
        </p15:guide>
        <p15:guide id="16" orient="horz" pos="2169">
          <p15:clr>
            <a:srgbClr val="FBAE40"/>
          </p15:clr>
        </p15:guide>
        <p15:guide id="17" orient="horz" pos="3441">
          <p15:clr>
            <a:srgbClr val="FBAE40"/>
          </p15:clr>
        </p15:guide>
        <p15:guide id="19" orient="horz" pos="65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2 content dark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Picture2">
            <a:extLst>
              <a:ext uri="{FF2B5EF4-FFF2-40B4-BE49-F238E27FC236}">
                <a16:creationId xmlns:a16="http://schemas.microsoft.com/office/drawing/2014/main" id="{BBDA00B9-3600-5FA0-6818-202B41AB7273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2631C5EE-CABD-169C-1ABA-1CEB3EA813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8" name="Footer">
            <a:extLst>
              <a:ext uri="{FF2B5EF4-FFF2-40B4-BE49-F238E27FC236}">
                <a16:creationId xmlns:a16="http://schemas.microsoft.com/office/drawing/2014/main" id="{43237A22-C329-4BCF-C7CF-4899B8B56D46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08/05/2023 | © Bosch Rexroth AG 2023.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8D62AB88-76FF-A3A0-37E8-EB4781142AA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F65834A0-7F38-430B-B142-0F15EEF33EA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216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3830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5" pos="3224">
          <p15:clr>
            <a:srgbClr val="FBAE40"/>
          </p15:clr>
        </p15:guide>
        <p15:guide id="6" pos="3686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3" orient="horz" pos="653">
          <p15:clr>
            <a:srgbClr val="FBAE40"/>
          </p15:clr>
        </p15:guide>
        <p15:guide id="14" orient="horz" pos="816">
          <p15:clr>
            <a:srgbClr val="FBAE40"/>
          </p15:clr>
        </p15:guide>
        <p15:guide id="15" orient="horz" pos="344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ntent ligh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8D62AB88-76FF-A3A0-37E8-EB4781142AA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F65834A0-7F38-430B-B142-0F15EEF33EA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216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2627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5" pos="3224">
          <p15:clr>
            <a:srgbClr val="FBAE40"/>
          </p15:clr>
        </p15:guide>
        <p15:guide id="6" pos="3686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3" orient="horz" pos="653">
          <p15:clr>
            <a:srgbClr val="FBAE40"/>
          </p15:clr>
        </p15:guide>
        <p15:guide id="14" orient="horz" pos="816">
          <p15:clr>
            <a:srgbClr val="FBAE40"/>
          </p15:clr>
        </p15:guide>
        <p15:guide id="15" orient="horz" pos="344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Picture2">
            <a:extLst>
              <a:ext uri="{FF2B5EF4-FFF2-40B4-BE49-F238E27FC236}">
                <a16:creationId xmlns:a16="http://schemas.microsoft.com/office/drawing/2014/main" id="{284D3B4C-9D1A-C467-D10D-AB5759B15402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47FD3E56-5E06-6DD1-4756-46DE63EF80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8" name="Footer">
            <a:extLst>
              <a:ext uri="{FF2B5EF4-FFF2-40B4-BE49-F238E27FC236}">
                <a16:creationId xmlns:a16="http://schemas.microsoft.com/office/drawing/2014/main" id="{FEB6F6A5-A529-92B9-55FE-058CB9D1E984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08/05/2023 | © Bosch Rexroth AG 2023.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E311C0AE-2DE4-8E96-7B13-6B9BCE05E5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8" name="slide_title">
            <a:extLst>
              <a:ext uri="{FF2B5EF4-FFF2-40B4-BE49-F238E27FC236}">
                <a16:creationId xmlns:a16="http://schemas.microsoft.com/office/drawing/2014/main" id="{8466D3B3-E7C3-4CBE-9A38-5FE8BF51AAEA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1033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6158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6158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5" pos="2134">
          <p15:clr>
            <a:srgbClr val="FBAE40"/>
          </p15:clr>
        </p15:guide>
        <p15:guide id="6" pos="4763">
          <p15:clr>
            <a:srgbClr val="FBAE40"/>
          </p15:clr>
        </p15:guide>
        <p15:guide id="7" pos="6734">
          <p15:clr>
            <a:srgbClr val="FBAE40"/>
          </p15:clr>
        </p15:guide>
        <p15:guide id="8" pos="2463">
          <p15:clr>
            <a:srgbClr val="FBAE40"/>
          </p15:clr>
        </p15:guide>
        <p15:guide id="9" pos="4434">
          <p15:clr>
            <a:srgbClr val="FBAE40"/>
          </p15:clr>
        </p15:guide>
        <p15:guide id="12" orient="horz" pos="163">
          <p15:clr>
            <a:srgbClr val="FBAE40"/>
          </p15:clr>
        </p15:guide>
        <p15:guide id="13" orient="horz" pos="408">
          <p15:clr>
            <a:srgbClr val="FBAE40"/>
          </p15:clr>
        </p15:guide>
        <p15:guide id="14" orient="horz" pos="653">
          <p15:clr>
            <a:srgbClr val="FBAE40"/>
          </p15:clr>
        </p15:guide>
        <p15:guide id="16" orient="horz" pos="3441">
          <p15:clr>
            <a:srgbClr val="FBAE40"/>
          </p15:clr>
        </p15:guide>
        <p15:guide id="17" orient="horz" pos="816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E311C0AE-2DE4-8E96-7B13-6B9BCE05E5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8" name="slide_title">
            <a:extLst>
              <a:ext uri="{FF2B5EF4-FFF2-40B4-BE49-F238E27FC236}">
                <a16:creationId xmlns:a16="http://schemas.microsoft.com/office/drawing/2014/main" id="{8466D3B3-E7C3-4CBE-9A38-5FE8BF51AAEA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1033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6158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6247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5" pos="2134">
          <p15:clr>
            <a:srgbClr val="FBAE40"/>
          </p15:clr>
        </p15:guide>
        <p15:guide id="6" pos="4763">
          <p15:clr>
            <a:srgbClr val="FBAE40"/>
          </p15:clr>
        </p15:guide>
        <p15:guide id="7" pos="6734">
          <p15:clr>
            <a:srgbClr val="FBAE40"/>
          </p15:clr>
        </p15:guide>
        <p15:guide id="8" pos="2463">
          <p15:clr>
            <a:srgbClr val="FBAE40"/>
          </p15:clr>
        </p15:guide>
        <p15:guide id="9" pos="4434">
          <p15:clr>
            <a:srgbClr val="FBAE40"/>
          </p15:clr>
        </p15:guide>
        <p15:guide id="12" orient="horz" pos="163">
          <p15:clr>
            <a:srgbClr val="FBAE40"/>
          </p15:clr>
        </p15:guide>
        <p15:guide id="13" orient="horz" pos="408">
          <p15:clr>
            <a:srgbClr val="FBAE40"/>
          </p15:clr>
        </p15:guide>
        <p15:guide id="14" orient="horz" pos="653">
          <p15:clr>
            <a:srgbClr val="FBAE40"/>
          </p15:clr>
        </p15:guide>
        <p15:guide id="16" orient="horz" pos="3441">
          <p15:clr>
            <a:srgbClr val="FBAE40"/>
          </p15:clr>
        </p15:guide>
        <p15:guide id="17" orient="horz" pos="81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picture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30F02C8-06A0-3C62-8810-6966389142AC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6170613"/>
          </a:xfrm>
          <a:custGeom>
            <a:avLst/>
            <a:gdLst>
              <a:gd name="connsiteX0" fmla="*/ 1 w 10969625"/>
              <a:gd name="connsiteY0" fmla="*/ 6170400 h 6170613"/>
              <a:gd name="connsiteX1" fmla="*/ 2 w 10969625"/>
              <a:gd name="connsiteY1" fmla="*/ 6170400 h 6170613"/>
              <a:gd name="connsiteX2" fmla="*/ 2 w 10969625"/>
              <a:gd name="connsiteY2" fmla="*/ 6170613 h 6170613"/>
              <a:gd name="connsiteX3" fmla="*/ 1 w 10969625"/>
              <a:gd name="connsiteY3" fmla="*/ 6170613 h 6170613"/>
              <a:gd name="connsiteX4" fmla="*/ 0 w 10969625"/>
              <a:gd name="connsiteY4" fmla="*/ 0 h 6170613"/>
              <a:gd name="connsiteX5" fmla="*/ 10969625 w 10969625"/>
              <a:gd name="connsiteY5" fmla="*/ 0 h 6170613"/>
              <a:gd name="connsiteX6" fmla="*/ 10969625 w 10969625"/>
              <a:gd name="connsiteY6" fmla="*/ 5252613 h 6170613"/>
              <a:gd name="connsiteX7" fmla="*/ 1 w 10969625"/>
              <a:gd name="connsiteY7" fmla="*/ 5821413 h 6170613"/>
              <a:gd name="connsiteX8" fmla="*/ 1 w 10969625"/>
              <a:gd name="connsiteY8" fmla="*/ 6170400 h 6170613"/>
              <a:gd name="connsiteX9" fmla="*/ 0 w 10969625"/>
              <a:gd name="connsiteY9" fmla="*/ 6170400 h 617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69625" h="6170613">
                <a:moveTo>
                  <a:pt x="1" y="6170400"/>
                </a:moveTo>
                <a:lnTo>
                  <a:pt x="2" y="6170400"/>
                </a:lnTo>
                <a:lnTo>
                  <a:pt x="2" y="6170613"/>
                </a:lnTo>
                <a:lnTo>
                  <a:pt x="1" y="6170613"/>
                </a:lnTo>
                <a:close/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6170400"/>
                </a:lnTo>
                <a:lnTo>
                  <a:pt x="0" y="6170400"/>
                </a:lnTo>
                <a:close/>
              </a:path>
            </a:pathLst>
          </a:custGeom>
          <a:solidFill>
            <a:srgbClr val="FFE6E7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550000"/>
              </a:lnSpc>
              <a:buFontTx/>
              <a:buNone/>
              <a:defRPr sz="1200"/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855901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440">
          <p15:clr>
            <a:srgbClr val="FBAE40"/>
          </p15:clr>
        </p15:guide>
        <p15:guide id="3" pos="166">
          <p15:clr>
            <a:srgbClr val="FBAE40"/>
          </p15:clr>
        </p15:guide>
        <p15:guide id="4" pos="6744">
          <p15:clr>
            <a:srgbClr val="FBAE40"/>
          </p15:clr>
        </p15:guide>
        <p15:guide id="5" orient="horz" pos="16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 picture dark 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F1A856B7-C428-C201-2653-305370B18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4" name="Footer">
            <a:extLst>
              <a:ext uri="{FF2B5EF4-FFF2-40B4-BE49-F238E27FC236}">
                <a16:creationId xmlns:a16="http://schemas.microsoft.com/office/drawing/2014/main" id="{71FC0F82-13F9-DC6E-A1F6-AF573CDEF10A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08/05/2023 | © Bosch Rexroth AG 2023.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BA72D09-8BBC-E855-D374-A752108073D0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6170613"/>
          </a:xfrm>
          <a:custGeom>
            <a:avLst/>
            <a:gdLst>
              <a:gd name="connsiteX0" fmla="*/ 1 w 10969625"/>
              <a:gd name="connsiteY0" fmla="*/ 6170400 h 6170613"/>
              <a:gd name="connsiteX1" fmla="*/ 2 w 10969625"/>
              <a:gd name="connsiteY1" fmla="*/ 6170400 h 6170613"/>
              <a:gd name="connsiteX2" fmla="*/ 2 w 10969625"/>
              <a:gd name="connsiteY2" fmla="*/ 6170613 h 6170613"/>
              <a:gd name="connsiteX3" fmla="*/ 1 w 10969625"/>
              <a:gd name="connsiteY3" fmla="*/ 6170613 h 6170613"/>
              <a:gd name="connsiteX4" fmla="*/ 0 w 10969625"/>
              <a:gd name="connsiteY4" fmla="*/ 0 h 6170613"/>
              <a:gd name="connsiteX5" fmla="*/ 10969625 w 10969625"/>
              <a:gd name="connsiteY5" fmla="*/ 0 h 6170613"/>
              <a:gd name="connsiteX6" fmla="*/ 10969625 w 10969625"/>
              <a:gd name="connsiteY6" fmla="*/ 5252613 h 6170613"/>
              <a:gd name="connsiteX7" fmla="*/ 1 w 10969625"/>
              <a:gd name="connsiteY7" fmla="*/ 5821413 h 6170613"/>
              <a:gd name="connsiteX8" fmla="*/ 1 w 10969625"/>
              <a:gd name="connsiteY8" fmla="*/ 6170400 h 6170613"/>
              <a:gd name="connsiteX9" fmla="*/ 0 w 10969625"/>
              <a:gd name="connsiteY9" fmla="*/ 6170400 h 617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69625" h="6170613">
                <a:moveTo>
                  <a:pt x="1" y="6170400"/>
                </a:moveTo>
                <a:lnTo>
                  <a:pt x="2" y="6170400"/>
                </a:lnTo>
                <a:lnTo>
                  <a:pt x="2" y="6170613"/>
                </a:lnTo>
                <a:lnTo>
                  <a:pt x="1" y="6170613"/>
                </a:lnTo>
                <a:close/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6170400"/>
                </a:lnTo>
                <a:lnTo>
                  <a:pt x="0" y="6170400"/>
                </a:lnTo>
                <a:close/>
              </a:path>
            </a:pathLst>
          </a:custGeom>
          <a:solidFill>
            <a:srgbClr val="FFE6E7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550000"/>
              </a:lnSpc>
              <a:buFontTx/>
              <a:buNone/>
              <a:defRPr sz="1200"/>
            </a:lvl1pPr>
          </a:lstStyle>
          <a:p>
            <a:r>
              <a:rPr lang="en-US"/>
              <a:t>Add Picture</a:t>
            </a:r>
          </a:p>
        </p:txBody>
      </p:sp>
    </p:spTree>
    <p:extLst>
      <p:ext uri="{BB962C8B-B14F-4D97-AF65-F5344CB8AC3E}">
        <p14:creationId xmlns:p14="http://schemas.microsoft.com/office/powerpoint/2010/main" val="2436066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440">
          <p15:clr>
            <a:srgbClr val="FBAE40"/>
          </p15:clr>
        </p15:guide>
        <p15:guide id="3" pos="166">
          <p15:clr>
            <a:srgbClr val="FBAE40"/>
          </p15:clr>
        </p15:guide>
        <p15:guide id="4" pos="6744">
          <p15:clr>
            <a:srgbClr val="FBAE40"/>
          </p15:clr>
        </p15:guide>
        <p15:guide id="5" orient="horz" pos="162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51D8A0BF-E7D8-435F-B9C3-A76C4BF3DA1B}"/>
              </a:ext>
            </a:extLst>
          </p:cNvPr>
          <p:cNvSpPr/>
          <p:nvPr userDrawn="1"/>
        </p:nvSpPr>
        <p:spPr>
          <a:xfrm>
            <a:off x="1" y="1"/>
            <a:ext cx="10969625" cy="5832001"/>
          </a:xfrm>
          <a:custGeom>
            <a:avLst/>
            <a:gdLst>
              <a:gd name="connsiteX0" fmla="*/ 0 w 10969625"/>
              <a:gd name="connsiteY0" fmla="*/ 0 h 5832001"/>
              <a:gd name="connsiteX1" fmla="*/ 10969625 w 10969625"/>
              <a:gd name="connsiteY1" fmla="*/ 0 h 5832001"/>
              <a:gd name="connsiteX2" fmla="*/ 10969625 w 10969625"/>
              <a:gd name="connsiteY2" fmla="*/ 5252613 h 5832001"/>
              <a:gd name="connsiteX3" fmla="*/ 1 w 10969625"/>
              <a:gd name="connsiteY3" fmla="*/ 5821413 h 5832001"/>
              <a:gd name="connsiteX4" fmla="*/ 1 w 10969625"/>
              <a:gd name="connsiteY4" fmla="*/ 5832001 h 5832001"/>
              <a:gd name="connsiteX5" fmla="*/ 0 w 10969625"/>
              <a:gd name="connsiteY5" fmla="*/ 5832001 h 583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69625" h="5832001"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5832001"/>
                </a:lnTo>
                <a:lnTo>
                  <a:pt x="0" y="5832001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" name="BackgroundPicture1">
            <a:extLst>
              <a:ext uri="{FF2B5EF4-FFF2-40B4-BE49-F238E27FC236}">
                <a16:creationId xmlns:a16="http://schemas.microsoft.com/office/drawing/2014/main" id="{BB2FA1A4-34FB-D2E1-6F36-8B92F5F6D096}"/>
              </a:ext>
            </a:extLst>
          </p:cNvPr>
          <p:cNvSpPr/>
          <p:nvPr userDrawn="1"/>
        </p:nvSpPr>
        <p:spPr>
          <a:xfrm>
            <a:off x="0" y="0"/>
            <a:ext cx="3592801" cy="2844001"/>
          </a:xfrm>
          <a:custGeom>
            <a:avLst/>
            <a:gdLst/>
            <a:ahLst/>
            <a:cxnLst/>
            <a:rect l="0" t="0" r="0" b="0"/>
            <a:pathLst>
              <a:path w="3592801" h="2844001">
                <a:moveTo>
                  <a:pt x="0" y="0"/>
                </a:moveTo>
                <a:lnTo>
                  <a:pt x="0" y="558000"/>
                </a:lnTo>
                <a:lnTo>
                  <a:pt x="3474000" y="378000"/>
                </a:lnTo>
                <a:lnTo>
                  <a:pt x="3592800" y="2656800"/>
                </a:lnTo>
                <a:lnTo>
                  <a:pt x="0" y="2844000"/>
                </a:lnTo>
                <a:lnTo>
                  <a:pt x="0" y="55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6" name="Chapter_titleonly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15002" y="979879"/>
            <a:ext cx="6712689" cy="4245265"/>
          </a:xfrm>
          <a:ln w="0">
            <a:noFill/>
          </a:ln>
          <a:effectLst/>
        </p:spPr>
        <p:txBody>
          <a:bodyPr lIns="0" tIns="0" rIns="0" bIns="0" anchor="t" anchorCtr="0"/>
          <a:lstStyle>
            <a:lvl1pPr algn="l">
              <a:lnSpc>
                <a:spcPts val="4400"/>
              </a:lnSpc>
              <a:defRPr sz="4000" b="1" cap="none" baseline="0">
                <a:solidFill>
                  <a:schemeClr val="accent1"/>
                </a:solidFill>
              </a:defRPr>
            </a:lvl1pPr>
          </a:lstStyle>
          <a:p>
            <a:r>
              <a:rPr lang="en-US" noProof="1"/>
              <a:t>Add Chapter Title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BB61E12-9C07-4A09-BA5B-31ED760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699" y="5923477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735D5699-EBBF-348D-43D5-F0A7964625AF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266400" y="910800"/>
            <a:ext cx="2916000" cy="1310400"/>
          </a:xfrm>
        </p:spPr>
        <p:txBody>
          <a:bodyPr/>
          <a:lstStyle>
            <a:lvl1pPr marL="0" indent="0" algn="ctr">
              <a:lnSpc>
                <a:spcPct val="89000"/>
              </a:lnSpc>
              <a:spcBef>
                <a:spcPts val="0"/>
              </a:spcBef>
              <a:buFontTx/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233983" indent="0">
              <a:buFontTx/>
              <a:buNone/>
              <a:defRPr>
                <a:solidFill>
                  <a:schemeClr val="bg1"/>
                </a:solidFill>
              </a:defRPr>
            </a:lvl2pPr>
            <a:lvl3pPr marL="525561" indent="0">
              <a:buFontTx/>
              <a:buNone/>
              <a:defRPr>
                <a:solidFill>
                  <a:schemeClr val="bg1"/>
                </a:solidFill>
              </a:defRPr>
            </a:lvl3pPr>
            <a:lvl4pPr marL="748745" indent="0">
              <a:buFontTx/>
              <a:buNone/>
              <a:defRPr>
                <a:solidFill>
                  <a:schemeClr val="bg1"/>
                </a:solidFill>
              </a:defRPr>
            </a:lvl4pPr>
            <a:lvl5pPr marL="748745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17288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8">
          <p15:clr>
            <a:srgbClr val="FBAE40"/>
          </p15:clr>
        </p15:guide>
        <p15:guide id="1" pos="6761">
          <p15:clr>
            <a:srgbClr val="FBAE40"/>
          </p15:clr>
        </p15:guide>
        <p15:guide id="10" orient="horz" pos="631">
          <p15:clr>
            <a:srgbClr val="FBAE40"/>
          </p15:clr>
        </p15:guide>
        <p15:guide id="11" orient="horz" pos="3441">
          <p15:clr>
            <a:srgbClr val="FBAE40"/>
          </p15:clr>
        </p15:guide>
        <p15:guide id="12" pos="2525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ntent inverted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AD5DC8FD-DD8D-4735-695B-A649A05C3DAC}"/>
              </a:ext>
            </a:extLst>
          </p:cNvPr>
          <p:cNvSpPr/>
          <p:nvPr userDrawn="1"/>
        </p:nvSpPr>
        <p:spPr>
          <a:xfrm>
            <a:off x="1" y="1"/>
            <a:ext cx="10969625" cy="5832001"/>
          </a:xfrm>
          <a:custGeom>
            <a:avLst/>
            <a:gdLst>
              <a:gd name="connsiteX0" fmla="*/ 0 w 10969625"/>
              <a:gd name="connsiteY0" fmla="*/ 0 h 5832001"/>
              <a:gd name="connsiteX1" fmla="*/ 10969625 w 10969625"/>
              <a:gd name="connsiteY1" fmla="*/ 0 h 5832001"/>
              <a:gd name="connsiteX2" fmla="*/ 10969625 w 10969625"/>
              <a:gd name="connsiteY2" fmla="*/ 5252613 h 5832001"/>
              <a:gd name="connsiteX3" fmla="*/ 1 w 10969625"/>
              <a:gd name="connsiteY3" fmla="*/ 5821413 h 5832001"/>
              <a:gd name="connsiteX4" fmla="*/ 1 w 10969625"/>
              <a:gd name="connsiteY4" fmla="*/ 5832001 h 5832001"/>
              <a:gd name="connsiteX5" fmla="*/ 0 w 10969625"/>
              <a:gd name="connsiteY5" fmla="*/ 5832001 h 583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69625" h="5832001"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5832001"/>
                </a:lnTo>
                <a:lnTo>
                  <a:pt x="0" y="5832001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" name="Chapter_titleonly">
            <a:extLst>
              <a:ext uri="{FF2B5EF4-FFF2-40B4-BE49-F238E27FC236}">
                <a16:creationId xmlns:a16="http://schemas.microsoft.com/office/drawing/2014/main" id="{BE09DEEA-7110-245B-5AD2-75A29B3BA8E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5" name="slide_title">
            <a:extLst>
              <a:ext uri="{FF2B5EF4-FFF2-40B4-BE49-F238E27FC236}">
                <a16:creationId xmlns:a16="http://schemas.microsoft.com/office/drawing/2014/main" id="{C0A6F091-52AD-4C0A-8D32-80EE860A9980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9080" y="1295400"/>
            <a:ext cx="10452100" cy="41681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656688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5" orient="horz" pos="652">
          <p15:clr>
            <a:srgbClr val="FBAE40"/>
          </p15:clr>
        </p15:guide>
        <p15:guide id="16" orient="horz" pos="816">
          <p15:clr>
            <a:srgbClr val="FBAE40"/>
          </p15:clr>
        </p15:guide>
        <p15:guide id="17" orient="horz" pos="344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CC85B92C-CEA1-B1A6-4D15-68BA84C81FDE}"/>
              </a:ext>
            </a:extLst>
          </p:cNvPr>
          <p:cNvSpPr/>
          <p:nvPr userDrawn="1"/>
        </p:nvSpPr>
        <p:spPr>
          <a:xfrm>
            <a:off x="1" y="1"/>
            <a:ext cx="10969625" cy="5821412"/>
          </a:xfrm>
          <a:custGeom>
            <a:avLst/>
            <a:gdLst>
              <a:gd name="connsiteX0" fmla="*/ 0 w 10969625"/>
              <a:gd name="connsiteY0" fmla="*/ 0 h 5821412"/>
              <a:gd name="connsiteX1" fmla="*/ 10969625 w 10969625"/>
              <a:gd name="connsiteY1" fmla="*/ 0 h 5821412"/>
              <a:gd name="connsiteX2" fmla="*/ 10969625 w 10969625"/>
              <a:gd name="connsiteY2" fmla="*/ 5252612 h 5821412"/>
              <a:gd name="connsiteX3" fmla="*/ 0 w 10969625"/>
              <a:gd name="connsiteY3" fmla="*/ 5821412 h 5821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69625" h="5821412">
                <a:moveTo>
                  <a:pt x="0" y="0"/>
                </a:moveTo>
                <a:lnTo>
                  <a:pt x="10969625" y="0"/>
                </a:lnTo>
                <a:lnTo>
                  <a:pt x="10969625" y="5252612"/>
                </a:lnTo>
                <a:lnTo>
                  <a:pt x="0" y="5821412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3EE3D-5B1A-EE02-BCE2-D4A0FE325CB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683308" y="1371600"/>
            <a:ext cx="5018314" cy="4087298"/>
          </a:xfrm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+mj-lt"/>
              </a:defRPr>
            </a:lvl1pPr>
            <a:lvl2pPr>
              <a:defRPr sz="2400" b="1">
                <a:solidFill>
                  <a:schemeClr val="bg1"/>
                </a:solidFill>
                <a:latin typeface="+mj-lt"/>
              </a:defRPr>
            </a:lvl2pPr>
            <a:lvl3pPr>
              <a:defRPr sz="2400" b="1">
                <a:solidFill>
                  <a:schemeClr val="bg1"/>
                </a:solidFill>
                <a:latin typeface="+mj-lt"/>
              </a:defRPr>
            </a:lvl3pPr>
            <a:lvl4pPr>
              <a:defRPr sz="2400" b="1">
                <a:solidFill>
                  <a:schemeClr val="bg1"/>
                </a:solidFill>
                <a:latin typeface="+mj-lt"/>
              </a:defRPr>
            </a:lvl4pPr>
            <a:lvl5pPr>
              <a:defRPr sz="24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21315564-2908-E39A-1AE8-D9CEE3539F37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1" y="1"/>
            <a:ext cx="5486400" cy="5821413"/>
          </a:xfrm>
          <a:custGeom>
            <a:avLst/>
            <a:gdLst>
              <a:gd name="connsiteX0" fmla="*/ 0 w 5486400"/>
              <a:gd name="connsiteY0" fmla="*/ 0 h 5821413"/>
              <a:gd name="connsiteX1" fmla="*/ 5486400 w 5486400"/>
              <a:gd name="connsiteY1" fmla="*/ 0 h 5821413"/>
              <a:gd name="connsiteX2" fmla="*/ 5486400 w 5486400"/>
              <a:gd name="connsiteY2" fmla="*/ 5536931 h 5821413"/>
              <a:gd name="connsiteX3" fmla="*/ 0 w 5486400"/>
              <a:gd name="connsiteY3" fmla="*/ 5821413 h 5821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400" h="5821413">
                <a:moveTo>
                  <a:pt x="0" y="0"/>
                </a:moveTo>
                <a:lnTo>
                  <a:pt x="5486400" y="0"/>
                </a:lnTo>
                <a:lnTo>
                  <a:pt x="5486400" y="5536931"/>
                </a:lnTo>
                <a:lnTo>
                  <a:pt x="0" y="5821413"/>
                </a:lnTo>
                <a:close/>
              </a:path>
            </a:pathLst>
          </a:custGeom>
          <a:solidFill>
            <a:srgbClr val="FFE6E7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550000"/>
              </a:lnSpc>
              <a:buFontTx/>
              <a:buNone/>
              <a:defRPr sz="1200"/>
            </a:lvl1pPr>
          </a:lstStyle>
          <a:p>
            <a:r>
              <a:rPr lang="en-US"/>
              <a:t>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10EE55D-35FD-EB98-A902-8C0417DB53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79999" y="259200"/>
            <a:ext cx="6026101" cy="914400"/>
          </a:xfrm>
          <a:solidFill>
            <a:schemeClr val="accent2"/>
          </a:solidFill>
          <a:ln w="0">
            <a:noFill/>
          </a:ln>
          <a:effectLst/>
        </p:spPr>
        <p:txBody>
          <a:bodyPr wrap="none" lIns="230400" tIns="169200" rIns="230400" bIns="50400" anchor="t" anchorCtr="0">
            <a:noAutofit/>
          </a:bodyPr>
          <a:lstStyle>
            <a:lvl1pPr algn="l">
              <a:lnSpc>
                <a:spcPts val="5400"/>
              </a:lnSpc>
              <a:defRPr sz="5000" b="1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1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994692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55">
          <p15:clr>
            <a:srgbClr val="FBAE40"/>
          </p15:clr>
        </p15:guide>
        <p15:guide id="2" orient="horz" pos="3440">
          <p15:clr>
            <a:srgbClr val="FBAE40"/>
          </p15:clr>
        </p15:guide>
        <p15:guide id="3" pos="166">
          <p15:clr>
            <a:srgbClr val="FBAE40"/>
          </p15:clr>
        </p15:guide>
        <p15:guide id="4" pos="6744">
          <p15:clr>
            <a:srgbClr val="FBAE40"/>
          </p15:clr>
        </p15:guide>
        <p15:guide id="5" orient="horz" pos="16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4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9F4F8A00-0989-FEAD-D127-59325AD26110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29C23F0C-EB63-1D22-28D2-C6B83FB9B2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A06149E1-C7E9-E474-E1DD-47C75CD7DB77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08/05/2023 | © Bosch Rexroth AG 2023.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D8DBEFB5-7FD9-DE0E-BF93-9044327DD41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DF7F8884-B1F7-469D-8614-E93F2AA1E3DD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90449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4990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19531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7016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5" pos="1748">
          <p15:clr>
            <a:srgbClr val="FBAE40"/>
          </p15:clr>
        </p15:guide>
        <p15:guide id="6" pos="3496">
          <p15:clr>
            <a:srgbClr val="FBAE40"/>
          </p15:clr>
        </p15:guide>
        <p15:guide id="7" pos="5080">
          <p15:clr>
            <a:srgbClr val="FBAE40"/>
          </p15:clr>
        </p15:guide>
        <p15:guide id="8" pos="1829">
          <p15:clr>
            <a:srgbClr val="FBAE40"/>
          </p15:clr>
        </p15:guide>
        <p15:guide id="9" pos="3414">
          <p15:clr>
            <a:srgbClr val="FBAE40"/>
          </p15:clr>
        </p15:guide>
        <p15:guide id="10" pos="5162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163">
          <p15:clr>
            <a:srgbClr val="FBAE40"/>
          </p15:clr>
        </p15:guide>
        <p15:guide id="15" orient="horz" pos="651">
          <p15:clr>
            <a:srgbClr val="FBAE40"/>
          </p15:clr>
        </p15:guide>
        <p15:guide id="17" orient="horz" pos="3441">
          <p15:clr>
            <a:srgbClr val="FBAE40"/>
          </p15:clr>
        </p15:guide>
        <p15:guide id="18" orient="horz" pos="81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ntent light 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D8DBEFB5-7FD9-DE0E-BF93-9044327DD41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DF7F8884-B1F7-469D-8614-E93F2AA1E3DD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90449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4990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19531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41099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5" pos="1748">
          <p15:clr>
            <a:srgbClr val="FBAE40"/>
          </p15:clr>
        </p15:guide>
        <p15:guide id="6" pos="3496">
          <p15:clr>
            <a:srgbClr val="FBAE40"/>
          </p15:clr>
        </p15:guide>
        <p15:guide id="7" pos="5080">
          <p15:clr>
            <a:srgbClr val="FBAE40"/>
          </p15:clr>
        </p15:guide>
        <p15:guide id="8" pos="1829">
          <p15:clr>
            <a:srgbClr val="FBAE40"/>
          </p15:clr>
        </p15:guide>
        <p15:guide id="9" pos="3414">
          <p15:clr>
            <a:srgbClr val="FBAE40"/>
          </p15:clr>
        </p15:guide>
        <p15:guide id="10" pos="5162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163">
          <p15:clr>
            <a:srgbClr val="FBAE40"/>
          </p15:clr>
        </p15:guide>
        <p15:guide id="15" orient="horz" pos="653">
          <p15:clr>
            <a:srgbClr val="FBAE40"/>
          </p15:clr>
        </p15:guide>
        <p15:guide id="17" orient="horz" pos="3441">
          <p15:clr>
            <a:srgbClr val="FBAE40"/>
          </p15:clr>
        </p15:guide>
        <p15:guide id="18" orient="horz" pos="816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2 x 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359291F1-565C-F218-4CE2-BD3E99D3A801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4F473A07-BA6A-88A5-8BE3-01DDC66EFE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EF6C1B0E-9C94-35D8-89B6-B28F9E8E27D7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08/05/2023 | © Bosch Rexroth AG 2023.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6372C0C5-D72E-7D9D-6C6C-76C096623AC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0CD4A6A4-B685-4664-A9F2-206AFF03DCDC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216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908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216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7150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5" pos="3224">
          <p15:clr>
            <a:srgbClr val="FBAE40"/>
          </p15:clr>
        </p15:guide>
        <p15:guide id="6" pos="3686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653">
          <p15:clr>
            <a:srgbClr val="FBAE40"/>
          </p15:clr>
        </p15:guide>
        <p15:guide id="15" orient="horz" pos="816">
          <p15:clr>
            <a:srgbClr val="FBAE40"/>
          </p15:clr>
        </p15:guide>
        <p15:guide id="16" orient="horz" pos="2088">
          <p15:clr>
            <a:srgbClr val="FBAE40"/>
          </p15:clr>
        </p15:guide>
        <p15:guide id="18" orient="horz" pos="2169">
          <p15:clr>
            <a:srgbClr val="FBAE40"/>
          </p15:clr>
        </p15:guide>
        <p15:guide id="19" orient="horz" pos="344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x 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6372C0C5-D72E-7D9D-6C6C-76C096623AC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0CD4A6A4-B685-4664-A9F2-206AFF03DCDC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216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908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216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8670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5" pos="3224">
          <p15:clr>
            <a:srgbClr val="FBAE40"/>
          </p15:clr>
        </p15:guide>
        <p15:guide id="6" pos="3686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653">
          <p15:clr>
            <a:srgbClr val="FBAE40"/>
          </p15:clr>
        </p15:guide>
        <p15:guide id="15" orient="horz" pos="810">
          <p15:clr>
            <a:srgbClr val="FBAE40"/>
          </p15:clr>
        </p15:guide>
        <p15:guide id="16" orient="horz" pos="2088">
          <p15:clr>
            <a:srgbClr val="FBAE40"/>
          </p15:clr>
        </p15:guide>
        <p15:guide id="18" orient="horz" pos="2169">
          <p15:clr>
            <a:srgbClr val="FBAE40"/>
          </p15:clr>
        </p15:guide>
        <p15:guide id="19" orient="horz" pos="344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x 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1F7F4591-4F3A-F059-FE88-E0C99517F055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B3D9825-4CC4-DB18-4D42-83E09589E6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2" name="Footer">
            <a:extLst>
              <a:ext uri="{FF2B5EF4-FFF2-40B4-BE49-F238E27FC236}">
                <a16:creationId xmlns:a16="http://schemas.microsoft.com/office/drawing/2014/main" id="{36A6E8AA-C9D7-15B3-F28F-8101AC9B090D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08/05/2023 | © Bosch Rexroth AG 2023.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F3D71E1B-DBA6-809E-FDB6-D0134DEB0E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21" name="slide_title">
            <a:extLst>
              <a:ext uri="{FF2B5EF4-FFF2-40B4-BE49-F238E27FC236}">
                <a16:creationId xmlns:a16="http://schemas.microsoft.com/office/drawing/2014/main" id="{37C7D613-AF63-4D59-A3E7-00A3988669E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1033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6158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1033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615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6659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36">
          <p15:clr>
            <a:srgbClr val="FBAE40"/>
          </p15:clr>
        </p15:guide>
        <p15:guide id="5" pos="2134">
          <p15:clr>
            <a:srgbClr val="FBAE40"/>
          </p15:clr>
        </p15:guide>
        <p15:guide id="6" pos="2463">
          <p15:clr>
            <a:srgbClr val="FBAE40"/>
          </p15:clr>
        </p15:guide>
        <p15:guide id="7" pos="4434">
          <p15:clr>
            <a:srgbClr val="FBAE40"/>
          </p15:clr>
        </p15:guide>
        <p15:guide id="8" pos="4763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5" orient="horz" pos="2087">
          <p15:clr>
            <a:srgbClr val="FBAE40"/>
          </p15:clr>
        </p15:guide>
        <p15:guide id="18" orient="horz" pos="816">
          <p15:clr>
            <a:srgbClr val="FBAE40"/>
          </p15:clr>
        </p15:guide>
        <p15:guide id="19" orient="horz" pos="2088">
          <p15:clr>
            <a:srgbClr val="FBAE40"/>
          </p15:clr>
        </p15:guide>
        <p15:guide id="20" orient="horz" pos="2169">
          <p15:clr>
            <a:srgbClr val="FBAE40"/>
          </p15:clr>
        </p15:guide>
        <p15:guide id="21" orient="horz" pos="3441">
          <p15:clr>
            <a:srgbClr val="FBAE40"/>
          </p15:clr>
        </p15:guide>
        <p15:guide id="27" orient="horz" pos="652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x 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F3D71E1B-DBA6-809E-FDB6-D0134DEB0E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21" name="slide_title">
            <a:extLst>
              <a:ext uri="{FF2B5EF4-FFF2-40B4-BE49-F238E27FC236}">
                <a16:creationId xmlns:a16="http://schemas.microsoft.com/office/drawing/2014/main" id="{37C7D613-AF63-4D59-A3E7-00A3988669E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1033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6158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1033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615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0586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36">
          <p15:clr>
            <a:srgbClr val="FBAE40"/>
          </p15:clr>
        </p15:guide>
        <p15:guide id="5" pos="2134">
          <p15:clr>
            <a:srgbClr val="FBAE40"/>
          </p15:clr>
        </p15:guide>
        <p15:guide id="6" pos="2463">
          <p15:clr>
            <a:srgbClr val="FBAE40"/>
          </p15:clr>
        </p15:guide>
        <p15:guide id="7" pos="4434">
          <p15:clr>
            <a:srgbClr val="FBAE40"/>
          </p15:clr>
        </p15:guide>
        <p15:guide id="8" pos="4763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5" orient="horz" pos="2087">
          <p15:clr>
            <a:srgbClr val="FBAE40"/>
          </p15:clr>
        </p15:guide>
        <p15:guide id="18" orient="horz" pos="816">
          <p15:clr>
            <a:srgbClr val="FBAE40"/>
          </p15:clr>
        </p15:guide>
        <p15:guide id="19" orient="horz" pos="2088">
          <p15:clr>
            <a:srgbClr val="FBAE40"/>
          </p15:clr>
        </p15:guide>
        <p15:guide id="20" orient="horz" pos="2169">
          <p15:clr>
            <a:srgbClr val="FBAE40"/>
          </p15:clr>
        </p15:guide>
        <p15:guide id="21" orient="horz" pos="3441">
          <p15:clr>
            <a:srgbClr val="FBAE40"/>
          </p15:clr>
        </p15:guide>
        <p15:guide id="27" orient="horz" pos="652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4 x 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65CB7899-BD7D-F20D-A74C-931A3B68CABA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F3EC7E27-8B63-8F3F-5011-7C4E91B996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2" name="Footer">
            <a:extLst>
              <a:ext uri="{FF2B5EF4-FFF2-40B4-BE49-F238E27FC236}">
                <a16:creationId xmlns:a16="http://schemas.microsoft.com/office/drawing/2014/main" id="{7CC9E950-335A-16D5-8726-BCB98FCB8AE4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08/05/2023 | © Bosch Rexroth AG 2023. All rights reserved, also regarding any disposal, exploitation, reproduction, editing, distribution, as well as in the event of applications for industrial property rights.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B0C8B8C5-F767-0B03-C680-4DF16170D0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24" name="slide_title">
            <a:extLst>
              <a:ext uri="{FF2B5EF4-FFF2-40B4-BE49-F238E27FC236}">
                <a16:creationId xmlns:a16="http://schemas.microsoft.com/office/drawing/2014/main" id="{311701A3-045D-4465-A625-85AD8C2B322E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90449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4990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19531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90449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4990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19531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9458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2">
          <p15:clr>
            <a:srgbClr val="FBAE40"/>
          </p15:clr>
        </p15:guide>
        <p15:guide id="1" pos="6744">
          <p15:clr>
            <a:srgbClr val="FBAE40"/>
          </p15:clr>
        </p15:guide>
        <p15:guide id="5" pos="1748">
          <p15:clr>
            <a:srgbClr val="FBAE40"/>
          </p15:clr>
        </p15:guide>
        <p15:guide id="6" pos="1829">
          <p15:clr>
            <a:srgbClr val="FBAE40"/>
          </p15:clr>
        </p15:guide>
        <p15:guide id="7" pos="3414">
          <p15:clr>
            <a:srgbClr val="FBAE40"/>
          </p15:clr>
        </p15:guide>
        <p15:guide id="8" pos="5162">
          <p15:clr>
            <a:srgbClr val="FBAE40"/>
          </p15:clr>
        </p15:guide>
        <p15:guide id="10" orient="horz" pos="162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813">
          <p15:clr>
            <a:srgbClr val="FBAE40"/>
          </p15:clr>
        </p15:guide>
        <p15:guide id="16" pos="3496">
          <p15:clr>
            <a:srgbClr val="FBAE40"/>
          </p15:clr>
        </p15:guide>
        <p15:guide id="17" pos="5080">
          <p15:clr>
            <a:srgbClr val="FBAE40"/>
          </p15:clr>
        </p15:guide>
        <p15:guide id="24" orient="horz" pos="2169">
          <p15:clr>
            <a:srgbClr val="FBAE40"/>
          </p15:clr>
        </p15:guide>
        <p15:guide id="25" orient="horz" pos="3441">
          <p15:clr>
            <a:srgbClr val="FBAE40"/>
          </p15:clr>
        </p15:guide>
        <p15:guide id="31" orient="horz" pos="652">
          <p15:clr>
            <a:srgbClr val="FBAE40"/>
          </p15:clr>
        </p15:guide>
        <p15:guide id="32" orient="horz" pos="2086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x 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B0C8B8C5-F767-0B03-C680-4DF16170D0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24" name="slide_title">
            <a:extLst>
              <a:ext uri="{FF2B5EF4-FFF2-40B4-BE49-F238E27FC236}">
                <a16:creationId xmlns:a16="http://schemas.microsoft.com/office/drawing/2014/main" id="{311701A3-045D-4465-A625-85AD8C2B322E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90449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4990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19531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90449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4990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19531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1176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2">
          <p15:clr>
            <a:srgbClr val="FBAE40"/>
          </p15:clr>
        </p15:guide>
        <p15:guide id="1" pos="6744">
          <p15:clr>
            <a:srgbClr val="FBAE40"/>
          </p15:clr>
        </p15:guide>
        <p15:guide id="5" pos="1748">
          <p15:clr>
            <a:srgbClr val="FBAE40"/>
          </p15:clr>
        </p15:guide>
        <p15:guide id="6" pos="1829">
          <p15:clr>
            <a:srgbClr val="FBAE40"/>
          </p15:clr>
        </p15:guide>
        <p15:guide id="7" pos="3414">
          <p15:clr>
            <a:srgbClr val="FBAE40"/>
          </p15:clr>
        </p15:guide>
        <p15:guide id="8" pos="5162">
          <p15:clr>
            <a:srgbClr val="FBAE40"/>
          </p15:clr>
        </p15:guide>
        <p15:guide id="10" orient="horz" pos="162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813">
          <p15:clr>
            <a:srgbClr val="FBAE40"/>
          </p15:clr>
        </p15:guide>
        <p15:guide id="16" pos="3496">
          <p15:clr>
            <a:srgbClr val="FBAE40"/>
          </p15:clr>
        </p15:guide>
        <p15:guide id="17" pos="5080">
          <p15:clr>
            <a:srgbClr val="FBAE40"/>
          </p15:clr>
        </p15:guide>
        <p15:guide id="24" orient="horz" pos="2169">
          <p15:clr>
            <a:srgbClr val="FBAE40"/>
          </p15:clr>
        </p15:guide>
        <p15:guide id="25" orient="horz" pos="3441">
          <p15:clr>
            <a:srgbClr val="FBAE40"/>
          </p15:clr>
        </p15:guide>
        <p15:guide id="31" orient="horz" pos="652">
          <p15:clr>
            <a:srgbClr val="FBAE40"/>
          </p15:clr>
        </p15:guide>
        <p15:guide id="32" orient="horz" pos="2086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1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Picture2">
            <a:extLst>
              <a:ext uri="{FF2B5EF4-FFF2-40B4-BE49-F238E27FC236}">
                <a16:creationId xmlns:a16="http://schemas.microsoft.com/office/drawing/2014/main" id="{D2B671C2-F892-7D86-47F6-297924D45BA0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226CA20-F6D6-2E36-A0A8-1924721041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7" name="Footer">
            <a:extLst>
              <a:ext uri="{FF2B5EF4-FFF2-40B4-BE49-F238E27FC236}">
                <a16:creationId xmlns:a16="http://schemas.microsoft.com/office/drawing/2014/main" id="{C7059B8D-6CE9-AFC3-4791-373D5B9A5384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b="0" i="0" u="none" strike="noStrike" kern="0" cap="none" spc="0" normalizeH="0" baseline="0" noProof="1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 pitchFamily="2" charset="0"/>
              </a:rPr>
              <a:t>DC-AT/ESP1 | 31.05.2023 | © Bosch Rexroth AG 2023. Alle Rechte vorbehalten, auch bzgl. jeder Verfügung, Verwertung, Reproduktion, Bearbeitung, Weitergabe sowie für den Fall von Schutzrechtsanmeldungen.</a:t>
            </a: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 pitchFamily="2" charset="0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" name="Chapter_titleonly">
            <a:extLst>
              <a:ext uri="{FF2B5EF4-FFF2-40B4-BE49-F238E27FC236}">
                <a16:creationId xmlns:a16="http://schemas.microsoft.com/office/drawing/2014/main" id="{BE09DEEA-7110-245B-5AD2-75A29B3BA8E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5" name="slide_title">
            <a:extLst>
              <a:ext uri="{FF2B5EF4-FFF2-40B4-BE49-F238E27FC236}">
                <a16:creationId xmlns:a16="http://schemas.microsoft.com/office/drawing/2014/main" id="{C0A6F091-52AD-4C0A-8D32-80EE860A9980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9080" y="1295400"/>
            <a:ext cx="1045210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3519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5" orient="horz" pos="652">
          <p15:clr>
            <a:srgbClr val="FBAE40"/>
          </p15:clr>
        </p15:guide>
        <p15:guide id="16" orient="horz" pos="816">
          <p15:clr>
            <a:srgbClr val="FBAE40"/>
          </p15:clr>
        </p15:guide>
        <p15:guide id="17" orient="horz" pos="344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pter_titleonly">
            <a:extLst>
              <a:ext uri="{FF2B5EF4-FFF2-40B4-BE49-F238E27FC236}">
                <a16:creationId xmlns:a16="http://schemas.microsoft.com/office/drawing/2014/main" id="{BE09DEEA-7110-245B-5AD2-75A29B3BA8E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5" name="slide_title">
            <a:extLst>
              <a:ext uri="{FF2B5EF4-FFF2-40B4-BE49-F238E27FC236}">
                <a16:creationId xmlns:a16="http://schemas.microsoft.com/office/drawing/2014/main" id="{C0A6F091-52AD-4C0A-8D32-80EE860A9980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59080" y="1295400"/>
            <a:ext cx="1045210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5749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5" orient="horz" pos="652">
          <p15:clr>
            <a:srgbClr val="FBAE40"/>
          </p15:clr>
        </p15:guide>
        <p15:guide id="16" orient="horz" pos="816">
          <p15:clr>
            <a:srgbClr val="FBAE40"/>
          </p15:clr>
        </p15:guide>
        <p15:guide id="17" orient="horz" pos="344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1FC57609-6AFA-3304-8F7B-7BCD44E6CEB3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DFF25F49-7BF4-12C2-56D2-72A9903FFE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8" name="Footer">
            <a:extLst>
              <a:ext uri="{FF2B5EF4-FFF2-40B4-BE49-F238E27FC236}">
                <a16:creationId xmlns:a16="http://schemas.microsoft.com/office/drawing/2014/main" id="{FCACF895-D46F-5D35-43CD-79C2AC5D53C1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b="0" i="0" u="none" strike="noStrike" kern="0" cap="none" spc="0" normalizeH="0" baseline="0" noProof="1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 pitchFamily="2" charset="0"/>
              </a:rPr>
              <a:t>DC-AT/ESP1 | 31.05.2023 | © Bosch Rexroth AG 2023. Alle Rechte vorbehalten, auch bzgl. jeder Verfügung, Verwertung, Reproduktion, Bearbeitung, Weitergabe sowie für den Fall von Schutzrechtsanmeldungen.</a:t>
            </a: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 pitchFamily="2" charset="0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ABC852AC-F4A3-94DE-3FB8-23477B54F94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9F6D022B-DEE5-4AD2-8799-00321036FE87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02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816">
          <p15:clr>
            <a:srgbClr val="FBAE40"/>
          </p15:clr>
        </p15:guide>
        <p15:guide id="15" orient="horz" pos="2088">
          <p15:clr>
            <a:srgbClr val="FBAE40"/>
          </p15:clr>
        </p15:guide>
        <p15:guide id="16" orient="horz" pos="2169">
          <p15:clr>
            <a:srgbClr val="FBAE40"/>
          </p15:clr>
        </p15:guide>
        <p15:guide id="17" orient="horz" pos="3441">
          <p15:clr>
            <a:srgbClr val="FBAE40"/>
          </p15:clr>
        </p15:guide>
        <p15:guide id="19" orient="horz" pos="652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ABC852AC-F4A3-94DE-3FB8-23477B54F94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9F6D022B-DEE5-4AD2-8799-00321036FE87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1045210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1850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816">
          <p15:clr>
            <a:srgbClr val="FBAE40"/>
          </p15:clr>
        </p15:guide>
        <p15:guide id="15" orient="horz" pos="2088">
          <p15:clr>
            <a:srgbClr val="FBAE40"/>
          </p15:clr>
        </p15:guide>
        <p15:guide id="16" orient="horz" pos="2169">
          <p15:clr>
            <a:srgbClr val="FBAE40"/>
          </p15:clr>
        </p15:guide>
        <p15:guide id="17" orient="horz" pos="3441">
          <p15:clr>
            <a:srgbClr val="FBAE40"/>
          </p15:clr>
        </p15:guide>
        <p15:guide id="19" orient="horz" pos="652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2 content dark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Picture2">
            <a:extLst>
              <a:ext uri="{FF2B5EF4-FFF2-40B4-BE49-F238E27FC236}">
                <a16:creationId xmlns:a16="http://schemas.microsoft.com/office/drawing/2014/main" id="{BBDA00B9-3600-5FA0-6818-202B41AB7273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2631C5EE-CABD-169C-1ABA-1CEB3EA813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8" name="Footer">
            <a:extLst>
              <a:ext uri="{FF2B5EF4-FFF2-40B4-BE49-F238E27FC236}">
                <a16:creationId xmlns:a16="http://schemas.microsoft.com/office/drawing/2014/main" id="{43237A22-C329-4BCF-C7CF-4899B8B56D46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b="0" i="0" u="none" strike="noStrike" kern="0" cap="none" spc="0" normalizeH="0" baseline="0" noProof="1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 pitchFamily="2" charset="0"/>
              </a:rPr>
              <a:t>DC-AT/ESP1 | 31.05.2023 | © Bosch Rexroth AG 2023. Alle Rechte vorbehalten, auch bzgl. jeder Verfügung, Verwertung, Reproduktion, Bearbeitung, Weitergabe sowie für den Fall von Schutzrechtsanmeldungen.</a:t>
            </a: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 pitchFamily="2" charset="0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8D62AB88-76FF-A3A0-37E8-EB4781142AA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F65834A0-7F38-430B-B142-0F15EEF33EA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216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8164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5" pos="3224">
          <p15:clr>
            <a:srgbClr val="FBAE40"/>
          </p15:clr>
        </p15:guide>
        <p15:guide id="6" pos="3686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3" orient="horz" pos="653">
          <p15:clr>
            <a:srgbClr val="FBAE40"/>
          </p15:clr>
        </p15:guide>
        <p15:guide id="14" orient="horz" pos="816">
          <p15:clr>
            <a:srgbClr val="FBAE40"/>
          </p15:clr>
        </p15:guide>
        <p15:guide id="15" orient="horz" pos="344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content ligh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8D62AB88-76FF-A3A0-37E8-EB4781142AA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F65834A0-7F38-430B-B142-0F15EEF33EA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2160" y="1295400"/>
            <a:ext cx="485902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5391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5" pos="3224">
          <p15:clr>
            <a:srgbClr val="FBAE40"/>
          </p15:clr>
        </p15:guide>
        <p15:guide id="6" pos="3686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3" orient="horz" pos="653">
          <p15:clr>
            <a:srgbClr val="FBAE40"/>
          </p15:clr>
        </p15:guide>
        <p15:guide id="14" orient="horz" pos="816">
          <p15:clr>
            <a:srgbClr val="FBAE40"/>
          </p15:clr>
        </p15:guide>
        <p15:guide id="15" orient="horz" pos="344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3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Picture2">
            <a:extLst>
              <a:ext uri="{FF2B5EF4-FFF2-40B4-BE49-F238E27FC236}">
                <a16:creationId xmlns:a16="http://schemas.microsoft.com/office/drawing/2014/main" id="{284D3B4C-9D1A-C467-D10D-AB5759B15402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47FD3E56-5E06-6DD1-4756-46DE63EF80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8" name="Footer">
            <a:extLst>
              <a:ext uri="{FF2B5EF4-FFF2-40B4-BE49-F238E27FC236}">
                <a16:creationId xmlns:a16="http://schemas.microsoft.com/office/drawing/2014/main" id="{FEB6F6A5-A529-92B9-55FE-058CB9D1E984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b="0" i="0" u="none" strike="noStrike" kern="0" cap="none" spc="0" normalizeH="0" baseline="0" noProof="1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 pitchFamily="2" charset="0"/>
              </a:rPr>
              <a:t>DC-AT/ESP1 | 31.05.2023 | © Bosch Rexroth AG 2023. Alle Rechte vorbehalten, auch bzgl. jeder Verfügung, Verwertung, Reproduktion, Bearbeitung, Weitergabe sowie für den Fall von Schutzrechtsanmeldungen.</a:t>
            </a: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 pitchFamily="2" charset="0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E311C0AE-2DE4-8E96-7B13-6B9BCE05E5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8" name="slide_title">
            <a:extLst>
              <a:ext uri="{FF2B5EF4-FFF2-40B4-BE49-F238E27FC236}">
                <a16:creationId xmlns:a16="http://schemas.microsoft.com/office/drawing/2014/main" id="{8466D3B3-E7C3-4CBE-9A38-5FE8BF51AAEA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1033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6158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539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5" pos="2134">
          <p15:clr>
            <a:srgbClr val="FBAE40"/>
          </p15:clr>
        </p15:guide>
        <p15:guide id="6" pos="4763">
          <p15:clr>
            <a:srgbClr val="FBAE40"/>
          </p15:clr>
        </p15:guide>
        <p15:guide id="7" pos="6734">
          <p15:clr>
            <a:srgbClr val="FBAE40"/>
          </p15:clr>
        </p15:guide>
        <p15:guide id="8" pos="2463">
          <p15:clr>
            <a:srgbClr val="FBAE40"/>
          </p15:clr>
        </p15:guide>
        <p15:guide id="9" pos="4434">
          <p15:clr>
            <a:srgbClr val="FBAE40"/>
          </p15:clr>
        </p15:guide>
        <p15:guide id="12" orient="horz" pos="163">
          <p15:clr>
            <a:srgbClr val="FBAE40"/>
          </p15:clr>
        </p15:guide>
        <p15:guide id="13" orient="horz" pos="408">
          <p15:clr>
            <a:srgbClr val="FBAE40"/>
          </p15:clr>
        </p15:guide>
        <p15:guide id="14" orient="horz" pos="653">
          <p15:clr>
            <a:srgbClr val="FBAE40"/>
          </p15:clr>
        </p15:guide>
        <p15:guide id="16" orient="horz" pos="3441">
          <p15:clr>
            <a:srgbClr val="FBAE40"/>
          </p15:clr>
        </p15:guide>
        <p15:guide id="17" orient="horz" pos="816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E311C0AE-2DE4-8E96-7B13-6B9BCE05E5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400" b="1" kern="0" baseline="0">
                <a:solidFill>
                  <a:srgbClr val="00B9E5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8" name="slide_title">
            <a:extLst>
              <a:ext uri="{FF2B5EF4-FFF2-40B4-BE49-F238E27FC236}">
                <a16:creationId xmlns:a16="http://schemas.microsoft.com/office/drawing/2014/main" id="{8466D3B3-E7C3-4CBE-9A38-5FE8BF51AAEA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>
                <a:solidFill>
                  <a:srgbClr val="00B9E5"/>
                </a:solidFill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1033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61580" y="1295400"/>
            <a:ext cx="312928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3314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5" pos="2134">
          <p15:clr>
            <a:srgbClr val="FBAE40"/>
          </p15:clr>
        </p15:guide>
        <p15:guide id="6" pos="4763">
          <p15:clr>
            <a:srgbClr val="FBAE40"/>
          </p15:clr>
        </p15:guide>
        <p15:guide id="7" pos="6734">
          <p15:clr>
            <a:srgbClr val="FBAE40"/>
          </p15:clr>
        </p15:guide>
        <p15:guide id="8" pos="2463">
          <p15:clr>
            <a:srgbClr val="FBAE40"/>
          </p15:clr>
        </p15:guide>
        <p15:guide id="9" pos="4434">
          <p15:clr>
            <a:srgbClr val="FBAE40"/>
          </p15:clr>
        </p15:guide>
        <p15:guide id="12" orient="horz" pos="163">
          <p15:clr>
            <a:srgbClr val="FBAE40"/>
          </p15:clr>
        </p15:guide>
        <p15:guide id="13" orient="horz" pos="408">
          <p15:clr>
            <a:srgbClr val="FBAE40"/>
          </p15:clr>
        </p15:guide>
        <p15:guide id="14" orient="horz" pos="653">
          <p15:clr>
            <a:srgbClr val="FBAE40"/>
          </p15:clr>
        </p15:guide>
        <p15:guide id="16" orient="horz" pos="3441">
          <p15:clr>
            <a:srgbClr val="FBAE40"/>
          </p15:clr>
        </p15:guide>
        <p15:guide id="17" orient="horz" pos="81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ull picture dark 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F1A856B7-C428-C201-2653-305370B18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4" name="Footer">
            <a:extLst>
              <a:ext uri="{FF2B5EF4-FFF2-40B4-BE49-F238E27FC236}">
                <a16:creationId xmlns:a16="http://schemas.microsoft.com/office/drawing/2014/main" id="{71FC0F82-13F9-DC6E-A1F6-AF573CDEF10A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b="0" i="0" u="none" strike="noStrike" kern="0" cap="none" spc="0" normalizeH="0" baseline="0" noProof="1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 pitchFamily="2" charset="0"/>
              </a:rPr>
              <a:t>DC-AT/ESP1 | 31.05.2023 | © Bosch Rexroth AG 2023. Alle Rechte vorbehalten, auch bzgl. jeder Verfügung, Verwertung, Reproduktion, Bearbeitung, Weitergabe sowie für den Fall von Schutzrechtsanmeldungen.</a:t>
            </a: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 pitchFamily="2" charset="0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BA72D09-8BBC-E855-D374-A752108073D0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6170613"/>
          </a:xfrm>
          <a:custGeom>
            <a:avLst/>
            <a:gdLst>
              <a:gd name="connsiteX0" fmla="*/ 1 w 10969625"/>
              <a:gd name="connsiteY0" fmla="*/ 6170400 h 6170613"/>
              <a:gd name="connsiteX1" fmla="*/ 2 w 10969625"/>
              <a:gd name="connsiteY1" fmla="*/ 6170400 h 6170613"/>
              <a:gd name="connsiteX2" fmla="*/ 2 w 10969625"/>
              <a:gd name="connsiteY2" fmla="*/ 6170613 h 6170613"/>
              <a:gd name="connsiteX3" fmla="*/ 1 w 10969625"/>
              <a:gd name="connsiteY3" fmla="*/ 6170613 h 6170613"/>
              <a:gd name="connsiteX4" fmla="*/ 0 w 10969625"/>
              <a:gd name="connsiteY4" fmla="*/ 0 h 6170613"/>
              <a:gd name="connsiteX5" fmla="*/ 10969625 w 10969625"/>
              <a:gd name="connsiteY5" fmla="*/ 0 h 6170613"/>
              <a:gd name="connsiteX6" fmla="*/ 10969625 w 10969625"/>
              <a:gd name="connsiteY6" fmla="*/ 5252613 h 6170613"/>
              <a:gd name="connsiteX7" fmla="*/ 1 w 10969625"/>
              <a:gd name="connsiteY7" fmla="*/ 5821413 h 6170613"/>
              <a:gd name="connsiteX8" fmla="*/ 1 w 10969625"/>
              <a:gd name="connsiteY8" fmla="*/ 6170400 h 6170613"/>
              <a:gd name="connsiteX9" fmla="*/ 0 w 10969625"/>
              <a:gd name="connsiteY9" fmla="*/ 6170400 h 617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69625" h="6170613">
                <a:moveTo>
                  <a:pt x="1" y="6170400"/>
                </a:moveTo>
                <a:lnTo>
                  <a:pt x="2" y="6170400"/>
                </a:lnTo>
                <a:lnTo>
                  <a:pt x="2" y="6170613"/>
                </a:lnTo>
                <a:lnTo>
                  <a:pt x="1" y="6170613"/>
                </a:lnTo>
                <a:close/>
                <a:moveTo>
                  <a:pt x="0" y="0"/>
                </a:moveTo>
                <a:lnTo>
                  <a:pt x="10969625" y="0"/>
                </a:lnTo>
                <a:lnTo>
                  <a:pt x="10969625" y="5252613"/>
                </a:lnTo>
                <a:lnTo>
                  <a:pt x="1" y="5821413"/>
                </a:lnTo>
                <a:lnTo>
                  <a:pt x="1" y="6170400"/>
                </a:lnTo>
                <a:lnTo>
                  <a:pt x="0" y="6170400"/>
                </a:lnTo>
                <a:close/>
              </a:path>
            </a:pathLst>
          </a:custGeom>
          <a:solidFill>
            <a:srgbClr val="FFE6E7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550000"/>
              </a:lnSpc>
              <a:buFontTx/>
              <a:buNone/>
              <a:defRPr sz="1200"/>
            </a:lvl1pPr>
          </a:lstStyle>
          <a:p>
            <a:r>
              <a:rPr lang="en-US"/>
              <a:t>Bild hinzufügen</a:t>
            </a:r>
          </a:p>
        </p:txBody>
      </p:sp>
    </p:spTree>
    <p:extLst>
      <p:ext uri="{BB962C8B-B14F-4D97-AF65-F5344CB8AC3E}">
        <p14:creationId xmlns:p14="http://schemas.microsoft.com/office/powerpoint/2010/main" val="2407875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440">
          <p15:clr>
            <a:srgbClr val="FBAE40"/>
          </p15:clr>
        </p15:guide>
        <p15:guide id="3" pos="166">
          <p15:clr>
            <a:srgbClr val="FBAE40"/>
          </p15:clr>
        </p15:guide>
        <p15:guide id="4" pos="6744">
          <p15:clr>
            <a:srgbClr val="FBAE40"/>
          </p15:clr>
        </p15:guide>
        <p15:guide id="5" orient="horz" pos="162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4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9F4F8A00-0989-FEAD-D127-59325AD26110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29C23F0C-EB63-1D22-28D2-C6B83FB9B2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A06149E1-C7E9-E474-E1DD-47C75CD7DB77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b="0" i="0" u="none" strike="noStrike" kern="0" cap="none" spc="0" normalizeH="0" baseline="0" noProof="1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 pitchFamily="2" charset="0"/>
              </a:rPr>
              <a:t>DC-AT/ESP1 | 31.05.2023 | © Bosch Rexroth AG 2023. Alle Rechte vorbehalten, auch bzgl. jeder Verfügung, Verwertung, Reproduktion, Bearbeitung, Weitergabe sowie für den Fall von Schutzrechtsanmeldungen.</a:t>
            </a: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 pitchFamily="2" charset="0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D8DBEFB5-7FD9-DE0E-BF93-9044327DD41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DF7F8884-B1F7-469D-8614-E93F2AA1E3DD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90449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4990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19531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40352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5" pos="1748">
          <p15:clr>
            <a:srgbClr val="FBAE40"/>
          </p15:clr>
        </p15:guide>
        <p15:guide id="6" pos="3496">
          <p15:clr>
            <a:srgbClr val="FBAE40"/>
          </p15:clr>
        </p15:guide>
        <p15:guide id="7" pos="5080">
          <p15:clr>
            <a:srgbClr val="FBAE40"/>
          </p15:clr>
        </p15:guide>
        <p15:guide id="8" pos="1829">
          <p15:clr>
            <a:srgbClr val="FBAE40"/>
          </p15:clr>
        </p15:guide>
        <p15:guide id="9" pos="3414">
          <p15:clr>
            <a:srgbClr val="FBAE40"/>
          </p15:clr>
        </p15:guide>
        <p15:guide id="10" pos="5162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163">
          <p15:clr>
            <a:srgbClr val="FBAE40"/>
          </p15:clr>
        </p15:guide>
        <p15:guide id="15" orient="horz" pos="651">
          <p15:clr>
            <a:srgbClr val="FBAE40"/>
          </p15:clr>
        </p15:guide>
        <p15:guide id="17" orient="horz" pos="3441">
          <p15:clr>
            <a:srgbClr val="FBAE40"/>
          </p15:clr>
        </p15:guide>
        <p15:guide id="18" orient="horz" pos="816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content light 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D8DBEFB5-7FD9-DE0E-BF93-9044327DD41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DF7F8884-B1F7-469D-8614-E93F2AA1E3DD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90449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49900" y="1295399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195310" y="1295400"/>
            <a:ext cx="251587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8914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5" pos="1748">
          <p15:clr>
            <a:srgbClr val="FBAE40"/>
          </p15:clr>
        </p15:guide>
        <p15:guide id="6" pos="3496">
          <p15:clr>
            <a:srgbClr val="FBAE40"/>
          </p15:clr>
        </p15:guide>
        <p15:guide id="7" pos="5080">
          <p15:clr>
            <a:srgbClr val="FBAE40"/>
          </p15:clr>
        </p15:guide>
        <p15:guide id="8" pos="1829">
          <p15:clr>
            <a:srgbClr val="FBAE40"/>
          </p15:clr>
        </p15:guide>
        <p15:guide id="9" pos="3414">
          <p15:clr>
            <a:srgbClr val="FBAE40"/>
          </p15:clr>
        </p15:guide>
        <p15:guide id="10" pos="5162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163">
          <p15:clr>
            <a:srgbClr val="FBAE40"/>
          </p15:clr>
        </p15:guide>
        <p15:guide id="15" orient="horz" pos="653">
          <p15:clr>
            <a:srgbClr val="FBAE40"/>
          </p15:clr>
        </p15:guide>
        <p15:guide id="17" orient="horz" pos="3441">
          <p15:clr>
            <a:srgbClr val="FBAE40"/>
          </p15:clr>
        </p15:guide>
        <p15:guide id="18" orient="horz" pos="816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2 x 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359291F1-565C-F218-4CE2-BD3E99D3A801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4F473A07-BA6A-88A5-8BE3-01DDC66EFE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0" name="Footer">
            <a:extLst>
              <a:ext uri="{FF2B5EF4-FFF2-40B4-BE49-F238E27FC236}">
                <a16:creationId xmlns:a16="http://schemas.microsoft.com/office/drawing/2014/main" id="{EF6C1B0E-9C94-35D8-89B6-B28F9E8E27D7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b="0" i="0" u="none" strike="noStrike" kern="0" cap="none" spc="0" normalizeH="0" baseline="0" noProof="1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 pitchFamily="2" charset="0"/>
              </a:rPr>
              <a:t>DC-AT/ESP1 | 31.05.2023 | © Bosch Rexroth AG 2023. Alle Rechte vorbehalten, auch bzgl. jeder Verfügung, Verwertung, Reproduktion, Bearbeitung, Weitergabe sowie für den Fall von Schutzrechtsanmeldungen.</a:t>
            </a: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 pitchFamily="2" charset="0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6372C0C5-D72E-7D9D-6C6C-76C096623AC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0CD4A6A4-B685-4664-A9F2-206AFF03DCDC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216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908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216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9057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5" pos="3224">
          <p15:clr>
            <a:srgbClr val="FBAE40"/>
          </p15:clr>
        </p15:guide>
        <p15:guide id="6" pos="3686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653">
          <p15:clr>
            <a:srgbClr val="FBAE40"/>
          </p15:clr>
        </p15:guide>
        <p15:guide id="15" orient="horz" pos="816">
          <p15:clr>
            <a:srgbClr val="FBAE40"/>
          </p15:clr>
        </p15:guide>
        <p15:guide id="16" orient="horz" pos="2088">
          <p15:clr>
            <a:srgbClr val="FBAE40"/>
          </p15:clr>
        </p15:guide>
        <p15:guide id="18" orient="horz" pos="2169">
          <p15:clr>
            <a:srgbClr val="FBAE40"/>
          </p15:clr>
        </p15:guide>
        <p15:guide id="19" orient="horz" pos="344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x 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6372C0C5-D72E-7D9D-6C6C-76C096623AC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0CD4A6A4-B685-4664-A9F2-206AFF03DCDC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2160" y="1295400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5908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2160" y="3444239"/>
            <a:ext cx="485902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9501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47">
          <p15:clr>
            <a:srgbClr val="FBAE40"/>
          </p15:clr>
        </p15:guide>
        <p15:guide id="5" pos="3224">
          <p15:clr>
            <a:srgbClr val="FBAE40"/>
          </p15:clr>
        </p15:guide>
        <p15:guide id="6" pos="3686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653">
          <p15:clr>
            <a:srgbClr val="FBAE40"/>
          </p15:clr>
        </p15:guide>
        <p15:guide id="15" orient="horz" pos="810">
          <p15:clr>
            <a:srgbClr val="FBAE40"/>
          </p15:clr>
        </p15:guide>
        <p15:guide id="16" orient="horz" pos="2088">
          <p15:clr>
            <a:srgbClr val="FBAE40"/>
          </p15:clr>
        </p15:guide>
        <p15:guide id="18" orient="horz" pos="2169">
          <p15:clr>
            <a:srgbClr val="FBAE40"/>
          </p15:clr>
        </p15:guide>
        <p15:guide id="19" orient="horz" pos="344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3 x 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1F7F4591-4F3A-F059-FE88-E0C99517F055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B3D9825-4CC4-DB18-4D42-83E09589E6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2" name="Footer">
            <a:extLst>
              <a:ext uri="{FF2B5EF4-FFF2-40B4-BE49-F238E27FC236}">
                <a16:creationId xmlns:a16="http://schemas.microsoft.com/office/drawing/2014/main" id="{36A6E8AA-C9D7-15B3-F28F-8101AC9B090D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b="0" i="0" u="none" strike="noStrike" kern="0" cap="none" spc="0" normalizeH="0" baseline="0" noProof="1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 pitchFamily="2" charset="0"/>
              </a:rPr>
              <a:t>DC-AT/ESP1 | 31.05.2023 | © Bosch Rexroth AG 2023. Alle Rechte vorbehalten, auch bzgl. jeder Verfügung, Verwertung, Reproduktion, Bearbeitung, Weitergabe sowie für den Fall von Schutzrechtsanmeldungen.</a:t>
            </a: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 pitchFamily="2" charset="0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F3D71E1B-DBA6-809E-FDB6-D0134DEB0E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21" name="slide_title">
            <a:extLst>
              <a:ext uri="{FF2B5EF4-FFF2-40B4-BE49-F238E27FC236}">
                <a16:creationId xmlns:a16="http://schemas.microsoft.com/office/drawing/2014/main" id="{37C7D613-AF63-4D59-A3E7-00A3988669E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1033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6158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1033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615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1619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36">
          <p15:clr>
            <a:srgbClr val="FBAE40"/>
          </p15:clr>
        </p15:guide>
        <p15:guide id="5" pos="2134">
          <p15:clr>
            <a:srgbClr val="FBAE40"/>
          </p15:clr>
        </p15:guide>
        <p15:guide id="6" pos="2463">
          <p15:clr>
            <a:srgbClr val="FBAE40"/>
          </p15:clr>
        </p15:guide>
        <p15:guide id="7" pos="4434">
          <p15:clr>
            <a:srgbClr val="FBAE40"/>
          </p15:clr>
        </p15:guide>
        <p15:guide id="8" pos="4763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5" orient="horz" pos="2087">
          <p15:clr>
            <a:srgbClr val="FBAE40"/>
          </p15:clr>
        </p15:guide>
        <p15:guide id="18" orient="horz" pos="816">
          <p15:clr>
            <a:srgbClr val="FBAE40"/>
          </p15:clr>
        </p15:guide>
        <p15:guide id="19" orient="horz" pos="2088">
          <p15:clr>
            <a:srgbClr val="FBAE40"/>
          </p15:clr>
        </p15:guide>
        <p15:guide id="20" orient="horz" pos="2169">
          <p15:clr>
            <a:srgbClr val="FBAE40"/>
          </p15:clr>
        </p15:guide>
        <p15:guide id="21" orient="horz" pos="3441">
          <p15:clr>
            <a:srgbClr val="FBAE40"/>
          </p15:clr>
        </p15:guide>
        <p15:guide id="27" orient="horz" pos="652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x 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F3D71E1B-DBA6-809E-FDB6-D0134DEB0E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21" name="slide_title">
            <a:extLst>
              <a:ext uri="{FF2B5EF4-FFF2-40B4-BE49-F238E27FC236}">
                <a16:creationId xmlns:a16="http://schemas.microsoft.com/office/drawing/2014/main" id="{37C7D613-AF63-4D59-A3E7-00A3988669E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1033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61580" y="129540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1033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61580" y="3444240"/>
            <a:ext cx="312928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6964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3">
          <p15:clr>
            <a:srgbClr val="FBAE40"/>
          </p15:clr>
        </p15:guide>
        <p15:guide id="1" pos="6736">
          <p15:clr>
            <a:srgbClr val="FBAE40"/>
          </p15:clr>
        </p15:guide>
        <p15:guide id="5" pos="2134">
          <p15:clr>
            <a:srgbClr val="FBAE40"/>
          </p15:clr>
        </p15:guide>
        <p15:guide id="6" pos="2463">
          <p15:clr>
            <a:srgbClr val="FBAE40"/>
          </p15:clr>
        </p15:guide>
        <p15:guide id="7" pos="4434">
          <p15:clr>
            <a:srgbClr val="FBAE40"/>
          </p15:clr>
        </p15:guide>
        <p15:guide id="8" pos="4763">
          <p15:clr>
            <a:srgbClr val="FBAE40"/>
          </p15:clr>
        </p15:guide>
        <p15:guide id="10" orient="horz" pos="163">
          <p15:clr>
            <a:srgbClr val="FBAE40"/>
          </p15:clr>
        </p15:guide>
        <p15:guide id="11" orient="horz" pos="408">
          <p15:clr>
            <a:srgbClr val="FBAE40"/>
          </p15:clr>
        </p15:guide>
        <p15:guide id="15" orient="horz" pos="2087">
          <p15:clr>
            <a:srgbClr val="FBAE40"/>
          </p15:clr>
        </p15:guide>
        <p15:guide id="18" orient="horz" pos="816">
          <p15:clr>
            <a:srgbClr val="FBAE40"/>
          </p15:clr>
        </p15:guide>
        <p15:guide id="19" orient="horz" pos="2088">
          <p15:clr>
            <a:srgbClr val="FBAE40"/>
          </p15:clr>
        </p15:guide>
        <p15:guide id="20" orient="horz" pos="2169">
          <p15:clr>
            <a:srgbClr val="FBAE40"/>
          </p15:clr>
        </p15:guide>
        <p15:guide id="21" orient="horz" pos="3441">
          <p15:clr>
            <a:srgbClr val="FBAE40"/>
          </p15:clr>
        </p15:guide>
        <p15:guide id="27" orient="horz" pos="652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4 x 2 content dark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Picture2">
            <a:extLst>
              <a:ext uri="{FF2B5EF4-FFF2-40B4-BE49-F238E27FC236}">
                <a16:creationId xmlns:a16="http://schemas.microsoft.com/office/drawing/2014/main" id="{65CB7899-BD7D-F20D-A74C-931A3B68CABA}"/>
              </a:ext>
            </a:extLst>
          </p:cNvPr>
          <p:cNvSpPr/>
          <p:nvPr userDrawn="1"/>
        </p:nvSpPr>
        <p:spPr>
          <a:xfrm rot="10800000">
            <a:off x="0" y="5252612"/>
            <a:ext cx="10969626" cy="918001"/>
          </a:xfrm>
          <a:custGeom>
            <a:avLst/>
            <a:gdLst/>
            <a:ahLst/>
            <a:cxnLst/>
            <a:rect l="0" t="0" r="0" b="0"/>
            <a:pathLst>
              <a:path w="10969626" h="918001">
                <a:moveTo>
                  <a:pt x="0" y="0"/>
                </a:moveTo>
                <a:lnTo>
                  <a:pt x="10969625" y="0"/>
                </a:lnTo>
                <a:lnTo>
                  <a:pt x="10969625" y="349200"/>
                </a:lnTo>
                <a:lnTo>
                  <a:pt x="0" y="91800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F3EC7E27-8B63-8F3F-5011-7C4E91B996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17" b="40255"/>
          <a:stretch/>
        </p:blipFill>
        <p:spPr>
          <a:xfrm>
            <a:off x="9703435" y="5581387"/>
            <a:ext cx="1104740" cy="438441"/>
          </a:xfrm>
          <a:prstGeom prst="rect">
            <a:avLst/>
          </a:prstGeom>
        </p:spPr>
      </p:pic>
      <p:sp>
        <p:nvSpPr>
          <p:cNvPr id="12" name="Footer">
            <a:extLst>
              <a:ext uri="{FF2B5EF4-FFF2-40B4-BE49-F238E27FC236}">
                <a16:creationId xmlns:a16="http://schemas.microsoft.com/office/drawing/2014/main" id="{7CC9E950-335A-16D5-8726-BCB98FCB8AE4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de-DE" sz="600" b="0" i="0" u="none" strike="noStrike" kern="0" cap="none" spc="0" normalizeH="0" baseline="0" noProof="1">
                <a:ln>
                  <a:noFill/>
                </a:ln>
                <a:solidFill>
                  <a:srgbClr val="A3BAC8"/>
                </a:solidFill>
                <a:effectLst/>
                <a:uLnTx/>
                <a:uFillTx/>
                <a:latin typeface="Bosch Office Sans" pitchFamily="2" charset="0"/>
              </a:rPr>
              <a:t>DC-AT/ESP1 | 31.05.2023 | © Bosch Rexroth AG 2023. Alle Rechte vorbehalten, auch bzgl. jeder Verfügung, Verwertung, Reproduktion, Bearbeitung, Weitergabe sowie für den Fall von Schutzrechtsanmeldungen.</a:t>
            </a: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A3BAC8"/>
              </a:solidFill>
              <a:effectLst/>
              <a:uLnTx/>
              <a:uFillTx/>
              <a:latin typeface="Bosch Office Sans" pitchFamily="2" charset="0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" name="Chapter_titleonly">
            <a:extLst>
              <a:ext uri="{FF2B5EF4-FFF2-40B4-BE49-F238E27FC236}">
                <a16:creationId xmlns:a16="http://schemas.microsoft.com/office/drawing/2014/main" id="{B0C8B8C5-F767-0B03-C680-4DF16170D0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24" name="slide_title">
            <a:extLst>
              <a:ext uri="{FF2B5EF4-FFF2-40B4-BE49-F238E27FC236}">
                <a16:creationId xmlns:a16="http://schemas.microsoft.com/office/drawing/2014/main" id="{311701A3-045D-4465-A625-85AD8C2B322E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90449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4990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19531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90449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4990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19531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7532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2">
          <p15:clr>
            <a:srgbClr val="FBAE40"/>
          </p15:clr>
        </p15:guide>
        <p15:guide id="1" pos="6744">
          <p15:clr>
            <a:srgbClr val="FBAE40"/>
          </p15:clr>
        </p15:guide>
        <p15:guide id="5" pos="1748">
          <p15:clr>
            <a:srgbClr val="FBAE40"/>
          </p15:clr>
        </p15:guide>
        <p15:guide id="6" pos="1829">
          <p15:clr>
            <a:srgbClr val="FBAE40"/>
          </p15:clr>
        </p15:guide>
        <p15:guide id="7" pos="3414">
          <p15:clr>
            <a:srgbClr val="FBAE40"/>
          </p15:clr>
        </p15:guide>
        <p15:guide id="8" pos="5162">
          <p15:clr>
            <a:srgbClr val="FBAE40"/>
          </p15:clr>
        </p15:guide>
        <p15:guide id="10" orient="horz" pos="162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813">
          <p15:clr>
            <a:srgbClr val="FBAE40"/>
          </p15:clr>
        </p15:guide>
        <p15:guide id="16" pos="3496">
          <p15:clr>
            <a:srgbClr val="FBAE40"/>
          </p15:clr>
        </p15:guide>
        <p15:guide id="17" pos="5080">
          <p15:clr>
            <a:srgbClr val="FBAE40"/>
          </p15:clr>
        </p15:guide>
        <p15:guide id="24" orient="horz" pos="2169">
          <p15:clr>
            <a:srgbClr val="FBAE40"/>
          </p15:clr>
        </p15:guide>
        <p15:guide id="25" orient="horz" pos="3441">
          <p15:clr>
            <a:srgbClr val="FBAE40"/>
          </p15:clr>
        </p15:guide>
        <p15:guide id="31" orient="horz" pos="652">
          <p15:clr>
            <a:srgbClr val="FBAE40"/>
          </p15:clr>
        </p15:guide>
        <p15:guide id="32" orient="horz" pos="2086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x 2 content ligh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only">
            <a:extLst>
              <a:ext uri="{FF2B5EF4-FFF2-40B4-BE49-F238E27FC236}">
                <a16:creationId xmlns:a16="http://schemas.microsoft.com/office/drawing/2014/main" id="{B0C8B8C5-F767-0B03-C680-4DF16170D06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spcBef>
                <a:spcPts val="500"/>
              </a:spcBef>
              <a:buNone/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Kapitel­überschrift hinzufügen</a:t>
            </a:r>
          </a:p>
        </p:txBody>
      </p:sp>
      <p:sp>
        <p:nvSpPr>
          <p:cNvPr id="24" name="slide_title">
            <a:extLst>
              <a:ext uri="{FF2B5EF4-FFF2-40B4-BE49-F238E27FC236}">
                <a16:creationId xmlns:a16="http://schemas.microsoft.com/office/drawing/2014/main" id="{311701A3-045D-4465-A625-85AD8C2B322E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>
            <a:lvl1pPr>
              <a:defRPr lang="en-US" sz="2400" b="1" kern="1200" baseline="0" noProof="1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5908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90449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49900" y="1295399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195310" y="129540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5908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90449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4990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195310" y="3444240"/>
            <a:ext cx="2515870" cy="2019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66699" y="5923478"/>
            <a:ext cx="333801" cy="247137"/>
          </a:xfrm>
          <a:prstGeom prst="rect">
            <a:avLst/>
          </a:prstGeom>
        </p:spPr>
        <p:txBody>
          <a:bodyPr/>
          <a:lstStyle>
            <a:lvl1pPr>
              <a:defRPr kern="0" baseline="0"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endParaRPr lang="en-US" sz="550" b="0" i="0" u="none" strike="noStrike" kern="0" baseline="0" noProof="1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8935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62">
          <p15:clr>
            <a:srgbClr val="FBAE40"/>
          </p15:clr>
        </p15:guide>
        <p15:guide id="1" pos="6744">
          <p15:clr>
            <a:srgbClr val="FBAE40"/>
          </p15:clr>
        </p15:guide>
        <p15:guide id="5" pos="1748">
          <p15:clr>
            <a:srgbClr val="FBAE40"/>
          </p15:clr>
        </p15:guide>
        <p15:guide id="6" pos="1829">
          <p15:clr>
            <a:srgbClr val="FBAE40"/>
          </p15:clr>
        </p15:guide>
        <p15:guide id="7" pos="3414">
          <p15:clr>
            <a:srgbClr val="FBAE40"/>
          </p15:clr>
        </p15:guide>
        <p15:guide id="8" pos="5162">
          <p15:clr>
            <a:srgbClr val="FBAE40"/>
          </p15:clr>
        </p15:guide>
        <p15:guide id="10" orient="horz" pos="162">
          <p15:clr>
            <a:srgbClr val="FBAE40"/>
          </p15:clr>
        </p15:guide>
        <p15:guide id="11" orient="horz" pos="408">
          <p15:clr>
            <a:srgbClr val="FBAE40"/>
          </p15:clr>
        </p15:guide>
        <p15:guide id="14" orient="horz" pos="813">
          <p15:clr>
            <a:srgbClr val="FBAE40"/>
          </p15:clr>
        </p15:guide>
        <p15:guide id="16" pos="3496">
          <p15:clr>
            <a:srgbClr val="FBAE40"/>
          </p15:clr>
        </p15:guide>
        <p15:guide id="17" pos="5080">
          <p15:clr>
            <a:srgbClr val="FBAE40"/>
          </p15:clr>
        </p15:guide>
        <p15:guide id="24" orient="horz" pos="2169">
          <p15:clr>
            <a:srgbClr val="FBAE40"/>
          </p15:clr>
        </p15:guide>
        <p15:guide id="25" orient="horz" pos="3441">
          <p15:clr>
            <a:srgbClr val="FBAE40"/>
          </p15:clr>
        </p15:guide>
        <p15:guide id="31" orient="horz" pos="652">
          <p15:clr>
            <a:srgbClr val="FBAE40"/>
          </p15:clr>
        </p15:guide>
        <p15:guide id="32" orient="horz" pos="2086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enutzerdefinierte Titelfolie"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C683E0B1-27DF-4B21-928B-818D518D883A}"/>
              </a:ext>
            </a:extLst>
          </p:cNvPr>
          <p:cNvSpPr/>
          <p:nvPr userDrawn="1"/>
        </p:nvSpPr>
        <p:spPr>
          <a:xfrm>
            <a:off x="-634" y="5568950"/>
            <a:ext cx="10970260" cy="61086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A5A69D4C-A446-4EC6-9EF9-1695CFE39AE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5183504"/>
            <a:ext cx="10969625" cy="388620"/>
          </a:xfrm>
          <a:prstGeom prst="rect">
            <a:avLst/>
          </a:prstGeom>
          <a:gradFill flip="none" rotWithShape="1">
            <a:gsLst>
              <a:gs pos="49900">
                <a:schemeClr val="bg1">
                  <a:alpha val="0"/>
                </a:schemeClr>
              </a:gs>
              <a:gs pos="50000">
                <a:srgbClr val="FFFFFF"/>
              </a:gs>
            </a:gsLst>
            <a:lin ang="5286000" scaled="0"/>
            <a:tileRect/>
          </a:gradFill>
          <a:ln w="9525" cap="flat" cmpd="sng" algn="ctr">
            <a:noFill/>
            <a:prstDash val="solid"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normalizeH="0" baseline="0" noProof="1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4F81291-0BB3-4282-999F-8EDFB72BE6B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18440"/>
            <a:ext cx="10969625" cy="388620"/>
          </a:xfrm>
          <a:prstGeom prst="rect">
            <a:avLst/>
          </a:prstGeom>
          <a:gradFill flip="none" rotWithShape="1">
            <a:gsLst>
              <a:gs pos="49900">
                <a:srgbClr val="FFFFFF"/>
              </a:gs>
              <a:gs pos="50000">
                <a:srgbClr val="FFFFFF">
                  <a:alpha val="0"/>
                </a:srgbClr>
              </a:gs>
            </a:gsLst>
            <a:lin ang="5286000" scaled="0"/>
            <a:tileRect/>
          </a:gradFill>
          <a:ln w="9525" cap="flat" cmpd="sng" algn="ctr">
            <a:noFill/>
            <a:prstDash val="solid"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  <p:txBody>
          <a:bodyPr wrap="none" lIns="0" tIns="0" rIns="0" bIns="0" rtlCol="0" anchor="t"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normalizeH="0" baseline="0" noProof="1">
              <a:ln>
                <a:noFill/>
              </a:ln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9269FDD-E19A-4E8A-80DD-C5549C1FB430}"/>
              </a:ext>
            </a:extLst>
          </p:cNvPr>
          <p:cNvSpPr/>
          <p:nvPr userDrawn="1"/>
        </p:nvSpPr>
        <p:spPr>
          <a:xfrm>
            <a:off x="0" y="-1"/>
            <a:ext cx="10969625" cy="21843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0D84C58A-C176-47E5-9BFB-4C39A331C533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0" y="1407161"/>
            <a:ext cx="5556614" cy="1067282"/>
          </a:xfrm>
          <a:solidFill>
            <a:schemeClr val="accent2"/>
          </a:solidFill>
        </p:spPr>
        <p:txBody>
          <a:bodyPr wrap="none" lIns="190800" tIns="108000" rIns="190800" bIns="126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Bitte Inhalt eingeben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61340" y="237491"/>
            <a:ext cx="8805901" cy="1067282"/>
          </a:xfrm>
          <a:solidFill>
            <a:schemeClr val="accent2"/>
          </a:solidFill>
          <a:ln w="0">
            <a:noFill/>
          </a:ln>
          <a:effectLst/>
        </p:spPr>
        <p:txBody>
          <a:bodyPr wrap="none" lIns="190800" tIns="108000" rIns="190800" bIns="126000" anchor="t" anchorCtr="0">
            <a:spAutoFit/>
          </a:bodyPr>
          <a:lstStyle>
            <a:lvl1pPr algn="l">
              <a:lnSpc>
                <a:spcPct val="90000"/>
              </a:lnSpc>
              <a:defRPr sz="6000" b="1" i="0" cap="none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210" y="5571490"/>
            <a:ext cx="1046480" cy="44323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2670"/>
            <a:ext cx="10970260" cy="57150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A81DA41-F292-40C5-8B91-FEB3047B8A8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266700" y="5628640"/>
            <a:ext cx="288290" cy="4102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D1CE8A44-3AC0-472A-8C62-0F0D75D5708D}"/>
              </a:ext>
            </a:extLst>
          </p:cNvPr>
          <p:cNvSpPr txBox="1"/>
          <p:nvPr userDrawn="1"/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 pitchFamily="2" charset="0"/>
              </a:rPr>
              <a:t>DC-AT/ESP | 29.03.2023</a:t>
            </a:r>
          </a:p>
        </p:txBody>
      </p:sp>
      <p:sp>
        <p:nvSpPr>
          <p:cNvPr id="15" name="Bosch_footer_2">
            <a:extLst>
              <a:ext uri="{FF2B5EF4-FFF2-40B4-BE49-F238E27FC236}">
                <a16:creationId xmlns:a16="http://schemas.microsoft.com/office/drawing/2014/main" id="{6C61E22E-3D41-4D1A-87CD-07E2A899ACA0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de-DE" sz="600" b="0" i="0" u="none" kern="0" baseline="0" noProof="1">
                <a:solidFill>
                  <a:srgbClr val="819EB1"/>
                </a:solidFill>
                <a:latin typeface="Bosch Office Sans" pitchFamily="2" charset="0"/>
              </a:rPr>
              <a:t>© Bosch Rexroth AG 2023. Alle Rechte vorbehalten, auch bzgl. jeder Verfügung, Verwertung, Reproduktion, Bearbeitung, Weitergabe sowie für den Fall von Schutzrechtsanmeldungen.</a:t>
            </a:r>
            <a:endParaRPr lang="en-US" sz="600" b="0" i="0" u="none" kern="0" baseline="0" noProof="1">
              <a:solidFill>
                <a:srgbClr val="819EB1"/>
              </a:solidFill>
              <a:latin typeface="Bosch Offic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038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2" pos="168">
          <p15:clr>
            <a:srgbClr val="FBAE40"/>
          </p15:clr>
        </p15:guide>
        <p15:guide id="15" pos="6139">
          <p15:clr>
            <a:srgbClr val="FBAE40"/>
          </p15:clr>
        </p15:guide>
        <p15:guide id="18" orient="horz" pos="3265">
          <p15:clr>
            <a:srgbClr val="FBAE40"/>
          </p15:clr>
        </p15:guide>
        <p15:guide id="23" orient="horz" pos="884">
          <p15:clr>
            <a:srgbClr val="FBAE40"/>
          </p15:clr>
        </p15:guide>
        <p15:guide id="24" orient="horz" pos="1558">
          <p15:clr>
            <a:srgbClr val="FBAE40"/>
          </p15:clr>
        </p15:guide>
        <p15:guide id="25" orient="horz" pos="149">
          <p15:clr>
            <a:srgbClr val="FBAE40"/>
          </p15:clr>
        </p15:guide>
        <p15:guide id="26" orient="horz" pos="82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image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>
            <a:extLst>
              <a:ext uri="{FF2B5EF4-FFF2-40B4-BE49-F238E27FC236}">
                <a16:creationId xmlns:a16="http://schemas.microsoft.com/office/drawing/2014/main" id="{88040321-5159-B1E3-A5D4-F3AB20888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38" y="5592014"/>
            <a:ext cx="1009142" cy="405130"/>
          </a:xfrm>
          <a:prstGeom prst="rect">
            <a:avLst/>
          </a:prstGeom>
        </p:spPr>
      </p:pic>
      <p:sp>
        <p:nvSpPr>
          <p:cNvPr id="5" name="Bildplatzhalter 4">
            <a:extLst>
              <a:ext uri="{FF2B5EF4-FFF2-40B4-BE49-F238E27FC236}">
                <a16:creationId xmlns:a16="http://schemas.microsoft.com/office/drawing/2014/main" id="{C07D8637-53DC-E110-5837-5249EC2B852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-1" y="349201"/>
            <a:ext cx="10969626" cy="5821413"/>
          </a:xfrm>
          <a:custGeom>
            <a:avLst/>
            <a:gdLst>
              <a:gd name="connsiteX0" fmla="*/ 1 w 10969626"/>
              <a:gd name="connsiteY0" fmla="*/ 5821200 h 5821413"/>
              <a:gd name="connsiteX1" fmla="*/ 2 w 10969626"/>
              <a:gd name="connsiteY1" fmla="*/ 5821200 h 5821413"/>
              <a:gd name="connsiteX2" fmla="*/ 2 w 10969626"/>
              <a:gd name="connsiteY2" fmla="*/ 5821412 h 5821413"/>
              <a:gd name="connsiteX3" fmla="*/ 10969626 w 10969626"/>
              <a:gd name="connsiteY3" fmla="*/ 5821412 h 5821413"/>
              <a:gd name="connsiteX4" fmla="*/ 10969626 w 10969626"/>
              <a:gd name="connsiteY4" fmla="*/ 5821413 h 5821413"/>
              <a:gd name="connsiteX5" fmla="*/ 1 w 10969626"/>
              <a:gd name="connsiteY5" fmla="*/ 5821413 h 5821413"/>
              <a:gd name="connsiteX6" fmla="*/ 10969625 w 10969626"/>
              <a:gd name="connsiteY6" fmla="*/ 0 h 5821413"/>
              <a:gd name="connsiteX7" fmla="*/ 10969625 w 10969626"/>
              <a:gd name="connsiteY7" fmla="*/ 4903412 h 5821413"/>
              <a:gd name="connsiteX8" fmla="*/ 2 w 10969626"/>
              <a:gd name="connsiteY8" fmla="*/ 5472212 h 5821413"/>
              <a:gd name="connsiteX9" fmla="*/ 2 w 10969626"/>
              <a:gd name="connsiteY9" fmla="*/ 5472213 h 5821413"/>
              <a:gd name="connsiteX10" fmla="*/ 1 w 10969626"/>
              <a:gd name="connsiteY10" fmla="*/ 5472213 h 5821413"/>
              <a:gd name="connsiteX11" fmla="*/ 1 w 10969626"/>
              <a:gd name="connsiteY11" fmla="*/ 5821200 h 5821413"/>
              <a:gd name="connsiteX12" fmla="*/ 0 w 10969626"/>
              <a:gd name="connsiteY12" fmla="*/ 5821200 h 5821413"/>
              <a:gd name="connsiteX13" fmla="*/ 0 w 10969626"/>
              <a:gd name="connsiteY13" fmla="*/ 568800 h 5821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969626" h="5821413">
                <a:moveTo>
                  <a:pt x="1" y="5821200"/>
                </a:moveTo>
                <a:lnTo>
                  <a:pt x="2" y="5821200"/>
                </a:lnTo>
                <a:lnTo>
                  <a:pt x="2" y="5821412"/>
                </a:lnTo>
                <a:lnTo>
                  <a:pt x="10969626" y="5821412"/>
                </a:lnTo>
                <a:lnTo>
                  <a:pt x="10969626" y="5821413"/>
                </a:lnTo>
                <a:lnTo>
                  <a:pt x="1" y="5821413"/>
                </a:lnTo>
                <a:close/>
                <a:moveTo>
                  <a:pt x="10969625" y="0"/>
                </a:moveTo>
                <a:lnTo>
                  <a:pt x="10969625" y="4903412"/>
                </a:lnTo>
                <a:lnTo>
                  <a:pt x="2" y="5472212"/>
                </a:lnTo>
                <a:lnTo>
                  <a:pt x="2" y="5472213"/>
                </a:lnTo>
                <a:lnTo>
                  <a:pt x="1" y="5472213"/>
                </a:lnTo>
                <a:lnTo>
                  <a:pt x="1" y="5821200"/>
                </a:lnTo>
                <a:lnTo>
                  <a:pt x="0" y="5821200"/>
                </a:lnTo>
                <a:lnTo>
                  <a:pt x="0" y="568800"/>
                </a:lnTo>
                <a:close/>
              </a:path>
            </a:pathLst>
          </a:custGeom>
          <a:solidFill>
            <a:srgbClr val="FFE6E7"/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550000"/>
              </a:lnSpc>
              <a:spcBef>
                <a:spcPts val="0"/>
              </a:spcBef>
              <a:buNone/>
              <a:defRPr sz="1200"/>
            </a:lvl1pPr>
          </a:lstStyle>
          <a:p>
            <a:r>
              <a:rPr lang="en-US"/>
              <a:t>Bild hinzufügen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D84C58A-C176-47E5-9BFB-4C39A331C533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0" y="1443656"/>
            <a:ext cx="5159767" cy="1093374"/>
          </a:xfrm>
          <a:solidFill>
            <a:schemeClr val="accent2"/>
          </a:solidFill>
        </p:spPr>
        <p:txBody>
          <a:bodyPr wrap="none" lIns="273600" tIns="208800" rIns="273600" bIns="61200">
            <a:spAutoFit/>
          </a:bodyPr>
          <a:lstStyle>
            <a:lvl1pPr marL="0" indent="0" algn="l">
              <a:lnSpc>
                <a:spcPts val="6400"/>
              </a:lnSpc>
              <a:spcBef>
                <a:spcPts val="0"/>
              </a:spcBef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Bitte Inhalt eingeben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090800" y="259199"/>
            <a:ext cx="8103650" cy="1093374"/>
          </a:xfrm>
          <a:solidFill>
            <a:schemeClr val="accent2"/>
          </a:solidFill>
          <a:ln w="0">
            <a:noFill/>
          </a:ln>
          <a:effectLst/>
        </p:spPr>
        <p:txBody>
          <a:bodyPr wrap="none" lIns="273600" tIns="208800" rIns="273600" bIns="61200" anchor="t" anchorCtr="0">
            <a:spAutoFit/>
          </a:bodyPr>
          <a:lstStyle>
            <a:lvl1pPr algn="l">
              <a:lnSpc>
                <a:spcPts val="6400"/>
              </a:lnSpc>
              <a:defRPr sz="6000" b="1" i="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0337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2" pos="168">
          <p15:clr>
            <a:srgbClr val="FBAE40"/>
          </p15:clr>
        </p15:guide>
        <p15:guide id="15" pos="6744">
          <p15:clr>
            <a:srgbClr val="FBAE40"/>
          </p15:clr>
        </p15:guide>
        <p15:guide id="18" orient="horz" pos="3436">
          <p15:clr>
            <a:srgbClr val="FBAE40"/>
          </p15:clr>
        </p15:guide>
        <p15:guide id="23" orient="horz" pos="854">
          <p15:clr>
            <a:srgbClr val="FBAE40"/>
          </p15:clr>
        </p15:guide>
        <p15:guide id="24" orient="horz" pos="1599">
          <p15:clr>
            <a:srgbClr val="FBAE40"/>
          </p15:clr>
        </p15:guide>
        <p15:guide id="25" orient="horz" pos="159">
          <p15:clr>
            <a:srgbClr val="FBAE40"/>
          </p15:clr>
        </p15:guide>
        <p15:guide id="26" orient="horz" pos="908">
          <p15:clr>
            <a:srgbClr val="FBAE40"/>
          </p15:clr>
        </p15:guide>
        <p15:guide id="2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7" hidden="1">
            <a:extLst>
              <a:ext uri="{FF2B5EF4-FFF2-40B4-BE49-F238E27FC236}">
                <a16:creationId xmlns:a16="http://schemas.microsoft.com/office/drawing/2014/main" id="{B5DDFCCF-CB5E-2AE4-A2CB-FD03DDD39D1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</a:t>
            </a:r>
          </a:p>
        </p:txBody>
      </p:sp>
      <p:sp>
        <p:nvSpPr>
          <p:cNvPr id="9" name="Footer" hidden="1">
            <a:extLst>
              <a:ext uri="{FF2B5EF4-FFF2-40B4-BE49-F238E27FC236}">
                <a16:creationId xmlns:a16="http://schemas.microsoft.com/office/drawing/2014/main" id="{49B7D0DB-D891-4F39-A1EB-81FDAB75CF1C}"/>
              </a:ext>
            </a:extLst>
          </p:cNvPr>
          <p:cNvSpPr txBox="1"/>
          <p:nvPr userDrawn="1"/>
        </p:nvSpPr>
        <p:spPr>
          <a:xfrm>
            <a:off x="833447" y="5351272"/>
            <a:ext cx="915289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%confidentiality%</a:t>
            </a: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%businessunit%%departmentshort%%dateformat%%repositoryremark%%copyright%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080" y="648000"/>
            <a:ext cx="104521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Folienüberschrift hinzufügen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081" y="1296000"/>
            <a:ext cx="10451783" cy="41675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EA78BAC4-FC81-4715-BED8-605625FA39A4}"/>
              </a:ext>
            </a:extLst>
          </p:cNvPr>
          <p:cNvSpPr txBox="1"/>
          <p:nvPr userDrawn="1"/>
        </p:nvSpPr>
        <p:spPr>
          <a:xfrm>
            <a:off x="593090" y="5935261"/>
            <a:ext cx="8850948" cy="122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kern="0" baseline="0" noProof="1">
                <a:solidFill>
                  <a:srgbClr val="A3BAC8"/>
                </a:solidFill>
                <a:latin typeface="+mn-lt"/>
              </a:rPr>
              <a:t>DC-AT/ESP1 | 06.06.2023 | © Bosch Rexroth AG 2023. Alle Rechte vorbehalten, auch bzgl. jeder Verfügung, Verwertung, Reproduktion, Bearbeitung, Weitergabe sowie für den Fall von Schutzrechtsanmeldungen.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lang="en-US" sz="600" kern="0" baseline="0" noProof="1">
              <a:solidFill>
                <a:schemeClr val="accent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F1A5E6DA-07DF-450E-B436-800FB8769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699" y="5923476"/>
            <a:ext cx="333801" cy="247137"/>
          </a:xfrm>
          <a:prstGeom prst="rect">
            <a:avLst/>
          </a:prstGeom>
        </p:spPr>
        <p:txBody>
          <a:bodyPr wrap="none" lIns="0" tIns="0" rIns="0" bIns="0"/>
          <a:lstStyle>
            <a:lvl1pPr>
              <a:defRPr sz="1000" b="1" kern="0" baseline="0">
                <a:solidFill>
                  <a:schemeClr val="accent3"/>
                </a:solidFill>
                <a:latin typeface="+mj-lt"/>
              </a:defRPr>
            </a:lvl1pPr>
          </a:lstStyle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CB9C1E17-1D5C-EA2F-6D84-A9E6F1934A2D}"/>
              </a:ext>
            </a:extLst>
          </p:cNvPr>
          <p:cNvPicPr>
            <a:picLocks noChangeAspect="1"/>
          </p:cNvPicPr>
          <p:nvPr userDrawn="1"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038" y="5592014"/>
            <a:ext cx="1009142" cy="40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42" r:id="rId3"/>
    <p:sldLayoutId id="2147483749" r:id="rId4"/>
    <p:sldLayoutId id="2147483746" r:id="rId5"/>
    <p:sldLayoutId id="2147483750" r:id="rId6"/>
    <p:sldLayoutId id="2147483727" r:id="rId7"/>
    <p:sldLayoutId id="2147483751" r:id="rId8"/>
    <p:sldLayoutId id="2147483744" r:id="rId9"/>
    <p:sldLayoutId id="2147483752" r:id="rId10"/>
    <p:sldLayoutId id="2147483724" r:id="rId11"/>
    <p:sldLayoutId id="2147483757" r:id="rId12"/>
    <p:sldLayoutId id="2147483723" r:id="rId13"/>
    <p:sldLayoutId id="2147483758" r:id="rId14"/>
    <p:sldLayoutId id="2147483734" r:id="rId15"/>
    <p:sldLayoutId id="2147483759" r:id="rId16"/>
    <p:sldLayoutId id="2147483760" r:id="rId17"/>
    <p:sldLayoutId id="2147483763" r:id="rId18"/>
    <p:sldLayoutId id="2147483713" r:id="rId19"/>
    <p:sldLayoutId id="2147483721" r:id="rId20"/>
    <p:sldLayoutId id="2147483764" r:id="rId21"/>
    <p:sldLayoutId id="2147483761" r:id="rId22"/>
    <p:sldLayoutId id="2147483753" r:id="rId23"/>
    <p:sldLayoutId id="2147483726" r:id="rId24"/>
    <p:sldLayoutId id="2147483754" r:id="rId25"/>
    <p:sldLayoutId id="2147483728" r:id="rId26"/>
    <p:sldLayoutId id="2147483755" r:id="rId27"/>
    <p:sldLayoutId id="2147483729" r:id="rId28"/>
    <p:sldLayoutId id="2147483756" r:id="rId29"/>
    <p:sldLayoutId id="2147483745" r:id="rId30"/>
    <p:sldLayoutId id="2147483768" r:id="rId31"/>
    <p:sldLayoutId id="2147483783" r:id="rId32"/>
    <p:sldLayoutId id="2147483787" r:id="rId33"/>
    <p:sldLayoutId id="2147483805" r:id="rId34"/>
    <p:sldLayoutId id="2147483806" r:id="rId35"/>
    <p:sldLayoutId id="2147483807" r:id="rId36"/>
    <p:sldLayoutId id="2147483808" r:id="rId37"/>
    <p:sldLayoutId id="2147483809" r:id="rId38"/>
    <p:sldLayoutId id="2147483810" r:id="rId39"/>
    <p:sldLayoutId id="2147483811" r:id="rId40"/>
    <p:sldLayoutId id="2147483812" r:id="rId41"/>
    <p:sldLayoutId id="2147483813" r:id="rId42"/>
    <p:sldLayoutId id="2147483819" r:id="rId43"/>
    <p:sldLayoutId id="2147483820" r:id="rId44"/>
    <p:sldLayoutId id="2147483821" r:id="rId45"/>
    <p:sldLayoutId id="2147483823" r:id="rId46"/>
    <p:sldLayoutId id="2147483824" r:id="rId47"/>
    <p:sldLayoutId id="2147483825" r:id="rId48"/>
    <p:sldLayoutId id="2147483826" r:id="rId49"/>
    <p:sldLayoutId id="2147483827" r:id="rId50"/>
    <p:sldLayoutId id="2147483828" r:id="rId51"/>
    <p:sldLayoutId id="2147483829" r:id="rId52"/>
    <p:sldLayoutId id="2147483830" r:id="rId53"/>
    <p:sldLayoutId id="2147483831" r:id="rId54"/>
    <p:sldLayoutId id="2147483832" r:id="rId55"/>
    <p:sldLayoutId id="2147483840" r:id="rId56"/>
    <p:sldLayoutId id="2147483841" r:id="rId57"/>
    <p:sldLayoutId id="2147483842" r:id="rId58"/>
    <p:sldLayoutId id="2147483843" r:id="rId59"/>
    <p:sldLayoutId id="2147483844" r:id="rId60"/>
    <p:sldLayoutId id="2147483845" r:id="rId61"/>
    <p:sldLayoutId id="2147483846" r:id="rId62"/>
    <p:sldLayoutId id="2147483847" r:id="rId63"/>
    <p:sldLayoutId id="2147483854" r:id="rId64"/>
    <p:sldLayoutId id="2147483859" r:id="rId65"/>
    <p:sldLayoutId id="2147483860" r:id="rId66"/>
    <p:sldLayoutId id="2147483861" r:id="rId67"/>
    <p:sldLayoutId id="2147483862" r:id="rId68"/>
    <p:sldLayoutId id="2147483863" r:id="rId69"/>
    <p:sldLayoutId id="2147483864" r:id="rId70"/>
    <p:sldLayoutId id="2147483865" r:id="rId71"/>
    <p:sldLayoutId id="2147483866" r:id="rId72"/>
    <p:sldLayoutId id="2147483869" r:id="rId73"/>
    <p:sldLayoutId id="2147483894" r:id="rId74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400" b="1" kern="1200" baseline="0">
          <a:solidFill>
            <a:srgbClr val="00B9E5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55" userDrawn="1">
          <p15:clr>
            <a:srgbClr val="F26B43"/>
          </p15:clr>
        </p15:guide>
        <p15:guide id="2" orient="horz" pos="19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rb-tracker.bosch.com/tracker19/browse/SMF-14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95783D-55A2-41B9-1BE9-DEF6B0ED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</a:t>
            </a:fld>
            <a:endParaRPr lang="en-US" noProof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85AA42-340D-D60F-0C8A-363A7C344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00" y="1778959"/>
            <a:ext cx="10346100" cy="1192841"/>
          </a:xfrm>
        </p:spPr>
        <p:txBody>
          <a:bodyPr>
            <a:noAutofit/>
          </a:bodyPr>
          <a:lstStyle/>
          <a:p>
            <a:pPr algn="ctr"/>
            <a:r>
              <a:rPr lang="en-US" sz="4800" dirty="0"/>
              <a:t>Virtual Commissioning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630C2D82-B72A-E1E3-25F0-6D6CF1E3DA3F}"/>
              </a:ext>
            </a:extLst>
          </p:cNvPr>
          <p:cNvSpPr txBox="1">
            <a:spLocks/>
          </p:cNvSpPr>
          <p:nvPr/>
        </p:nvSpPr>
        <p:spPr>
          <a:xfrm>
            <a:off x="360000" y="2244645"/>
            <a:ext cx="10346100" cy="1192841"/>
          </a:xfrm>
          <a:prstGeom prst="rect">
            <a:avLst/>
          </a:prstGeom>
          <a:ln w="0">
            <a:noFill/>
          </a:ln>
          <a:effectLst/>
        </p:spPr>
        <p:txBody>
          <a:bodyPr vert="horz" lIns="0" tIns="0" rIns="0" bIns="0" rtlCol="0" anchor="t" anchorCtr="0">
            <a:normAutofit/>
          </a:bodyPr>
          <a:lstStyle>
            <a:lvl1pPr algn="l" defTabSz="914333" rtl="0" eaLnBrk="1" latinLnBrk="0" hangingPunct="1">
              <a:lnSpc>
                <a:spcPts val="8600"/>
              </a:lnSpc>
              <a:spcBef>
                <a:spcPts val="0"/>
              </a:spcBef>
              <a:buNone/>
              <a:defRPr sz="8000" b="1" kern="1200" cap="none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2000" b="0" dirty="0"/>
              <a:t>Demonstrator using TS2 components</a:t>
            </a:r>
          </a:p>
        </p:txBody>
      </p:sp>
      <p:pic>
        <p:nvPicPr>
          <p:cNvPr id="4" name="Picture 2" descr="Visual Components Produkte zur Fertigungssimulation">
            <a:extLst>
              <a:ext uri="{FF2B5EF4-FFF2-40B4-BE49-F238E27FC236}">
                <a16:creationId xmlns:a16="http://schemas.microsoft.com/office/drawing/2014/main" id="{D5167EB9-D3C4-789F-B5C4-1BCD26451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959" y="3791212"/>
            <a:ext cx="1371600" cy="34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GitHub - boschrexroth/ctrlx-automation-sdk: ctrlX AUTOMATION Software  Development Kit">
            <a:extLst>
              <a:ext uri="{FF2B5EF4-FFF2-40B4-BE49-F238E27FC236}">
                <a16:creationId xmlns:a16="http://schemas.microsoft.com/office/drawing/2014/main" id="{245E119C-0F32-CA13-6BD8-2521CE0B8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2" y="3523658"/>
            <a:ext cx="1647496" cy="82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74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B68FAA-C6C7-D3DA-F3FE-B3DC25A662D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CDF37-54CF-3526-AB55-575DCFDC9E1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9080" y="731999"/>
            <a:ext cx="10452100" cy="372679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dirty="0"/>
              <a:t>The goal of the work package is to evaluate the data basis, define a development environment, and implement a proof-of-concept for a standardized virtual commissioning with operational PLC function blocks for Transfer System TS2 with selected material flow scenarios.</a:t>
            </a:r>
          </a:p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dirty="0"/>
              <a:t>After the implementation of the PoC, the concept is generalized to all standardizable material flow scenarios and expanded to the entire TS2 library in Visual Components.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AF2B4-FFCF-0D90-820F-7C2AB4CC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26772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B68FAA-C6C7-D3DA-F3FE-B3DC25A662D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CDF37-54CF-3526-AB55-575DCFDC9E1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9080" y="911592"/>
            <a:ext cx="10452100" cy="93133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dirty="0"/>
              <a:t>The use case scenarios chosen for this are the fundamental function plans for control tasks defined for the TS2 Lift Transfer Unit as per the product catalogue, such as: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AF2B4-FFCF-0D90-820F-7C2AB4CC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76899A-0F16-5BDB-7E66-FBF34E8C3952}"/>
              </a:ext>
            </a:extLst>
          </p:cNvPr>
          <p:cNvGrpSpPr/>
          <p:nvPr/>
        </p:nvGrpSpPr>
        <p:grpSpPr>
          <a:xfrm>
            <a:off x="8298407" y="1981652"/>
            <a:ext cx="2260872" cy="3045940"/>
            <a:chOff x="6138681" y="1212551"/>
            <a:chExt cx="2919337" cy="393305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D1C2E22-0668-0A85-067B-B438EF82A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38681" y="1212551"/>
              <a:ext cx="2305268" cy="231829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F4A44C7-8BFC-966D-A26F-4DD50DCED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38681" y="3778746"/>
              <a:ext cx="2919337" cy="1366857"/>
            </a:xfrm>
            <a:prstGeom prst="rect">
              <a:avLst/>
            </a:prstGeom>
          </p:spPr>
        </p:pic>
      </p:grp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2C8DC2D-9821-9083-B447-F197BDF4EDDD}"/>
              </a:ext>
            </a:extLst>
          </p:cNvPr>
          <p:cNvSpPr txBox="1">
            <a:spLocks/>
          </p:cNvSpPr>
          <p:nvPr/>
        </p:nvSpPr>
        <p:spPr>
          <a:xfrm>
            <a:off x="259080" y="1926929"/>
            <a:ext cx="7787640" cy="33471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ts val="1200"/>
              </a:spcBef>
              <a:buAutoNum type="arabicPeriod"/>
            </a:pPr>
            <a:r>
              <a:rPr lang="en-US" b="1" dirty="0"/>
              <a:t>TFE1 : Implementation in transverse section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The material flow in this function plan consists 1 entrance from </a:t>
            </a:r>
            <a:r>
              <a:rPr lang="en-US" kern="1200" dirty="0">
                <a:solidFill>
                  <a:srgbClr val="000000"/>
                </a:solidFill>
                <a:effectLst/>
                <a:latin typeface="Bosch Office Sans" pitchFamily="2" charset="0"/>
                <a:ea typeface="+mn-ea"/>
                <a:cs typeface="+mn-cs"/>
              </a:rPr>
              <a:t>longitudinal</a:t>
            </a:r>
            <a:r>
              <a:rPr lang="en-US" dirty="0"/>
              <a:t> section to the 1 transverse exit to the left or right port of the LTU.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The sensors S1,S2 and S5 determines the opening and closing of the stopper Y1.</a:t>
            </a:r>
          </a:p>
          <a:p>
            <a:pPr marL="339725" indent="-227013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Sensor S3 determines the lifting up and down of the lifting cylinder Y2.</a:t>
            </a:r>
          </a:p>
          <a:p>
            <a:pPr marL="51276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51276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512762" indent="-28575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E045563-4B76-3FA7-A139-5AE4C0ED4757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pPr marL="256032" indent="-256032" algn="l" rtl="0" eaLnBrk="1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 b="1" baseline="0" dirty="0">
                <a:solidFill>
                  <a:srgbClr val="002B49"/>
                </a:solidFill>
                <a:effectLst/>
                <a:latin typeface="Bosch Sans Black" panose="020B0A04020202020204" pitchFamily="34" charset="0"/>
                <a:ea typeface="+mn-ea"/>
                <a:cs typeface="+mn-cs"/>
              </a:rPr>
              <a:t>TS2 Fundamental Function Plans</a:t>
            </a:r>
            <a:endParaRPr lang="en-US" sz="1600" dirty="0">
              <a:solidFill>
                <a:srgbClr val="002B4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36087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B68FAA-C6C7-D3DA-F3FE-B3DC25A662D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AF2B4-FFCF-0D90-820F-7C2AB4CC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2C8DC2D-9821-9083-B447-F197BDF4EDDD}"/>
              </a:ext>
            </a:extLst>
          </p:cNvPr>
          <p:cNvSpPr txBox="1">
            <a:spLocks/>
          </p:cNvSpPr>
          <p:nvPr/>
        </p:nvSpPr>
        <p:spPr>
          <a:xfrm>
            <a:off x="259080" y="982077"/>
            <a:ext cx="7787640" cy="33471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b="1" dirty="0"/>
              <a:t>2.  TFE2 : Implementation in longitudinal section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The material flow in this function plan consists 1 entrance from </a:t>
            </a:r>
            <a:r>
              <a:rPr lang="en-US" kern="1200" dirty="0">
                <a:solidFill>
                  <a:srgbClr val="000000"/>
                </a:solidFill>
                <a:effectLst/>
                <a:latin typeface="Bosch Office Sans" pitchFamily="2" charset="0"/>
                <a:ea typeface="+mn-ea"/>
                <a:cs typeface="+mn-cs"/>
              </a:rPr>
              <a:t>transverse</a:t>
            </a:r>
            <a:r>
              <a:rPr lang="en-US" dirty="0"/>
              <a:t> section to the 1 </a:t>
            </a:r>
            <a:r>
              <a:rPr lang="en-US" kern="1200" dirty="0">
                <a:solidFill>
                  <a:srgbClr val="000000"/>
                </a:solidFill>
                <a:effectLst/>
                <a:latin typeface="Bosch Office Sans" pitchFamily="2" charset="0"/>
                <a:ea typeface="+mn-ea"/>
                <a:cs typeface="+mn-cs"/>
              </a:rPr>
              <a:t>longitudinal</a:t>
            </a:r>
            <a:r>
              <a:rPr lang="en-US" dirty="0"/>
              <a:t> exit to the front or back port of the LTU.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The sensors S7 determines the opening and closing of the stopper Y4.</a:t>
            </a:r>
          </a:p>
          <a:p>
            <a:pPr marL="339725" indent="-227013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Sensor S8 determines the lifting up and down of the lifting cylinder Y4.</a:t>
            </a:r>
          </a:p>
          <a:p>
            <a:pPr marL="51276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51276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512762" indent="-28575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E045563-4B76-3FA7-A139-5AE4C0ED4757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pPr marL="256032" indent="-256032" algn="l" rtl="0" eaLnBrk="1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 b="1" baseline="0" dirty="0">
                <a:solidFill>
                  <a:srgbClr val="002B49"/>
                </a:solidFill>
                <a:effectLst/>
                <a:latin typeface="Bosch Sans Black" panose="020B0A04020202020204" pitchFamily="34" charset="0"/>
                <a:ea typeface="+mn-ea"/>
                <a:cs typeface="+mn-cs"/>
              </a:rPr>
              <a:t>TS2 Fundamental Function Plans</a:t>
            </a:r>
            <a:endParaRPr lang="en-US" sz="1600" dirty="0">
              <a:solidFill>
                <a:srgbClr val="002B49"/>
              </a:solidFill>
              <a:effectLst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E69940-6F83-BED2-2787-9C56AEE191E1}"/>
              </a:ext>
            </a:extLst>
          </p:cNvPr>
          <p:cNvGrpSpPr/>
          <p:nvPr/>
        </p:nvGrpSpPr>
        <p:grpSpPr>
          <a:xfrm>
            <a:off x="8411447" y="1036800"/>
            <a:ext cx="1935005" cy="2950143"/>
            <a:chOff x="8859219" y="547017"/>
            <a:chExt cx="2388915" cy="343701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1AEBD00-D9D0-9522-7DCB-95604816B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9219" y="547017"/>
              <a:ext cx="2224170" cy="223151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0CA1947-A7C1-32B6-CF53-A0628AA0E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85584" y="2936991"/>
              <a:ext cx="2362550" cy="10470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0295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B68FAA-C6C7-D3DA-F3FE-B3DC25A662D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AF2B4-FFCF-0D90-820F-7C2AB4CC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2C8DC2D-9821-9083-B447-F197BDF4EDDD}"/>
              </a:ext>
            </a:extLst>
          </p:cNvPr>
          <p:cNvSpPr txBox="1">
            <a:spLocks/>
          </p:cNvSpPr>
          <p:nvPr/>
        </p:nvSpPr>
        <p:spPr>
          <a:xfrm>
            <a:off x="259080" y="982077"/>
            <a:ext cx="7787640" cy="429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b="1" dirty="0"/>
              <a:t>3.  TFE3 : Transverse conveyor (separating, outfeeding)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The material flow in this function plan consists 1 entrance from </a:t>
            </a:r>
            <a:r>
              <a:rPr lang="en-US" kern="1200" dirty="0">
                <a:solidFill>
                  <a:srgbClr val="000000"/>
                </a:solidFill>
                <a:effectLst/>
                <a:latin typeface="Bosch Office Sans" pitchFamily="2" charset="0"/>
                <a:ea typeface="+mn-ea"/>
                <a:cs typeface="+mn-cs"/>
              </a:rPr>
              <a:t>longitudinal</a:t>
            </a:r>
            <a:r>
              <a:rPr lang="en-US" dirty="0"/>
              <a:t> section to the 2 exits to either transverse (Left/Right ports) or longitudinal (Front/Back) port of the LTU.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The sensors S2,S5 determines the opening and closing of the stopper Y1.</a:t>
            </a:r>
          </a:p>
          <a:p>
            <a:pPr marL="339725" indent="-227013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Sensor S3 determines the lifting up and down of the lifting cylinder Y2.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Routing to branch or straight is based on identification system with straight signal A1 (0= Branch, 1 = Straight On)</a:t>
            </a:r>
          </a:p>
          <a:p>
            <a:pPr marL="339725" indent="-227013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endParaRPr lang="en-US" dirty="0"/>
          </a:p>
          <a:p>
            <a:pPr marL="51276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51276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512762" indent="-28575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E045563-4B76-3FA7-A139-5AE4C0ED4757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pPr marL="256032" indent="-256032" algn="l" rtl="0" eaLnBrk="1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 b="1" baseline="0" dirty="0">
                <a:solidFill>
                  <a:srgbClr val="002B49"/>
                </a:solidFill>
                <a:effectLst/>
                <a:latin typeface="Bosch Sans Black" panose="020B0A04020202020204" pitchFamily="34" charset="0"/>
                <a:ea typeface="+mn-ea"/>
                <a:cs typeface="+mn-cs"/>
              </a:rPr>
              <a:t>TS2 Fundamental Function Plans</a:t>
            </a:r>
            <a:endParaRPr lang="en-US" sz="1600" dirty="0">
              <a:solidFill>
                <a:srgbClr val="002B49"/>
              </a:solidFill>
              <a:effectLst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9B0863-C83E-C5F2-F6F5-B147D2956420}"/>
              </a:ext>
            </a:extLst>
          </p:cNvPr>
          <p:cNvGrpSpPr/>
          <p:nvPr/>
        </p:nvGrpSpPr>
        <p:grpSpPr>
          <a:xfrm>
            <a:off x="8341779" y="1037720"/>
            <a:ext cx="2701648" cy="3690472"/>
            <a:chOff x="9303846" y="661313"/>
            <a:chExt cx="2701648" cy="369047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FFC1CFA-A09C-B69E-5C84-F699F151D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35175" y="661313"/>
              <a:ext cx="1778025" cy="179302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D0AC5E5-D8E3-991D-46F3-5DA01EE55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4016" y="2564783"/>
              <a:ext cx="2442380" cy="134165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79120B-5715-F3F8-4D33-AB2CB307D48C}"/>
                </a:ext>
              </a:extLst>
            </p:cNvPr>
            <p:cNvSpPr txBox="1"/>
            <p:nvPr/>
          </p:nvSpPr>
          <p:spPr>
            <a:xfrm>
              <a:off x="9303846" y="3936287"/>
              <a:ext cx="270164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Y2.1 S, Y2.2 R = Lift is UP</a:t>
              </a:r>
            </a:p>
            <a:p>
              <a:r>
                <a:rPr lang="en-US" sz="700" dirty="0"/>
                <a:t>Y2.2 S, Y2.1 R = Lift is DOWN</a:t>
              </a:r>
            </a:p>
            <a:p>
              <a:r>
                <a:rPr lang="en-US" sz="700" dirty="0"/>
                <a:t>Y2.1 AND Y2.2 Reset = Lift is in MIDDLE position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7485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B68FAA-C6C7-D3DA-F3FE-B3DC25A662D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AF2B4-FFCF-0D90-820F-7C2AB4CC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2C8DC2D-9821-9083-B447-F197BDF4EDDD}"/>
              </a:ext>
            </a:extLst>
          </p:cNvPr>
          <p:cNvSpPr txBox="1">
            <a:spLocks/>
          </p:cNvSpPr>
          <p:nvPr/>
        </p:nvSpPr>
        <p:spPr>
          <a:xfrm>
            <a:off x="259080" y="982077"/>
            <a:ext cx="7787640" cy="4347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b="1" dirty="0"/>
              <a:t>4.  TFE4 : Transverse conveyor (separating, infeeding)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The material flow in this function plan consists 2 entrance from </a:t>
            </a:r>
            <a:r>
              <a:rPr lang="en-US" kern="1200" dirty="0">
                <a:solidFill>
                  <a:srgbClr val="000000"/>
                </a:solidFill>
                <a:effectLst/>
                <a:latin typeface="Bosch Office Sans" pitchFamily="2" charset="0"/>
                <a:ea typeface="+mn-ea"/>
                <a:cs typeface="+mn-cs"/>
              </a:rPr>
              <a:t>longitudinal</a:t>
            </a:r>
            <a:r>
              <a:rPr lang="en-US" dirty="0"/>
              <a:t> and transverse section to the 1 exit to longitudinal section (Front/Back) port of the LTU.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The sensors S6,S7 &amp; S10,S11 determines the opening and closing of the stoppers Y4 and Y5, respectively.</a:t>
            </a:r>
          </a:p>
          <a:p>
            <a:pPr marL="339725" indent="-227013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Sensor S8 determines the lifting up and down of the lifting cylinder Y3.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Routing from branch or main section is based on Priority main section variable P10 (0= From branch, 1 = From main section)</a:t>
            </a:r>
          </a:p>
          <a:p>
            <a:pPr marL="339725" indent="-227013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endParaRPr lang="en-US" dirty="0"/>
          </a:p>
          <a:p>
            <a:pPr marL="339725" indent="-227013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endParaRPr lang="en-US" dirty="0"/>
          </a:p>
          <a:p>
            <a:pPr marL="51276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51276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512762" indent="-28575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E045563-4B76-3FA7-A139-5AE4C0ED4757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pPr marL="256032" indent="-256032" algn="l" rtl="0" eaLnBrk="1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 b="1" baseline="0" dirty="0">
                <a:solidFill>
                  <a:srgbClr val="002B49"/>
                </a:solidFill>
                <a:effectLst/>
                <a:latin typeface="Bosch Sans Black" panose="020B0A04020202020204" pitchFamily="34" charset="0"/>
                <a:ea typeface="+mn-ea"/>
                <a:cs typeface="+mn-cs"/>
              </a:rPr>
              <a:t>TS2 Fundamental Function Plans</a:t>
            </a:r>
            <a:endParaRPr lang="en-US" sz="1600" dirty="0">
              <a:solidFill>
                <a:srgbClr val="002B49"/>
              </a:solidFill>
              <a:effectLst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929AF74-BEFC-DD4B-A89F-E3D815B33A24}"/>
              </a:ext>
            </a:extLst>
          </p:cNvPr>
          <p:cNvGrpSpPr/>
          <p:nvPr/>
        </p:nvGrpSpPr>
        <p:grpSpPr>
          <a:xfrm>
            <a:off x="8420740" y="1036800"/>
            <a:ext cx="2046963" cy="3849499"/>
            <a:chOff x="9059592" y="460335"/>
            <a:chExt cx="2748494" cy="516879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BE78BFD-716E-E9A4-AF94-40BE83EE8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12160" y="460335"/>
              <a:ext cx="2365735" cy="240289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6729B8A-4DCA-A3C1-33A6-CDE92BF1F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2160" y="2969603"/>
              <a:ext cx="2695926" cy="183552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4BA185-CCFC-21AB-2D20-323578751AB3}"/>
                </a:ext>
              </a:extLst>
            </p:cNvPr>
            <p:cNvSpPr txBox="1"/>
            <p:nvPr/>
          </p:nvSpPr>
          <p:spPr>
            <a:xfrm>
              <a:off x="9059592" y="4926590"/>
              <a:ext cx="2701648" cy="702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700" dirty="0"/>
                <a:t>Y3.1 S, Y3.2 R = Lift is UP</a:t>
              </a:r>
            </a:p>
            <a:p>
              <a:r>
                <a:rPr lang="en-US" sz="700" dirty="0"/>
                <a:t>Y3.2 S, Y3.1 R = Lift is DOWN</a:t>
              </a:r>
            </a:p>
            <a:p>
              <a:r>
                <a:rPr lang="en-US" sz="700" dirty="0"/>
                <a:t>Y3.1 AND Y3.2 Reset = Lift is in MIDDLE position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8743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9F80C7-3ABA-A5ED-DEEA-ABAA3079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A56287C-132F-B52F-ED73-02F0180A344F}"/>
              </a:ext>
            </a:extLst>
          </p:cNvPr>
          <p:cNvSpPr txBox="1">
            <a:spLocks/>
          </p:cNvSpPr>
          <p:nvPr/>
        </p:nvSpPr>
        <p:spPr>
          <a:xfrm>
            <a:off x="259080" y="259200"/>
            <a:ext cx="10452100" cy="388800"/>
          </a:xfrm>
          <a:prstGeom prst="rect">
            <a:avLst/>
          </a:prstGeom>
        </p:spPr>
        <p:txBody>
          <a:bodyPr/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B9E5"/>
                </a:solidFill>
                <a:latin typeface="+mj-lt"/>
              </a:rPr>
              <a:t>Development Plan for TS2 Library</a:t>
            </a: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6A010E32-29CA-053C-573C-35E0BB7C3B6B}"/>
              </a:ext>
            </a:extLst>
          </p:cNvPr>
          <p:cNvSpPr txBox="1">
            <a:spLocks/>
          </p:cNvSpPr>
          <p:nvPr/>
        </p:nvSpPr>
        <p:spPr>
          <a:xfrm>
            <a:off x="259080" y="648000"/>
            <a:ext cx="10452100" cy="388800"/>
          </a:xfrm>
          <a:prstGeom prst="rect">
            <a:avLst/>
          </a:prstGeom>
        </p:spPr>
        <p:txBody>
          <a:bodyPr/>
          <a:lstStyle>
            <a:lvl1pPr algn="l" defTabSz="914333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2400" b="1" kern="1200" baseline="0">
                <a:solidFill>
                  <a:srgbClr val="00B9E5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000" dirty="0">
                <a:solidFill>
                  <a:srgbClr val="002B49"/>
                </a:solidFill>
              </a:rPr>
              <a:t>Overview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9A9E232-EA85-825D-EF95-BE54178B1FC9}"/>
              </a:ext>
            </a:extLst>
          </p:cNvPr>
          <p:cNvGrpSpPr/>
          <p:nvPr/>
        </p:nvGrpSpPr>
        <p:grpSpPr>
          <a:xfrm>
            <a:off x="1525757" y="1036800"/>
            <a:ext cx="7299461" cy="4386825"/>
            <a:chOff x="1525757" y="1036800"/>
            <a:chExt cx="7299461" cy="4386825"/>
          </a:xfrm>
        </p:grpSpPr>
        <p:sp>
          <p:nvSpPr>
            <p:cNvPr id="24" name="Rectangle: Single Corner Rounded 23">
              <a:extLst>
                <a:ext uri="{FF2B5EF4-FFF2-40B4-BE49-F238E27FC236}">
                  <a16:creationId xmlns:a16="http://schemas.microsoft.com/office/drawing/2014/main" id="{0CD2F205-1ADC-1035-02E4-B135DF41E6F4}"/>
                </a:ext>
              </a:extLst>
            </p:cNvPr>
            <p:cNvSpPr/>
            <p:nvPr/>
          </p:nvSpPr>
          <p:spPr>
            <a:xfrm>
              <a:off x="2314322" y="1036800"/>
              <a:ext cx="6510896" cy="687823"/>
            </a:xfrm>
            <a:prstGeom prst="round1Rect">
              <a:avLst/>
            </a:prstGeom>
            <a:solidFill>
              <a:srgbClr val="002B4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25" name="Rectangle: Single Corner Rounded 24">
              <a:extLst>
                <a:ext uri="{FF2B5EF4-FFF2-40B4-BE49-F238E27FC236}">
                  <a16:creationId xmlns:a16="http://schemas.microsoft.com/office/drawing/2014/main" id="{C4CDDD6C-89F6-A233-29D0-4C6A81A51E01}"/>
                </a:ext>
              </a:extLst>
            </p:cNvPr>
            <p:cNvSpPr/>
            <p:nvPr/>
          </p:nvSpPr>
          <p:spPr>
            <a:xfrm>
              <a:off x="2314322" y="1959474"/>
              <a:ext cx="6510896" cy="687823"/>
            </a:xfrm>
            <a:prstGeom prst="round1Rect">
              <a:avLst/>
            </a:prstGeom>
            <a:solidFill>
              <a:srgbClr val="002B4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kern="0" dirty="0">
                <a:solidFill>
                  <a:srgbClr val="000000"/>
                </a:solidFill>
                <a:latin typeface="Bosch Office Sans"/>
              </a:endParaRPr>
            </a:p>
          </p:txBody>
        </p:sp>
        <p:sp>
          <p:nvSpPr>
            <p:cNvPr id="26" name="Rectangle: Single Corner Rounded 25">
              <a:extLst>
                <a:ext uri="{FF2B5EF4-FFF2-40B4-BE49-F238E27FC236}">
                  <a16:creationId xmlns:a16="http://schemas.microsoft.com/office/drawing/2014/main" id="{247EE2D3-0127-122A-B795-4724243AE53D}"/>
                </a:ext>
              </a:extLst>
            </p:cNvPr>
            <p:cNvSpPr/>
            <p:nvPr/>
          </p:nvSpPr>
          <p:spPr>
            <a:xfrm>
              <a:off x="2314322" y="2882148"/>
              <a:ext cx="6510896" cy="687823"/>
            </a:xfrm>
            <a:prstGeom prst="round1Rect">
              <a:avLst/>
            </a:prstGeom>
            <a:solidFill>
              <a:srgbClr val="002B4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kern="0" dirty="0">
                <a:solidFill>
                  <a:srgbClr val="000000"/>
                </a:solidFill>
                <a:latin typeface="Bosch Office Sans"/>
              </a:endParaRPr>
            </a:p>
          </p:txBody>
        </p:sp>
        <p:sp>
          <p:nvSpPr>
            <p:cNvPr id="27" name="Rectangle: Single Corner Rounded 26">
              <a:extLst>
                <a:ext uri="{FF2B5EF4-FFF2-40B4-BE49-F238E27FC236}">
                  <a16:creationId xmlns:a16="http://schemas.microsoft.com/office/drawing/2014/main" id="{A3CFD057-6031-3B91-82D2-A7EB48255196}"/>
                </a:ext>
              </a:extLst>
            </p:cNvPr>
            <p:cNvSpPr/>
            <p:nvPr/>
          </p:nvSpPr>
          <p:spPr>
            <a:xfrm>
              <a:off x="2314322" y="3804822"/>
              <a:ext cx="6510896" cy="687823"/>
            </a:xfrm>
            <a:prstGeom prst="round1Rect">
              <a:avLst/>
            </a:prstGeom>
            <a:solidFill>
              <a:srgbClr val="002B4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kern="0" dirty="0">
                <a:solidFill>
                  <a:srgbClr val="000000"/>
                </a:solidFill>
                <a:latin typeface="Bosch Office Sans"/>
              </a:endParaRPr>
            </a:p>
          </p:txBody>
        </p:sp>
        <p:sp>
          <p:nvSpPr>
            <p:cNvPr id="28" name="Rectangle: Single Corner Rounded 27">
              <a:extLst>
                <a:ext uri="{FF2B5EF4-FFF2-40B4-BE49-F238E27FC236}">
                  <a16:creationId xmlns:a16="http://schemas.microsoft.com/office/drawing/2014/main" id="{87B37750-335B-8FE3-2838-FEF903F2519B}"/>
                </a:ext>
              </a:extLst>
            </p:cNvPr>
            <p:cNvSpPr/>
            <p:nvPr/>
          </p:nvSpPr>
          <p:spPr>
            <a:xfrm>
              <a:off x="2314322" y="4719592"/>
              <a:ext cx="6510896" cy="687823"/>
            </a:xfrm>
            <a:prstGeom prst="round1Rect">
              <a:avLst/>
            </a:prstGeom>
            <a:solidFill>
              <a:srgbClr val="002B4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en-US" kern="0" dirty="0">
                <a:solidFill>
                  <a:srgbClr val="000000"/>
                </a:solidFill>
                <a:latin typeface="Bosch Office Sans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D12813F-7DD4-6953-4EB9-A5F7B9517FBC}"/>
                </a:ext>
              </a:extLst>
            </p:cNvPr>
            <p:cNvCxnSpPr>
              <a:cxnSpLocks/>
            </p:cNvCxnSpPr>
            <p:nvPr/>
          </p:nvCxnSpPr>
          <p:spPr>
            <a:xfrm>
              <a:off x="1895912" y="1724623"/>
              <a:ext cx="0" cy="234851"/>
            </a:xfrm>
            <a:prstGeom prst="straightConnector1">
              <a:avLst/>
            </a:prstGeom>
            <a:ln w="34925">
              <a:solidFill>
                <a:srgbClr val="002B4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2FFB702-1EC3-9398-4047-3A8135A4C496}"/>
                </a:ext>
              </a:extLst>
            </p:cNvPr>
            <p:cNvCxnSpPr/>
            <p:nvPr/>
          </p:nvCxnSpPr>
          <p:spPr>
            <a:xfrm>
              <a:off x="1895912" y="2647297"/>
              <a:ext cx="0" cy="234851"/>
            </a:xfrm>
            <a:prstGeom prst="straightConnector1">
              <a:avLst/>
            </a:prstGeom>
            <a:ln w="34925">
              <a:solidFill>
                <a:srgbClr val="002B4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289363A-C899-9908-5E7A-804749DFFDB5}"/>
                </a:ext>
              </a:extLst>
            </p:cNvPr>
            <p:cNvCxnSpPr/>
            <p:nvPr/>
          </p:nvCxnSpPr>
          <p:spPr>
            <a:xfrm>
              <a:off x="1895912" y="3569971"/>
              <a:ext cx="0" cy="234851"/>
            </a:xfrm>
            <a:prstGeom prst="straightConnector1">
              <a:avLst/>
            </a:prstGeom>
            <a:ln w="34925">
              <a:solidFill>
                <a:srgbClr val="002B4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29D0583-5FE0-537C-533F-C10056751CEF}"/>
                </a:ext>
              </a:extLst>
            </p:cNvPr>
            <p:cNvCxnSpPr/>
            <p:nvPr/>
          </p:nvCxnSpPr>
          <p:spPr>
            <a:xfrm>
              <a:off x="1895912" y="4488693"/>
              <a:ext cx="0" cy="234851"/>
            </a:xfrm>
            <a:prstGeom prst="straightConnector1">
              <a:avLst/>
            </a:prstGeom>
            <a:ln w="34925">
              <a:solidFill>
                <a:srgbClr val="002B4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: Single Corner Rounded 34">
              <a:extLst>
                <a:ext uri="{FF2B5EF4-FFF2-40B4-BE49-F238E27FC236}">
                  <a16:creationId xmlns:a16="http://schemas.microsoft.com/office/drawing/2014/main" id="{F72C9922-97D3-7293-646F-E0EDA51B9EF3}"/>
                </a:ext>
              </a:extLst>
            </p:cNvPr>
            <p:cNvSpPr/>
            <p:nvPr/>
          </p:nvSpPr>
          <p:spPr>
            <a:xfrm rot="10800000">
              <a:off x="1525757" y="1036800"/>
              <a:ext cx="722493" cy="687823"/>
            </a:xfrm>
            <a:prstGeom prst="round1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6" name="Rectangle: Single Corner Rounded 35">
              <a:extLst>
                <a:ext uri="{FF2B5EF4-FFF2-40B4-BE49-F238E27FC236}">
                  <a16:creationId xmlns:a16="http://schemas.microsoft.com/office/drawing/2014/main" id="{F62CD4C9-E17B-49C4-9647-04BBA64C10C8}"/>
                </a:ext>
              </a:extLst>
            </p:cNvPr>
            <p:cNvSpPr/>
            <p:nvPr/>
          </p:nvSpPr>
          <p:spPr>
            <a:xfrm rot="10800000">
              <a:off x="1525757" y="1959474"/>
              <a:ext cx="722493" cy="687823"/>
            </a:xfrm>
            <a:prstGeom prst="round1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7" name="Rectangle: Single Corner Rounded 36">
              <a:extLst>
                <a:ext uri="{FF2B5EF4-FFF2-40B4-BE49-F238E27FC236}">
                  <a16:creationId xmlns:a16="http://schemas.microsoft.com/office/drawing/2014/main" id="{61133CC9-3188-74FB-19B5-654BCBB6949E}"/>
                </a:ext>
              </a:extLst>
            </p:cNvPr>
            <p:cNvSpPr/>
            <p:nvPr/>
          </p:nvSpPr>
          <p:spPr>
            <a:xfrm rot="10800000">
              <a:off x="1525757" y="2882148"/>
              <a:ext cx="722493" cy="687823"/>
            </a:xfrm>
            <a:prstGeom prst="round1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8" name="Rectangle: Single Corner Rounded 37">
              <a:extLst>
                <a:ext uri="{FF2B5EF4-FFF2-40B4-BE49-F238E27FC236}">
                  <a16:creationId xmlns:a16="http://schemas.microsoft.com/office/drawing/2014/main" id="{A7C317E9-83D4-F55C-8A00-5AE5D3EA852A}"/>
                </a:ext>
              </a:extLst>
            </p:cNvPr>
            <p:cNvSpPr/>
            <p:nvPr/>
          </p:nvSpPr>
          <p:spPr>
            <a:xfrm rot="10800000">
              <a:off x="1525757" y="3804822"/>
              <a:ext cx="722493" cy="687823"/>
            </a:xfrm>
            <a:prstGeom prst="round1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9" name="Rectangle: Single Corner Rounded 38">
              <a:extLst>
                <a:ext uri="{FF2B5EF4-FFF2-40B4-BE49-F238E27FC236}">
                  <a16:creationId xmlns:a16="http://schemas.microsoft.com/office/drawing/2014/main" id="{22C319A0-59E3-61C6-5A0B-A92C67F75D23}"/>
                </a:ext>
              </a:extLst>
            </p:cNvPr>
            <p:cNvSpPr/>
            <p:nvPr/>
          </p:nvSpPr>
          <p:spPr>
            <a:xfrm rot="10800000">
              <a:off x="1525757" y="4727495"/>
              <a:ext cx="722493" cy="687823"/>
            </a:xfrm>
            <a:prstGeom prst="round1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71E7311-6744-8FF2-7CA1-C22AD263B7A7}"/>
                </a:ext>
              </a:extLst>
            </p:cNvPr>
            <p:cNvSpPr txBox="1"/>
            <p:nvPr/>
          </p:nvSpPr>
          <p:spPr>
            <a:xfrm>
              <a:off x="1602297" y="1245496"/>
              <a:ext cx="587230" cy="2595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algn="ctr" defTabSz="914400" eaLnBrk="1" fontAlgn="auto" latinLnBrk="0" hangingPunct="1">
                <a:lnSpc>
                  <a:spcPts val="23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WP1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F306CBA-9D69-85C0-2285-6789FA53BD3F}"/>
                </a:ext>
              </a:extLst>
            </p:cNvPr>
            <p:cNvSpPr txBox="1"/>
            <p:nvPr/>
          </p:nvSpPr>
          <p:spPr>
            <a:xfrm>
              <a:off x="1602297" y="2168171"/>
              <a:ext cx="587230" cy="2595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algn="ctr" defTabSz="914400" eaLnBrk="1" fontAlgn="auto" latinLnBrk="0" hangingPunct="1">
                <a:lnSpc>
                  <a:spcPts val="23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WP2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C94E799-9F05-53F2-1269-AAB4709A5CD8}"/>
                </a:ext>
              </a:extLst>
            </p:cNvPr>
            <p:cNvSpPr txBox="1"/>
            <p:nvPr/>
          </p:nvSpPr>
          <p:spPr>
            <a:xfrm>
              <a:off x="1602297" y="3090844"/>
              <a:ext cx="587230" cy="2595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algn="ctr" defTabSz="914400" eaLnBrk="1" fontAlgn="auto" latinLnBrk="0" hangingPunct="1">
                <a:lnSpc>
                  <a:spcPts val="23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WP3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D67806A-76F1-3BDE-CFC9-CCCE4FA27CFE}"/>
                </a:ext>
              </a:extLst>
            </p:cNvPr>
            <p:cNvSpPr txBox="1"/>
            <p:nvPr/>
          </p:nvSpPr>
          <p:spPr>
            <a:xfrm>
              <a:off x="1602297" y="4013519"/>
              <a:ext cx="587230" cy="2595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algn="ctr" defTabSz="914400" eaLnBrk="1" fontAlgn="auto" latinLnBrk="0" hangingPunct="1">
                <a:lnSpc>
                  <a:spcPts val="23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WP4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E5E391D-EBC5-3742-2166-F2D6AFE8FDF7}"/>
                </a:ext>
              </a:extLst>
            </p:cNvPr>
            <p:cNvSpPr txBox="1"/>
            <p:nvPr/>
          </p:nvSpPr>
          <p:spPr>
            <a:xfrm>
              <a:off x="1602297" y="4936191"/>
              <a:ext cx="587230" cy="2595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algn="ctr" defTabSz="914400" eaLnBrk="1" fontAlgn="auto" latinLnBrk="0" hangingPunct="1">
                <a:lnSpc>
                  <a:spcPts val="23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2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WP5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4A60B6B-D77E-3C78-C4AE-51A14D8F94F7}"/>
                </a:ext>
              </a:extLst>
            </p:cNvPr>
            <p:cNvSpPr txBox="1"/>
            <p:nvPr/>
          </p:nvSpPr>
          <p:spPr>
            <a:xfrm>
              <a:off x="2449584" y="1036800"/>
              <a:ext cx="3548543" cy="2595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defTabSz="914400" eaLnBrk="1" fontAlgn="auto" latinLnBrk="0" hangingPunct="1">
                <a:lnSpc>
                  <a:spcPts val="23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Software Environment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B15E2D0-864C-D5DF-EA4C-0A29EBA8759B}"/>
                </a:ext>
              </a:extLst>
            </p:cNvPr>
            <p:cNvSpPr txBox="1"/>
            <p:nvPr/>
          </p:nvSpPr>
          <p:spPr>
            <a:xfrm>
              <a:off x="2449584" y="1238607"/>
              <a:ext cx="5176009" cy="2595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defTabSz="914400" eaLnBrk="1" fontAlgn="auto" latinLnBrk="0" hangingPunct="1">
                <a:lnSpc>
                  <a:spcPts val="23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(Virtual ctrlX, OPC Server App, OPC Connection Visual Components)</a:t>
              </a:r>
              <a:endPara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712DF47-743E-0DD5-2252-D267320525B2}"/>
                </a:ext>
              </a:extLst>
            </p:cNvPr>
            <p:cNvSpPr txBox="1"/>
            <p:nvPr/>
          </p:nvSpPr>
          <p:spPr>
            <a:xfrm>
              <a:off x="2449584" y="1425600"/>
              <a:ext cx="5176009" cy="2595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defTabSz="914400" eaLnBrk="1" fontAlgn="auto" latinLnBrk="0" hangingPunct="1">
                <a:lnSpc>
                  <a:spcPts val="23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• Development environment</a:t>
              </a:r>
              <a:endParaRPr kumimoji="0" lang="en-US" sz="12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701C074-CB01-70D2-94D4-72E76EC92A61}"/>
                </a:ext>
              </a:extLst>
            </p:cNvPr>
            <p:cNvSpPr txBox="1"/>
            <p:nvPr/>
          </p:nvSpPr>
          <p:spPr>
            <a:xfrm>
              <a:off x="2449584" y="1946605"/>
              <a:ext cx="3548543" cy="2595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defTabSz="914400" eaLnBrk="1" fontAlgn="auto" latinLnBrk="0" hangingPunct="1">
                <a:lnSpc>
                  <a:spcPts val="23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Simulation Objects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114EA8E-55EA-B5E4-D20B-1C1583EFB7C8}"/>
                </a:ext>
              </a:extLst>
            </p:cNvPr>
            <p:cNvSpPr txBox="1"/>
            <p:nvPr/>
          </p:nvSpPr>
          <p:spPr>
            <a:xfrm>
              <a:off x="2449583" y="2215524"/>
              <a:ext cx="6316911" cy="4018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• List of components, list variables and properties, evaluate Python code (internal component mechanism)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06C7B1E-2C49-C061-5B08-8EA7DF7CA714}"/>
                </a:ext>
              </a:extLst>
            </p:cNvPr>
            <p:cNvSpPr txBox="1"/>
            <p:nvPr/>
          </p:nvSpPr>
          <p:spPr>
            <a:xfrm>
              <a:off x="2449584" y="2945292"/>
              <a:ext cx="3548543" cy="2595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defTabSz="914400" eaLnBrk="1" fontAlgn="auto" latinLnBrk="0" hangingPunct="1">
                <a:lnSpc>
                  <a:spcPts val="23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Screening of Product Documentation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DEB155F-EBC8-5028-3D8C-D25BE83E6322}"/>
                </a:ext>
              </a:extLst>
            </p:cNvPr>
            <p:cNvSpPr txBox="1"/>
            <p:nvPr/>
          </p:nvSpPr>
          <p:spPr>
            <a:xfrm>
              <a:off x="2449583" y="3214211"/>
              <a:ext cx="6316911" cy="4018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• I/O signals, sequence of actions, node variance (basics and extensions)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EA501B3-90BA-F741-DCC7-6510A81AFF43}"/>
                </a:ext>
              </a:extLst>
            </p:cNvPr>
            <p:cNvSpPr txBox="1"/>
            <p:nvPr/>
          </p:nvSpPr>
          <p:spPr>
            <a:xfrm>
              <a:off x="2449584" y="3788044"/>
              <a:ext cx="4152383" cy="2595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defTabSz="914400" eaLnBrk="1" fontAlgn="auto" latinLnBrk="0" hangingPunct="1">
                <a:lnSpc>
                  <a:spcPts val="23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Simulation Objects Visual Components Evaluation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96889A9-A968-8EEB-1D13-4C524B579248}"/>
                </a:ext>
              </a:extLst>
            </p:cNvPr>
            <p:cNvSpPr txBox="1"/>
            <p:nvPr/>
          </p:nvSpPr>
          <p:spPr>
            <a:xfrm>
              <a:off x="2449583" y="4056963"/>
              <a:ext cx="6316911" cy="4018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• Comparison of I/O signals and simulation variables, comparison of sequence of actions with simulation mechanism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BADD61D-B4C1-F95E-2C77-686E663B0BE8}"/>
                </a:ext>
              </a:extLst>
            </p:cNvPr>
            <p:cNvSpPr txBox="1"/>
            <p:nvPr/>
          </p:nvSpPr>
          <p:spPr>
            <a:xfrm>
              <a:off x="2449584" y="4752864"/>
              <a:ext cx="3548543" cy="2595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defTabSz="914400" eaLnBrk="1" fontAlgn="auto" latinLnBrk="0" hangingPunct="1">
                <a:lnSpc>
                  <a:spcPts val="23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b="1" dirty="0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Demonstrator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BB8EA5C-2059-293B-98B6-1BF5D6D4DCBF}"/>
                </a:ext>
              </a:extLst>
            </p:cNvPr>
            <p:cNvSpPr txBox="1"/>
            <p:nvPr/>
          </p:nvSpPr>
          <p:spPr>
            <a:xfrm>
              <a:off x="2449583" y="5021783"/>
              <a:ext cx="6316911" cy="4018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solidFill>
                    <a:schemeClr val="bg1"/>
                  </a:solidFill>
                  <a:effectLst/>
                  <a:ea typeface="Calibri" panose="020F0502020204030204" pitchFamily="34" charset="0"/>
                </a:rPr>
                <a:t>• Layout definition (Drive Unit &gt; Lift Transfer Unit &gt; Drive Unit), PLC code, Simulation model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0BD6DD96-15E5-F232-FD81-029D6CCEE071}"/>
              </a:ext>
            </a:extLst>
          </p:cNvPr>
          <p:cNvSpPr txBox="1"/>
          <p:nvPr/>
        </p:nvSpPr>
        <p:spPr>
          <a:xfrm rot="16200000">
            <a:off x="-901083" y="3050749"/>
            <a:ext cx="4370615" cy="342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Bosch Office Sans" pitchFamily="2" charset="0"/>
              </a:rPr>
              <a:t>Working Packages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Bosch Offic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897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B68FAA-C6C7-D3DA-F3FE-B3DC25A662D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B9E5"/>
                </a:solidFill>
                <a:latin typeface="+mj-lt"/>
              </a:rPr>
              <a:t>Development Plan for TS2 Library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AF2B4-FFCF-0D90-820F-7C2AB4CC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2C8DC2D-9821-9083-B447-F197BDF4EDDD}"/>
              </a:ext>
            </a:extLst>
          </p:cNvPr>
          <p:cNvSpPr txBox="1">
            <a:spLocks/>
          </p:cNvSpPr>
          <p:nvPr/>
        </p:nvSpPr>
        <p:spPr>
          <a:xfrm>
            <a:off x="259080" y="982077"/>
            <a:ext cx="9967996" cy="4347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Setting up of virtual environment in ctrlX WORKS, using PLC engineering for process control, OPC UA as the communication protocol and Visual Components for material flow simulation. 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Key steps involve: </a:t>
            </a:r>
            <a:r>
              <a:rPr lang="en-US" i="1" dirty="0"/>
              <a:t>Creating virtual environment in ctrlX WORKS </a:t>
            </a:r>
            <a:r>
              <a:rPr lang="en-US" dirty="0"/>
              <a:t>&gt; </a:t>
            </a:r>
            <a:r>
              <a:rPr lang="en-US" i="1" dirty="0"/>
              <a:t>Installation of ctrlX Automation apps</a:t>
            </a:r>
            <a:r>
              <a:rPr lang="en-US" dirty="0"/>
              <a:t> &gt; </a:t>
            </a:r>
            <a:r>
              <a:rPr lang="en-US" i="1" dirty="0"/>
              <a:t>Configuration of PLC </a:t>
            </a:r>
            <a:r>
              <a:rPr lang="en-US" dirty="0"/>
              <a:t>&gt; </a:t>
            </a:r>
            <a:r>
              <a:rPr lang="en-US" i="1" dirty="0"/>
              <a:t>Writing PLC code </a:t>
            </a:r>
            <a:r>
              <a:rPr lang="en-US" dirty="0"/>
              <a:t>&gt; </a:t>
            </a:r>
            <a:r>
              <a:rPr lang="en-US" i="1" dirty="0"/>
              <a:t>OPC UA server configuration </a:t>
            </a:r>
            <a:r>
              <a:rPr lang="en-US" dirty="0"/>
              <a:t>&gt; </a:t>
            </a:r>
            <a:r>
              <a:rPr lang="en-US" i="1" dirty="0"/>
              <a:t>Variable mapping in Visual Components</a:t>
            </a:r>
            <a:r>
              <a:rPr lang="en-US" dirty="0"/>
              <a:t>.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fr-FR" dirty="0">
                <a:hlinkClick r:id="rId2"/>
              </a:rPr>
              <a:t>Reference: Implementation Simulation </a:t>
            </a:r>
            <a:r>
              <a:rPr lang="fr-FR" dirty="0" err="1">
                <a:hlinkClick r:id="rId2"/>
              </a:rPr>
              <a:t>Demo</a:t>
            </a:r>
            <a:r>
              <a:rPr lang="fr-FR" dirty="0">
                <a:hlinkClick r:id="rId2"/>
              </a:rPr>
              <a:t> </a:t>
            </a:r>
            <a:r>
              <a:rPr lang="fr-FR" dirty="0" err="1">
                <a:hlinkClick r:id="rId2"/>
              </a:rPr>
              <a:t>ctrlX</a:t>
            </a:r>
            <a:endParaRPr lang="fr-FR" dirty="0"/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endParaRPr lang="en-US" dirty="0"/>
          </a:p>
          <a:p>
            <a:pPr marL="339725" indent="-227013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endParaRPr lang="en-US" dirty="0"/>
          </a:p>
          <a:p>
            <a:pPr marL="339725" indent="-227013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endParaRPr lang="en-US" dirty="0"/>
          </a:p>
          <a:p>
            <a:pPr marL="51276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51276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512762" indent="-28575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E045563-4B76-3FA7-A139-5AE4C0ED4757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pPr marL="256032" indent="-256032" algn="l" rtl="0" eaLnBrk="1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 b="1" baseline="0" dirty="0">
                <a:solidFill>
                  <a:srgbClr val="002B49"/>
                </a:solidFill>
                <a:effectLst/>
                <a:latin typeface="Bosch Sans Black" panose="020B0A04020202020204" pitchFamily="34" charset="0"/>
                <a:ea typeface="+mn-ea"/>
                <a:cs typeface="+mn-cs"/>
              </a:rPr>
              <a:t>WP1: Software Environment</a:t>
            </a:r>
            <a:endParaRPr lang="en-US" sz="1600" dirty="0">
              <a:solidFill>
                <a:srgbClr val="002B4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93377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B68FAA-C6C7-D3DA-F3FE-B3DC25A662D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B9E5"/>
                </a:solidFill>
                <a:latin typeface="+mj-lt"/>
              </a:rPr>
              <a:t>Development Plan for TS2 Library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AF2B4-FFCF-0D90-820F-7C2AB4CC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2C8DC2D-9821-9083-B447-F197BDF4EDDD}"/>
              </a:ext>
            </a:extLst>
          </p:cNvPr>
          <p:cNvSpPr txBox="1">
            <a:spLocks/>
          </p:cNvSpPr>
          <p:nvPr/>
        </p:nvSpPr>
        <p:spPr>
          <a:xfrm>
            <a:off x="259080" y="982077"/>
            <a:ext cx="9967996" cy="4347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For each fundamental function plan corresponding layout is modelled in Visual components using TS2 library components.</a:t>
            </a:r>
          </a:p>
          <a:p>
            <a:pPr marL="339725" indent="-227013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endParaRPr lang="en-US" dirty="0"/>
          </a:p>
          <a:p>
            <a:pPr marL="339725" indent="-227013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endParaRPr lang="en-US" dirty="0"/>
          </a:p>
          <a:p>
            <a:pPr marL="51276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51276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512762" indent="-285750" algn="just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E045563-4B76-3FA7-A139-5AE4C0ED4757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pPr marL="256032" indent="-256032" algn="l" rtl="0" eaLnBrk="1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 b="1" baseline="0" dirty="0">
                <a:solidFill>
                  <a:srgbClr val="002B49"/>
                </a:solidFill>
                <a:effectLst/>
                <a:latin typeface="Bosch Sans Black" panose="020B0A04020202020204" pitchFamily="34" charset="0"/>
                <a:ea typeface="+mn-ea"/>
                <a:cs typeface="+mn-cs"/>
              </a:rPr>
              <a:t>WP1: Software Environment</a:t>
            </a:r>
            <a:endParaRPr lang="en-US" sz="1600" dirty="0">
              <a:solidFill>
                <a:srgbClr val="002B49"/>
              </a:solidFill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24EA52-79F9-105A-6777-BF0D81466B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73" r="22226" b="8210"/>
          <a:stretch/>
        </p:blipFill>
        <p:spPr>
          <a:xfrm>
            <a:off x="600500" y="2121765"/>
            <a:ext cx="2648727" cy="2065841"/>
          </a:xfrm>
          <a:prstGeom prst="rect">
            <a:avLst/>
          </a:prstGeom>
          <a:ln>
            <a:solidFill>
              <a:srgbClr val="002B49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86656B-7AAE-1E04-B023-7C7FBAB933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89" t="11862" r="25617" b="19985"/>
          <a:stretch/>
        </p:blipFill>
        <p:spPr>
          <a:xfrm>
            <a:off x="3433347" y="2121765"/>
            <a:ext cx="3200535" cy="2065841"/>
          </a:xfrm>
          <a:prstGeom prst="rect">
            <a:avLst/>
          </a:prstGeom>
          <a:ln>
            <a:solidFill>
              <a:srgbClr val="002B49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2E54C4-8975-D822-2BB4-ABF5565734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542" t="10500" r="23589" b="15914"/>
          <a:stretch/>
        </p:blipFill>
        <p:spPr>
          <a:xfrm>
            <a:off x="6936894" y="2120056"/>
            <a:ext cx="3290182" cy="2067550"/>
          </a:xfrm>
          <a:prstGeom prst="rect">
            <a:avLst/>
          </a:prstGeom>
          <a:ln>
            <a:solidFill>
              <a:srgbClr val="002B49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ABC701-2600-C4CD-9976-DCDA03D5DA82}"/>
              </a:ext>
            </a:extLst>
          </p:cNvPr>
          <p:cNvSpPr txBox="1"/>
          <p:nvPr/>
        </p:nvSpPr>
        <p:spPr>
          <a:xfrm>
            <a:off x="600500" y="4345814"/>
            <a:ext cx="9724230" cy="2752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Fig. VC simulation models for function plans TFE1, TFE3 &amp; TFE4 respectively</a:t>
            </a:r>
          </a:p>
        </p:txBody>
      </p:sp>
    </p:spTree>
    <p:extLst>
      <p:ext uri="{BB962C8B-B14F-4D97-AF65-F5344CB8AC3E}">
        <p14:creationId xmlns:p14="http://schemas.microsoft.com/office/powerpoint/2010/main" val="741155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B68FAA-C6C7-D3DA-F3FE-B3DC25A662D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B9E5"/>
                </a:solidFill>
                <a:latin typeface="+mj-lt"/>
              </a:rPr>
              <a:t>Development Plan for TS2 Library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AF2B4-FFCF-0D90-820F-7C2AB4CC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2C8DC2D-9821-9083-B447-F197BDF4EDDD}"/>
              </a:ext>
            </a:extLst>
          </p:cNvPr>
          <p:cNvSpPr txBox="1">
            <a:spLocks/>
          </p:cNvSpPr>
          <p:nvPr/>
        </p:nvSpPr>
        <p:spPr>
          <a:xfrm>
            <a:off x="259080" y="982077"/>
            <a:ext cx="9967996" cy="4347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Involves creation of a list of </a:t>
            </a:r>
            <a:r>
              <a:rPr lang="de-DE" dirty="0"/>
              <a:t>TS</a:t>
            </a:r>
            <a:r>
              <a:rPr lang="en-US" dirty="0"/>
              <a:t>2 components specifically used for the creation of the demonstrator models.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Creation of list of variables and properties concerning the virtual commissioning of the component.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Evaluation of the python script for each component to evaluate the internal control mechanism of these selected components.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E045563-4B76-3FA7-A139-5AE4C0ED4757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pPr marL="256032" indent="-256032" algn="l" rtl="0" eaLnBrk="1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 b="1" baseline="0" dirty="0">
                <a:solidFill>
                  <a:srgbClr val="002B49"/>
                </a:solidFill>
                <a:effectLst/>
                <a:latin typeface="Bosch Sans Black" panose="020B0A04020202020204" pitchFamily="34" charset="0"/>
                <a:ea typeface="+mn-ea"/>
                <a:cs typeface="+mn-cs"/>
              </a:rPr>
              <a:t>WP2: Simulation Objects</a:t>
            </a:r>
            <a:br>
              <a:rPr lang="en-US" sz="1800" b="1" baseline="0" dirty="0">
                <a:solidFill>
                  <a:srgbClr val="002B49"/>
                </a:solidFill>
                <a:effectLst/>
                <a:latin typeface="Bosch Sans Black" panose="020B0A04020202020204" pitchFamily="34" charset="0"/>
                <a:ea typeface="+mn-ea"/>
                <a:cs typeface="+mn-cs"/>
              </a:rPr>
            </a:br>
            <a:endParaRPr lang="en-US" sz="1600" dirty="0">
              <a:solidFill>
                <a:srgbClr val="002B4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78643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B68FAA-C6C7-D3DA-F3FE-B3DC25A662D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B9E5"/>
                </a:solidFill>
                <a:latin typeface="+mj-lt"/>
              </a:rPr>
              <a:t>Development Plan for TS2 Library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AF2B4-FFCF-0D90-820F-7C2AB4CC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11</a:t>
            </a:fld>
            <a:endParaRPr lang="en-US" noProof="1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2C8DC2D-9821-9083-B447-F197BDF4EDDD}"/>
              </a:ext>
            </a:extLst>
          </p:cNvPr>
          <p:cNvSpPr txBox="1">
            <a:spLocks/>
          </p:cNvSpPr>
          <p:nvPr/>
        </p:nvSpPr>
        <p:spPr>
          <a:xfrm>
            <a:off x="259080" y="982077"/>
            <a:ext cx="9967996" cy="4347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Involves definition of I/O signals of the components.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Evaluation of sequence/flow of actions.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Evaluation of node variances (basics and extensions)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E045563-4B76-3FA7-A139-5AE4C0ED4757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pPr marL="256032" indent="-256032" algn="l" rtl="0" eaLnBrk="1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 b="1" baseline="0" dirty="0">
                <a:solidFill>
                  <a:srgbClr val="002B49"/>
                </a:solidFill>
                <a:effectLst/>
                <a:latin typeface="Bosch Sans Black" panose="020B0A04020202020204" pitchFamily="34" charset="0"/>
                <a:ea typeface="+mn-ea"/>
                <a:cs typeface="+mn-cs"/>
              </a:rPr>
              <a:t>WP3: Screening of Product Documentation</a:t>
            </a:r>
            <a:br>
              <a:rPr lang="en-US" sz="1800" b="1" baseline="0" dirty="0">
                <a:solidFill>
                  <a:srgbClr val="002B49"/>
                </a:solidFill>
                <a:effectLst/>
                <a:latin typeface="Bosch Sans Black" panose="020B0A04020202020204" pitchFamily="34" charset="0"/>
                <a:ea typeface="+mn-ea"/>
                <a:cs typeface="+mn-cs"/>
              </a:rPr>
            </a:br>
            <a:br>
              <a:rPr lang="en-US" sz="1800" b="1" baseline="0" dirty="0">
                <a:solidFill>
                  <a:srgbClr val="002B49"/>
                </a:solidFill>
                <a:effectLst/>
                <a:latin typeface="Bosch Sans Black" panose="020B0A04020202020204" pitchFamily="34" charset="0"/>
                <a:ea typeface="+mn-ea"/>
                <a:cs typeface="+mn-cs"/>
              </a:rPr>
            </a:br>
            <a:endParaRPr lang="en-US" sz="1600" dirty="0">
              <a:solidFill>
                <a:srgbClr val="002B4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65913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B68FAA-C6C7-D3DA-F3FE-B3DC25A662D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B9E5"/>
                </a:solidFill>
                <a:latin typeface="+mj-lt"/>
              </a:rPr>
              <a:t>Development Plan for TS2 Library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AF2B4-FFCF-0D90-820F-7C2AB4CC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12</a:t>
            </a:fld>
            <a:endParaRPr lang="en-US" noProof="1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2C8DC2D-9821-9083-B447-F197BDF4EDDD}"/>
              </a:ext>
            </a:extLst>
          </p:cNvPr>
          <p:cNvSpPr txBox="1">
            <a:spLocks/>
          </p:cNvSpPr>
          <p:nvPr/>
        </p:nvSpPr>
        <p:spPr>
          <a:xfrm>
            <a:off x="259080" y="982077"/>
            <a:ext cx="9967996" cy="4347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Comparison of I/O signals of TS2 components and simulation objects.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Comparison of sequence of actions with internal control mechanisms of simulation objects.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E045563-4B76-3FA7-A139-5AE4C0ED4757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pPr marL="256032" indent="-256032" algn="l" rtl="0" eaLnBrk="1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 b="1" baseline="0" dirty="0">
                <a:solidFill>
                  <a:srgbClr val="002B49"/>
                </a:solidFill>
                <a:effectLst/>
                <a:latin typeface="Bosch Sans Black" panose="020B0A04020202020204" pitchFamily="34" charset="0"/>
                <a:ea typeface="+mn-ea"/>
                <a:cs typeface="+mn-cs"/>
              </a:rPr>
              <a:t>WP4: Simulation Objects Visual Components Evaluation</a:t>
            </a:r>
            <a:br>
              <a:rPr lang="en-US" sz="1800" b="1" baseline="0" dirty="0">
                <a:solidFill>
                  <a:srgbClr val="002B49"/>
                </a:solidFill>
                <a:effectLst/>
                <a:latin typeface="Bosch Sans Black" panose="020B0A04020202020204" pitchFamily="34" charset="0"/>
                <a:ea typeface="+mn-ea"/>
                <a:cs typeface="+mn-cs"/>
              </a:rPr>
            </a:br>
            <a:endParaRPr lang="en-US" sz="1600" dirty="0">
              <a:solidFill>
                <a:srgbClr val="002B4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78524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B68FAA-C6C7-D3DA-F3FE-B3DC25A662D6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B9E5"/>
                </a:solidFill>
                <a:latin typeface="+mj-lt"/>
              </a:rPr>
              <a:t>Development Plan for TS2 Library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AF2B4-FFCF-0D90-820F-7C2AB4CC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13</a:t>
            </a:fld>
            <a:endParaRPr lang="en-US" noProof="1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2C8DC2D-9821-9083-B447-F197BDF4EDDD}"/>
              </a:ext>
            </a:extLst>
          </p:cNvPr>
          <p:cNvSpPr txBox="1">
            <a:spLocks/>
          </p:cNvSpPr>
          <p:nvPr/>
        </p:nvSpPr>
        <p:spPr>
          <a:xfrm>
            <a:off x="259080" y="982077"/>
            <a:ext cx="9967996" cy="4347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Definition of layout: drive unit -&gt; lift transfer unit (direction: left) -&gt; drive unit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Creation of simulation model (Visual Components)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Implementation of PLC code (ctrlX, function blocks)</a:t>
            </a:r>
          </a:p>
          <a:p>
            <a:pPr marL="339725" indent="-227013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12713" algn="l"/>
              </a:tabLst>
            </a:pPr>
            <a:r>
              <a:rPr lang="en-US" dirty="0"/>
              <a:t>Execution of test run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E045563-4B76-3FA7-A139-5AE4C0ED4757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pPr marL="256032" indent="-256032" algn="l" rtl="0" eaLnBrk="1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sz="1800" b="1" baseline="0" dirty="0">
                <a:solidFill>
                  <a:srgbClr val="002B49"/>
                </a:solidFill>
                <a:effectLst/>
                <a:latin typeface="Bosch Sans Black" panose="020B0A04020202020204" pitchFamily="34" charset="0"/>
                <a:ea typeface="+mn-ea"/>
                <a:cs typeface="+mn-cs"/>
              </a:rPr>
              <a:t>WP5: Demonstrator</a:t>
            </a:r>
            <a:br>
              <a:rPr lang="en-US" sz="1800" b="1" baseline="0" dirty="0">
                <a:solidFill>
                  <a:srgbClr val="002B49"/>
                </a:solidFill>
                <a:effectLst/>
                <a:latin typeface="Bosch Sans Black" panose="020B0A04020202020204" pitchFamily="34" charset="0"/>
                <a:ea typeface="+mn-ea"/>
                <a:cs typeface="+mn-cs"/>
              </a:rPr>
            </a:br>
            <a:endParaRPr lang="en-US" sz="1600" dirty="0">
              <a:solidFill>
                <a:srgbClr val="002B4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98288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rexroth"/>
  <p:tag name="MLTEMPLATEVERSION" val="2.0"/>
  <p:tag name="SAXCONVERSION" val="2"/>
  <p:tag name="MLLANGUAGE" val="deu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MLI" val="1"/>
  <p:tag name="SHAPESETGROUPCLASSNAME" val="ShapeSetGroup1"/>
  <p:tag name="SHAPESETCLASSNAME" val="TitleSupergraphic1"/>
  <p:tag name="COLORSETGROUPCLASSNAME" val="ColorSetGroup1"/>
  <p:tag name="FONTSETGROUPCLASSNAME" val="FontSetGroup1"/>
  <p:tag name="SHAPECLASSNAME" val="LowerTriangle"/>
  <p:tag name="SHAPECLASSPROTECTIONTYPE" val="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MLI" val="1"/>
  <p:tag name="SHAPESETGROUPCLASSNAME" val="ShapeSetGroup1"/>
  <p:tag name="SHAPESETCLASSNAME" val="TitleSupergraphic1"/>
  <p:tag name="COLORSETGROUPCLASSNAME" val="ColorSetGroup1"/>
  <p:tag name="FONTSETGROUPCLASSNAME" val="FontSetGroup1"/>
  <p:tag name="SHAPECLASSNAME" val="UpperTriangle"/>
  <p:tag name="SHAPECLASSPROTECTIONTYPE" val="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Disguised"/>
  <p:tag name="FONTSETCLASSNAME" val="FontSet1"/>
  <p:tag name="COLORS" val="-2;-2;-2;-2;-2;-2"/>
  <p:tag name="COLORSETCLASSNAME" val="ColorSet1"/>
  <p:tag name="MLI" val="1"/>
  <p:tag name="SHAPESETGROUPCLASSNAME" val="ShapeSetGroup1"/>
  <p:tag name="SHAPESETCLASSNAME" val="TitleSlide"/>
  <p:tag name="COLORSETGROUPCLASSNAME" val="ColorSetGroup1"/>
  <p:tag name="FONTSETGROUPCLASSNAME" val="FontSetGroup1"/>
  <p:tag name="SHAPECLASSNAME" val="HiddenSubtitle"/>
  <p:tag name="SHAPECLASSPROTECTIONTYPE" val="0"/>
  <p:tag name="ML_SENDTOBACK" val=" 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MLI" val="1"/>
  <p:tag name="SHAPESETGROUPCLASSNAME" val="ShapeSetGroup1"/>
  <p:tag name="SHAPESETCLASSNAME" val="TitleSupergraphic1"/>
  <p:tag name="COLORSETGROUPCLASSNAME" val="ColorSetGroup1"/>
  <p:tag name="FONTSETGROUPCLASSNAME" val="FontSetGroup1"/>
  <p:tag name="SHAPECLASSNAME" val="LowerTriangle"/>
  <p:tag name="SHAPECLASSPROTECTIONTYPE" val="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MLI" val="1"/>
  <p:tag name="SHAPESETGROUPCLASSNAME" val="ShapeSetGroup1"/>
  <p:tag name="SHAPESETCLASSNAME" val="TitleSupergraphic1"/>
  <p:tag name="COLORSETGROUPCLASSNAME" val="ColorSetGroup1"/>
  <p:tag name="FONTSETGROUPCLASSNAME" val="FontSetGroup1"/>
  <p:tag name="SHAPECLASSNAME" val="UpperTriangle"/>
  <p:tag name="SHAPECLASSPROTECTIONTYPE" val="1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MLI" val="1"/>
  <p:tag name="SHAPESETGROUPCLASSNAME" val="ShapeSetGroup1"/>
  <p:tag name="SHAPESETCLASSNAME" val="TitleSupergraphic1"/>
  <p:tag name="COLORSETGROUPCLASSNAME" val="ColorSetGroup1"/>
  <p:tag name="FONTSETGROUPCLASSNAME" val="FontSetGroup1"/>
  <p:tag name="SHAPECLASSNAME" val="LowerTriangle"/>
  <p:tag name="SHAPECLASSPROTECTIONTYPE" val="1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2;-2"/>
  <p:tag name="COLORSETCLASSNAME" val="ColorSet1"/>
  <p:tag name="MLI" val="1"/>
  <p:tag name="SHAPESETGROUPCLASSNAME" val="ShapeSetGroup1"/>
  <p:tag name="SHAPESETCLASSNAME" val="TitleSupergraphic1"/>
  <p:tag name="COLORSETGROUPCLASSNAME" val="ColorSetGroup1"/>
  <p:tag name="FONTSETGROUPCLASSNAME" val="FontSetGroup1"/>
  <p:tag name="SHAPECLASSNAME" val="UpperTriangle"/>
  <p:tag name="SHAPECLASSPROTECTIONTYPE" val="1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heme/theme1.xml><?xml version="1.0" encoding="utf-8"?>
<a:theme xmlns:a="http://schemas.openxmlformats.org/drawingml/2006/main" name="Rexroth 2023">
  <a:themeElements>
    <a:clrScheme name="Rexroth">
      <a:dk1>
        <a:srgbClr val="000000"/>
      </a:dk1>
      <a:lt1>
        <a:srgbClr val="FFFFFF"/>
      </a:lt1>
      <a:dk2>
        <a:srgbClr val="424C58"/>
      </a:dk2>
      <a:lt2>
        <a:srgbClr val="B2B3B5"/>
      </a:lt2>
      <a:accent1>
        <a:srgbClr val="002B49"/>
      </a:accent1>
      <a:accent2>
        <a:srgbClr val="00C8F7"/>
      </a:accent2>
      <a:accent3>
        <a:srgbClr val="A3BAC8"/>
      </a:accent3>
      <a:accent4>
        <a:srgbClr val="91F0FF"/>
      </a:accent4>
      <a:accent5>
        <a:srgbClr val="506E81"/>
      </a:accent5>
      <a:accent6>
        <a:srgbClr val="ED0007"/>
      </a:accent6>
      <a:hlink>
        <a:srgbClr val="002B49"/>
      </a:hlink>
      <a:folHlink>
        <a:srgbClr val="5A7C91"/>
      </a:folHlink>
    </a:clrScheme>
    <a:fontScheme name="Rexroth">
      <a:majorFont>
        <a:latin typeface="Bosch Sans Black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002B49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defTabSz="914400" eaLnBrk="1" fontAlgn="auto" latinLnBrk="0" hangingPunct="1">
          <a:lnSpc>
            <a:spcPts val="2300"/>
          </a:lnSpc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1.potx" id="{B42E7B7F-9861-432B-9E51-83B02626C983}" vid="{36667A6F-6AB1-4A48-853E-DE3CA4CBC9A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Rexroth">
    <a:dk1>
      <a:srgbClr val="000000"/>
    </a:dk1>
    <a:lt1>
      <a:srgbClr val="FFFFFF"/>
    </a:lt1>
    <a:dk2>
      <a:srgbClr val="424C58"/>
    </a:dk2>
    <a:lt2>
      <a:srgbClr val="B2B3B5"/>
    </a:lt2>
    <a:accent1>
      <a:srgbClr val="002B49"/>
    </a:accent1>
    <a:accent2>
      <a:srgbClr val="00C8F7"/>
    </a:accent2>
    <a:accent3>
      <a:srgbClr val="A3BAC8"/>
    </a:accent3>
    <a:accent4>
      <a:srgbClr val="91F0FF"/>
    </a:accent4>
    <a:accent5>
      <a:srgbClr val="506E81"/>
    </a:accent5>
    <a:accent6>
      <a:srgbClr val="ED0007"/>
    </a:accent6>
    <a:hlink>
      <a:srgbClr val="002B49"/>
    </a:hlink>
    <a:folHlink>
      <a:srgbClr val="5A7C91"/>
    </a:folHlink>
  </a:clrScheme>
</a:themeOverride>
</file>

<file path=ppt/theme/themeOverride2.xml><?xml version="1.0" encoding="utf-8"?>
<a:themeOverride xmlns:a="http://schemas.openxmlformats.org/drawingml/2006/main">
  <a:clrScheme name="Rexroth">
    <a:dk1>
      <a:srgbClr val="000000"/>
    </a:dk1>
    <a:lt1>
      <a:srgbClr val="FFFFFF"/>
    </a:lt1>
    <a:dk2>
      <a:srgbClr val="424C58"/>
    </a:dk2>
    <a:lt2>
      <a:srgbClr val="B2B3B5"/>
    </a:lt2>
    <a:accent1>
      <a:srgbClr val="002B49"/>
    </a:accent1>
    <a:accent2>
      <a:srgbClr val="00C8F7"/>
    </a:accent2>
    <a:accent3>
      <a:srgbClr val="A3BAC8"/>
    </a:accent3>
    <a:accent4>
      <a:srgbClr val="91F0FF"/>
    </a:accent4>
    <a:accent5>
      <a:srgbClr val="506E81"/>
    </a:accent5>
    <a:accent6>
      <a:srgbClr val="ED0007"/>
    </a:accent6>
    <a:hlink>
      <a:srgbClr val="002B49"/>
    </a:hlink>
    <a:folHlink>
      <a:srgbClr val="5A7C91"/>
    </a:folHlink>
  </a:clrScheme>
</a:themeOverride>
</file>

<file path=ppt/theme/themeOverride3.xml><?xml version="1.0" encoding="utf-8"?>
<a:themeOverride xmlns:a="http://schemas.openxmlformats.org/drawingml/2006/main">
  <a:clrScheme name="Rexroth">
    <a:dk1>
      <a:srgbClr val="000000"/>
    </a:dk1>
    <a:lt1>
      <a:srgbClr val="FFFFFF"/>
    </a:lt1>
    <a:dk2>
      <a:srgbClr val="424C58"/>
    </a:dk2>
    <a:lt2>
      <a:srgbClr val="B2B3B5"/>
    </a:lt2>
    <a:accent1>
      <a:srgbClr val="002B49"/>
    </a:accent1>
    <a:accent2>
      <a:srgbClr val="00C8F7"/>
    </a:accent2>
    <a:accent3>
      <a:srgbClr val="A3BAC8"/>
    </a:accent3>
    <a:accent4>
      <a:srgbClr val="91F0FF"/>
    </a:accent4>
    <a:accent5>
      <a:srgbClr val="506E81"/>
    </a:accent5>
    <a:accent6>
      <a:srgbClr val="ED0007"/>
    </a:accent6>
    <a:hlink>
      <a:srgbClr val="002B49"/>
    </a:hlink>
    <a:folHlink>
      <a:srgbClr val="5A7C9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DC-AT/ESP1</OrgInhalt>
      <Wert>DC-AT/ESP1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Footer</Sektion>
      <Reihenfolge/>
    </Variable>
    <Variable>
      <Name>confidentiality</Name>
      <OrgInhalt/>
      <Wert/>
      <Platzhalter>False</Platzhalter>
      <DocDatenDialog>True</DocDatenDialog>
      <Label>Vertraulichkeitsvermerk</Label>
      <FrageVar>False</FrageVar>
      <Prefix/>
      <Suffix/>
      <WegfallVar/>
      <ComboBox>
        <Option>Intern</Option>
        <Option>Vertraulich</Option>
        <Option>Streng vertraulich</Option>
        <Option/>
      </ComboBox>
      <MussFeld>False</MussFeld>
      <InDokument>True</InDokument>
      <Sektion>Footer</Sektion>
      <Reihenfolge>0</Reihenfolge>
    </Variable>
    <Variable>
      <Name>copyright</Name>
      <OrgInhalt>© Bosch Rexroth AG 2023. Alle Rechte vorbehalten, auch bzgl. jeder Verfügung, Verwertung, Reproduktion, Bearbeitung, Weitergabe sowie für den Fall von Schutzrechtsanmeldungen.</OrgInhalt>
      <Wert>© Bosch Rexroth AG 2023.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VariableVor>dateformat</VariableVor>
        <VariableVor>repositoryremark</VariableVor>
        <Zwischen> | </Zwischen>
        <VariableNach>copyright</VariableNach>
      </Trenner>
      <InDokument>True</InDokument>
      <Sektion>Footer</Sektion>
      <Reihenfolge/>
    </Variable>
    <Variable>
      <Name>dateformat</Name>
      <OrgInhalt>06.06.2023</OrgInhalt>
      <Wert>06.06.2023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Footer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Footer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VariableVor>dateformat</VariableVor>
        <Zwischen> | </Zwischen>
        <VariableNach>repositoryremark</VariableNach>
      </Trenner>
      <InDokument>True</InDokument>
      <Sektion>Footer</Sektion>
      <Reihenfolge>0</Reihenfolge>
    </Variable>
  </Variablen>
</saxML>
</file>

<file path=customXml/item2.xml><?xml version="1.0" encoding="utf-8"?>
<sax_Colors>
  <Line size="7">
    <Color val="0066A2"/>
    <Color val="0082AE"/>
    <Color val="2A958D"/>
    <Color val="67A356"/>
  </Line>
  <Line size="7">
    <Color val="EBD417"/>
    <Color val="F36716"/>
  </Line>
</sax_Colors>
</file>

<file path=customXml/itemProps1.xml><?xml version="1.0" encoding="utf-8"?>
<ds:datastoreItem xmlns:ds="http://schemas.openxmlformats.org/officeDocument/2006/customXml" ds:itemID="{F380EBFA-E2FD-45DD-8CA9-AEA47FCF9342}">
  <ds:schemaRefs/>
</ds:datastoreItem>
</file>

<file path=customXml/itemProps2.xml><?xml version="1.0" encoding="utf-8"?>
<ds:datastoreItem xmlns:ds="http://schemas.openxmlformats.org/officeDocument/2006/customXml" ds:itemID="{D0252559-44F8-474C-B66D-E357B88E32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962</Words>
  <Application>Microsoft Office PowerPoint</Application>
  <PresentationFormat>Custom</PresentationFormat>
  <Paragraphs>113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Bosch Office Sans</vt:lpstr>
      <vt:lpstr>Bosch Sans Black</vt:lpstr>
      <vt:lpstr>Calibri</vt:lpstr>
      <vt:lpstr>Wingdings</vt:lpstr>
      <vt:lpstr>Wingdings 3</vt:lpstr>
      <vt:lpstr>Rexroth 2023</vt:lpstr>
      <vt:lpstr>Virtual Commissioning</vt:lpstr>
      <vt:lpstr>PowerPoint Presentation</vt:lpstr>
      <vt:lpstr>TS2 Fundamental Function Plans</vt:lpstr>
      <vt:lpstr>TS2 Fundamental Function Plans</vt:lpstr>
      <vt:lpstr>TS2 Fundamental Function Plans</vt:lpstr>
      <vt:lpstr>TS2 Fundamental Function Plans</vt:lpstr>
      <vt:lpstr>PowerPoint Presentation</vt:lpstr>
      <vt:lpstr>WP1: Software Environment</vt:lpstr>
      <vt:lpstr>WP1: Software Environment</vt:lpstr>
      <vt:lpstr>WP2: Simulation Objects </vt:lpstr>
      <vt:lpstr>WP3: Screening of Product Documentation  </vt:lpstr>
      <vt:lpstr>WP4: Simulation Objects Visual Components Evaluation </vt:lpstr>
      <vt:lpstr>WP5: Demonstrator </vt:lpstr>
    </vt:vector>
  </TitlesOfParts>
  <Company>Robert Bosch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DC-AT/ESP WS Recycling Solution Sets</dc:title>
  <dc:creator>Krieger Sebastian A (DC-AT/ESP1)</dc:creator>
  <cp:lastModifiedBy>Sunil Sooraj (DC-AT/ESP1)</cp:lastModifiedBy>
  <cp:revision>150</cp:revision>
  <dcterms:created xsi:type="dcterms:W3CDTF">2023-06-06T06:21:51Z</dcterms:created>
  <dcterms:modified xsi:type="dcterms:W3CDTF">2025-05-05T15:06:35Z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