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theme/themeOverride1.xml" ContentType="application/vnd.openxmlformats-officedocument.themeOverr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heme/themeOverride2.xml" ContentType="application/vnd.openxmlformats-officedocument.themeOverride+xml"/>
  <Override PartName="/ppt/theme/themeOverride3.xml" ContentType="application/vnd.openxmlformats-officedocument.themeOverr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3"/>
  </p:sldMasterIdLst>
  <p:notesMasterIdLst>
    <p:notesMasterId r:id="rId38"/>
  </p:notesMasterIdLst>
  <p:sldIdLst>
    <p:sldId id="256" r:id="rId4"/>
    <p:sldId id="258" r:id="rId5"/>
    <p:sldId id="261" r:id="rId6"/>
    <p:sldId id="262" r:id="rId7"/>
    <p:sldId id="263" r:id="rId8"/>
    <p:sldId id="264" r:id="rId9"/>
    <p:sldId id="265" r:id="rId10"/>
    <p:sldId id="266" r:id="rId11"/>
    <p:sldId id="268" r:id="rId12"/>
    <p:sldId id="269" r:id="rId13"/>
    <p:sldId id="270" r:id="rId14"/>
    <p:sldId id="271" r:id="rId15"/>
    <p:sldId id="267" r:id="rId16"/>
    <p:sldId id="272" r:id="rId17"/>
    <p:sldId id="273" r:id="rId18"/>
    <p:sldId id="274" r:id="rId19"/>
    <p:sldId id="275" r:id="rId20"/>
    <p:sldId id="276" r:id="rId21"/>
    <p:sldId id="279" r:id="rId22"/>
    <p:sldId id="280" r:id="rId23"/>
    <p:sldId id="281" r:id="rId24"/>
    <p:sldId id="283" r:id="rId25"/>
    <p:sldId id="282" r:id="rId26"/>
    <p:sldId id="284" r:id="rId27"/>
    <p:sldId id="285" r:id="rId28"/>
    <p:sldId id="286" r:id="rId29"/>
    <p:sldId id="287" r:id="rId30"/>
    <p:sldId id="291" r:id="rId31"/>
    <p:sldId id="277" r:id="rId32"/>
    <p:sldId id="260" r:id="rId33"/>
    <p:sldId id="292" r:id="rId34"/>
    <p:sldId id="288" r:id="rId35"/>
    <p:sldId id="289" r:id="rId36"/>
    <p:sldId id="290" r:id="rId37"/>
  </p:sldIdLst>
  <p:sldSz cx="10969625" cy="6170613"/>
  <p:notesSz cx="6858000" cy="9144000"/>
  <p:custDataLst>
    <p:tags r:id="rId39"/>
  </p:custDataLst>
  <p:defaultTextStyle>
    <a:defPPr>
      <a:defRPr lang="de-DE"/>
    </a:defPPr>
    <a:lvl1pPr algn="l" rtl="0" fontAlgn="base">
      <a:spcBef>
        <a:spcPct val="0"/>
      </a:spcBef>
      <a:spcAft>
        <a:spcPct val="0"/>
      </a:spcAft>
      <a:defRPr kern="1200">
        <a:solidFill>
          <a:schemeClr val="tx1"/>
        </a:solidFill>
        <a:latin typeface="Bosch Office Sans" pitchFamily="34" charset="0"/>
        <a:ea typeface="+mn-ea"/>
        <a:cs typeface="+mn-cs"/>
      </a:defRPr>
    </a:lvl1pPr>
    <a:lvl2pPr marL="411137" algn="l" rtl="0" fontAlgn="base">
      <a:spcBef>
        <a:spcPct val="0"/>
      </a:spcBef>
      <a:spcAft>
        <a:spcPct val="0"/>
      </a:spcAft>
      <a:defRPr kern="1200">
        <a:solidFill>
          <a:schemeClr val="tx1"/>
        </a:solidFill>
        <a:latin typeface="Bosch Office Sans" pitchFamily="34" charset="0"/>
        <a:ea typeface="+mn-ea"/>
        <a:cs typeface="+mn-cs"/>
      </a:defRPr>
    </a:lvl2pPr>
    <a:lvl3pPr marL="822275" algn="l" rtl="0" fontAlgn="base">
      <a:spcBef>
        <a:spcPct val="0"/>
      </a:spcBef>
      <a:spcAft>
        <a:spcPct val="0"/>
      </a:spcAft>
      <a:defRPr kern="1200">
        <a:solidFill>
          <a:schemeClr val="tx1"/>
        </a:solidFill>
        <a:latin typeface="Bosch Office Sans" pitchFamily="34" charset="0"/>
        <a:ea typeface="+mn-ea"/>
        <a:cs typeface="+mn-cs"/>
      </a:defRPr>
    </a:lvl3pPr>
    <a:lvl4pPr marL="1233411" algn="l" rtl="0" fontAlgn="base">
      <a:spcBef>
        <a:spcPct val="0"/>
      </a:spcBef>
      <a:spcAft>
        <a:spcPct val="0"/>
      </a:spcAft>
      <a:defRPr kern="1200">
        <a:solidFill>
          <a:schemeClr val="tx1"/>
        </a:solidFill>
        <a:latin typeface="Bosch Office Sans" pitchFamily="34" charset="0"/>
        <a:ea typeface="+mn-ea"/>
        <a:cs typeface="+mn-cs"/>
      </a:defRPr>
    </a:lvl4pPr>
    <a:lvl5pPr marL="1644549" algn="l" rtl="0" fontAlgn="base">
      <a:spcBef>
        <a:spcPct val="0"/>
      </a:spcBef>
      <a:spcAft>
        <a:spcPct val="0"/>
      </a:spcAft>
      <a:defRPr kern="1200">
        <a:solidFill>
          <a:schemeClr val="tx1"/>
        </a:solidFill>
        <a:latin typeface="Bosch Office Sans" pitchFamily="34" charset="0"/>
        <a:ea typeface="+mn-ea"/>
        <a:cs typeface="+mn-cs"/>
      </a:defRPr>
    </a:lvl5pPr>
    <a:lvl6pPr marL="2055686" algn="l" defTabSz="822275" rtl="0" eaLnBrk="1" latinLnBrk="0" hangingPunct="1">
      <a:defRPr kern="1200">
        <a:solidFill>
          <a:schemeClr val="tx1"/>
        </a:solidFill>
        <a:latin typeface="Bosch Office Sans" pitchFamily="34" charset="0"/>
        <a:ea typeface="+mn-ea"/>
        <a:cs typeface="+mn-cs"/>
      </a:defRPr>
    </a:lvl6pPr>
    <a:lvl7pPr marL="2466823" algn="l" defTabSz="822275" rtl="0" eaLnBrk="1" latinLnBrk="0" hangingPunct="1">
      <a:defRPr kern="1200">
        <a:solidFill>
          <a:schemeClr val="tx1"/>
        </a:solidFill>
        <a:latin typeface="Bosch Office Sans" pitchFamily="34" charset="0"/>
        <a:ea typeface="+mn-ea"/>
        <a:cs typeface="+mn-cs"/>
      </a:defRPr>
    </a:lvl7pPr>
    <a:lvl8pPr marL="2877960" algn="l" defTabSz="822275" rtl="0" eaLnBrk="1" latinLnBrk="0" hangingPunct="1">
      <a:defRPr kern="1200">
        <a:solidFill>
          <a:schemeClr val="tx1"/>
        </a:solidFill>
        <a:latin typeface="Bosch Office Sans" pitchFamily="34" charset="0"/>
        <a:ea typeface="+mn-ea"/>
        <a:cs typeface="+mn-cs"/>
      </a:defRPr>
    </a:lvl8pPr>
    <a:lvl9pPr marL="3289097" algn="l" defTabSz="822275" rtl="0" eaLnBrk="1" latinLnBrk="0" hangingPunct="1">
      <a:defRPr kern="1200">
        <a:solidFill>
          <a:schemeClr val="tx1"/>
        </a:solidFill>
        <a:latin typeface="Bosch Office Sans" pitchFamily="34" charset="0"/>
        <a:ea typeface="+mn-ea"/>
        <a:cs typeface="+mn-cs"/>
      </a:defRPr>
    </a:lvl9pPr>
  </p:defaultTextStyle>
  <p:extLst>
    <p:ext uri="{521415D9-36F7-43E2-AB2F-B90AF26B5E84}">
      <p14:sectionLst xmlns:p14="http://schemas.microsoft.com/office/powerpoint/2010/main">
        <p14:section name="Default Section" id="{1BB22AD6-6AD5-4C85-A9A9-69D42166F78F}">
          <p14:sldIdLst>
            <p14:sldId id="256"/>
          </p14:sldIdLst>
        </p14:section>
        <p14:section name="Evaluation TFE Product Catalogue" id="{47B798AE-91A6-4B47-A36A-DA90E2EE1C34}">
          <p14:sldIdLst>
            <p14:sldId id="258"/>
            <p14:sldId id="261"/>
            <p14:sldId id="262"/>
            <p14:sldId id="263"/>
            <p14:sldId id="264"/>
            <p14:sldId id="265"/>
            <p14:sldId id="266"/>
            <p14:sldId id="268"/>
            <p14:sldId id="269"/>
            <p14:sldId id="270"/>
            <p14:sldId id="271"/>
            <p14:sldId id="267"/>
            <p14:sldId id="272"/>
            <p14:sldId id="273"/>
            <p14:sldId id="274"/>
            <p14:sldId id="275"/>
            <p14:sldId id="276"/>
            <p14:sldId id="279"/>
            <p14:sldId id="280"/>
            <p14:sldId id="281"/>
            <p14:sldId id="283"/>
            <p14:sldId id="282"/>
            <p14:sldId id="284"/>
            <p14:sldId id="285"/>
          </p14:sldIdLst>
        </p14:section>
        <p14:section name="Functional Requirements Simulation Objects" id="{08DCE307-6CEF-4B69-8EDB-04706FCF43B1}">
          <p14:sldIdLst>
            <p14:sldId id="286"/>
            <p14:sldId id="287"/>
            <p14:sldId id="291"/>
            <p14:sldId id="277"/>
          </p14:sldIdLst>
        </p14:section>
        <p14:section name="Functional requirements PLC Function Blocks" id="{079BF14C-4A0B-41F9-81D0-3E815DBC03B8}">
          <p14:sldIdLst>
            <p14:sldId id="260"/>
            <p14:sldId id="292"/>
          </p14:sldIdLst>
        </p14:section>
        <p14:section name="Functional Spec sheet" id="{D564FFF2-A622-4A89-AA8D-1DFF5ACFB549}">
          <p14:sldIdLst>
            <p14:sldId id="288"/>
            <p14:sldId id="289"/>
            <p14:sldId id="29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7CE"/>
    <a:srgbClr val="C6EFCE"/>
    <a:srgbClr val="002B4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79" autoAdjust="0"/>
    <p:restoredTop sz="94660"/>
  </p:normalViewPr>
  <p:slideViewPr>
    <p:cSldViewPr snapToGrid="0">
      <p:cViewPr varScale="1">
        <p:scale>
          <a:sx n="118" d="100"/>
          <a:sy n="118" d="100"/>
        </p:scale>
        <p:origin x="68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tags" Target="tags/tag1.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customXml" Target="../customXml/item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tableStyles" Target="tableStyles.xml"/><Relationship Id="rId8" Type="http://schemas.openxmlformats.org/officeDocument/2006/relationships/slide" Target="slides/slide5.xml"/><Relationship Id="rId3" Type="http://schemas.openxmlformats.org/officeDocument/2006/relationships/slideMaster" Target="slideMasters/slideMaster1.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dirty="0"/>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07911F-CEAF-4F0B-98BD-EFB38C6572AA}" type="datetimeFigureOut">
              <a:rPr lang="de-DE" smtClean="0"/>
              <a:t>10.06.2025</a:t>
            </a:fld>
            <a:endParaRPr lang="de-DE" dirty="0"/>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dirty="0"/>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2D48B2-9EB0-4B37-9B35-FC11E2EA535A}" type="slidenum">
              <a:rPr lang="de-DE" smtClean="0"/>
              <a:t>‹#›</a:t>
            </a:fld>
            <a:endParaRPr lang="de-DE" dirty="0"/>
          </a:p>
        </p:txBody>
      </p:sp>
    </p:spTree>
    <p:extLst>
      <p:ext uri="{BB962C8B-B14F-4D97-AF65-F5344CB8AC3E}">
        <p14:creationId xmlns:p14="http://schemas.microsoft.com/office/powerpoint/2010/main" val="22031539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4.xml"/><Relationship Id="rId7" Type="http://schemas.openxmlformats.org/officeDocument/2006/relationships/image" Target="../media/image4.pn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3.png"/><Relationship Id="rId5" Type="http://schemas.openxmlformats.org/officeDocument/2006/relationships/slideMaster" Target="../slideMasters/slideMaster1.xml"/><Relationship Id="rId4" Type="http://schemas.openxmlformats.org/officeDocument/2006/relationships/tags" Target="../tags/tag5.xml"/></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3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9.xml"/><Relationship Id="rId7" Type="http://schemas.openxmlformats.org/officeDocument/2006/relationships/image" Target="../media/image4.pn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6.png"/><Relationship Id="rId5" Type="http://schemas.openxmlformats.org/officeDocument/2006/relationships/slideMaster" Target="../slideMasters/slideMaster1.xml"/><Relationship Id="rId4" Type="http://schemas.openxmlformats.org/officeDocument/2006/relationships/tags" Target="../tags/tag10.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3.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13.xml"/><Relationship Id="rId7" Type="http://schemas.openxmlformats.org/officeDocument/2006/relationships/image" Target="../media/image4.png"/><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image" Target="../media/image6.png"/><Relationship Id="rId5" Type="http://schemas.openxmlformats.org/officeDocument/2006/relationships/slideMaster" Target="../slideMasters/slideMaster1.xml"/><Relationship Id="rId4" Type="http://schemas.openxmlformats.org/officeDocument/2006/relationships/tags" Target="../tags/tag14.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Title 1 ">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7FD8C3B7-D4C2-49FB-A234-B9EF65EF0E25}"/>
              </a:ext>
            </a:extLst>
          </p:cNvPr>
          <p:cNvSpPr>
            <a:spLocks noGrp="1"/>
          </p:cNvSpPr>
          <p:nvPr userDrawn="1">
            <p:ph type="ctrTitle" hasCustomPrompt="1"/>
          </p:nvPr>
        </p:nvSpPr>
        <p:spPr>
          <a:xfrm>
            <a:off x="360000" y="1440000"/>
            <a:ext cx="10346100" cy="4021000"/>
          </a:xfrm>
          <a:ln w="0">
            <a:noFill/>
          </a:ln>
          <a:effectLst/>
        </p:spPr>
        <p:txBody>
          <a:bodyPr lIns="0" tIns="0" rIns="0" bIns="0" anchor="t" anchorCtr="0">
            <a:normAutofit/>
          </a:bodyPr>
          <a:lstStyle>
            <a:lvl1pPr algn="l">
              <a:lnSpc>
                <a:spcPts val="8600"/>
              </a:lnSpc>
              <a:spcBef>
                <a:spcPts val="0"/>
              </a:spcBef>
              <a:defRPr sz="8000" b="1" cap="none" baseline="0">
                <a:solidFill>
                  <a:schemeClr val="accent1"/>
                </a:solidFill>
              </a:defRPr>
            </a:lvl1pPr>
          </a:lstStyle>
          <a:p>
            <a:r>
              <a:rPr lang="en-US" noProof="1"/>
              <a:t>Präs. Titel hinzufügen</a:t>
            </a:r>
          </a:p>
        </p:txBody>
      </p:sp>
      <p:sp>
        <p:nvSpPr>
          <p:cNvPr id="2" name="BackgroundPicture1">
            <a:extLst>
              <a:ext uri="{FF2B5EF4-FFF2-40B4-BE49-F238E27FC236}">
                <a16:creationId xmlns:a16="http://schemas.microsoft.com/office/drawing/2014/main" id="{4C67D05B-02EA-1693-2D4B-CA7DCC429FBA}"/>
              </a:ext>
            </a:extLst>
          </p:cNvPr>
          <p:cNvSpPr/>
          <p:nvPr userDrawn="1"/>
        </p:nvSpPr>
        <p:spPr>
          <a:xfrm>
            <a:off x="0" y="0"/>
            <a:ext cx="10969626" cy="918001"/>
          </a:xfrm>
          <a:custGeom>
            <a:avLst/>
            <a:gdLst/>
            <a:ahLst/>
            <a:cxnLst/>
            <a:rect l="0" t="0" r="0" b="0"/>
            <a:pathLst>
              <a:path w="10969626" h="918001">
                <a:moveTo>
                  <a:pt x="0" y="0"/>
                </a:moveTo>
                <a:lnTo>
                  <a:pt x="10969625" y="0"/>
                </a:lnTo>
                <a:lnTo>
                  <a:pt x="10969625" y="349200"/>
                </a:lnTo>
                <a:lnTo>
                  <a:pt x="0" y="91800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close/>
              </a:path>
            </a:pathLst>
          </a:custGeom>
          <a:solidFill>
            <a:schemeClr val="accent2"/>
          </a:solidFill>
          <a:ln w="9525" cap="flat" cmpd="sng" algn="ctr">
            <a:no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tabLst/>
            </a:pPr>
            <a:endParaRPr kumimoji="0" lang="en-US" sz="1800" b="0" i="0" u="none" strike="noStrike" kern="0" cap="none" spc="0" normalizeH="0" baseline="0" noProof="0" dirty="0">
              <a:ln>
                <a:noFill/>
              </a:ln>
              <a:solidFill>
                <a:srgbClr val="000000"/>
              </a:solidFill>
              <a:effectLst/>
              <a:uLnTx/>
              <a:uFillTx/>
              <a:latin typeface="Bosch Office Sans"/>
              <a:ea typeface="+mn-ea"/>
              <a:cs typeface="+mn-cs"/>
            </a:endParaRPr>
          </a:p>
        </p:txBody>
      </p:sp>
      <p:sp>
        <p:nvSpPr>
          <p:cNvPr id="3" name="BackgroundPicture2">
            <a:extLst>
              <a:ext uri="{FF2B5EF4-FFF2-40B4-BE49-F238E27FC236}">
                <a16:creationId xmlns:a16="http://schemas.microsoft.com/office/drawing/2014/main" id="{984B3BDF-3DD4-0AD5-2FB3-85808C585D9C}"/>
              </a:ext>
            </a:extLst>
          </p:cNvPr>
          <p:cNvSpPr/>
          <p:nvPr userDrawn="1"/>
        </p:nvSpPr>
        <p:spPr>
          <a:xfrm rot="10800000">
            <a:off x="0" y="5252612"/>
            <a:ext cx="10969626" cy="918001"/>
          </a:xfrm>
          <a:custGeom>
            <a:avLst/>
            <a:gdLst/>
            <a:ahLst/>
            <a:cxnLst/>
            <a:rect l="0" t="0" r="0" b="0"/>
            <a:pathLst>
              <a:path w="10969626" h="918001">
                <a:moveTo>
                  <a:pt x="0" y="0"/>
                </a:moveTo>
                <a:lnTo>
                  <a:pt x="10969625" y="0"/>
                </a:lnTo>
                <a:lnTo>
                  <a:pt x="10969625" y="349200"/>
                </a:lnTo>
                <a:lnTo>
                  <a:pt x="0" y="91800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close/>
              </a:path>
            </a:pathLst>
          </a:custGeom>
          <a:solidFill>
            <a:schemeClr val="accent1"/>
          </a:solidFill>
          <a:ln w="9525" cap="flat" cmpd="sng" algn="ctr">
            <a:no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tabLst/>
            </a:pPr>
            <a:endParaRPr kumimoji="0" lang="en-US" sz="1800" b="0" i="0" u="none" strike="noStrike" kern="0" cap="none" spc="0" normalizeH="0" baseline="0" noProof="0" dirty="0">
              <a:ln>
                <a:noFill/>
              </a:ln>
              <a:solidFill>
                <a:srgbClr val="000000"/>
              </a:solidFill>
              <a:effectLst/>
              <a:uLnTx/>
              <a:uFillTx/>
              <a:latin typeface="Bosch Office Sans"/>
              <a:ea typeface="+mn-ea"/>
              <a:cs typeface="+mn-cs"/>
            </a:endParaRPr>
          </a:p>
        </p:txBody>
      </p:sp>
      <p:pic>
        <p:nvPicPr>
          <p:cNvPr id="6" name="Logo">
            <a:extLst>
              <a:ext uri="{FF2B5EF4-FFF2-40B4-BE49-F238E27FC236}">
                <a16:creationId xmlns:a16="http://schemas.microsoft.com/office/drawing/2014/main" id="{4CC023B5-22C1-14E9-33D3-94BB9F11118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7917" b="40255"/>
          <a:stretch/>
        </p:blipFill>
        <p:spPr>
          <a:xfrm>
            <a:off x="9703435" y="5581387"/>
            <a:ext cx="1104740" cy="438441"/>
          </a:xfrm>
          <a:prstGeom prst="rect">
            <a:avLst/>
          </a:prstGeom>
        </p:spPr>
      </p:pic>
      <p:sp>
        <p:nvSpPr>
          <p:cNvPr id="4" name="Slide Number Placeholder 3">
            <a:extLst>
              <a:ext uri="{FF2B5EF4-FFF2-40B4-BE49-F238E27FC236}">
                <a16:creationId xmlns:a16="http://schemas.microsoft.com/office/drawing/2014/main" id="{B47C06A1-B4B3-3ED8-6674-D4EC3FE9EE4A}"/>
              </a:ext>
            </a:extLst>
          </p:cNvPr>
          <p:cNvSpPr>
            <a:spLocks noGrp="1"/>
          </p:cNvSpPr>
          <p:nvPr>
            <p:ph type="sldNum" sz="quarter" idx="12"/>
          </p:nvPr>
        </p:nvSpPr>
        <p:spPr/>
        <p:txBody>
          <a:bodyPr/>
          <a:lstStyle/>
          <a:p>
            <a:fld id="{4898AEC0-503E-4FA4-859C-D0F72D6E3F79}" type="slidenum">
              <a:rPr lang="en-US" noProof="1" smtClean="0"/>
              <a:pPr/>
              <a:t>‹#›</a:t>
            </a:fld>
            <a:endParaRPr lang="en-US" noProof="1"/>
          </a:p>
        </p:txBody>
      </p:sp>
    </p:spTree>
    <p:extLst>
      <p:ext uri="{BB962C8B-B14F-4D97-AF65-F5344CB8AC3E}">
        <p14:creationId xmlns:p14="http://schemas.microsoft.com/office/powerpoint/2010/main" val="122300868"/>
      </p:ext>
    </p:extLst>
  </p:cSld>
  <p:clrMapOvr>
    <a:masterClrMapping/>
  </p:clrMapOvr>
  <p:extLst>
    <p:ext uri="{DCECCB84-F9BA-43D5-87BE-67443E8EF086}">
      <p15:sldGuideLst xmlns:p15="http://schemas.microsoft.com/office/powerpoint/2012/main">
        <p15:guide id="18" orient="horz" pos="905" userDrawn="1">
          <p15:clr>
            <a:srgbClr val="FBAE40"/>
          </p15:clr>
        </p15:guide>
        <p15:guide id="23" orient="horz" pos="3440" userDrawn="1">
          <p15:clr>
            <a:srgbClr val="FBAE40"/>
          </p15:clr>
        </p15:guide>
        <p15:guide id="24" pos="224" userDrawn="1">
          <p15:clr>
            <a:srgbClr val="FBAE40"/>
          </p15:clr>
        </p15:guide>
        <p15:guide id="25" pos="674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Only" preserve="1">
  <p:cSld name="Title 2 ">
    <p:spTree>
      <p:nvGrpSpPr>
        <p:cNvPr id="1" name=""/>
        <p:cNvGrpSpPr/>
        <p:nvPr/>
      </p:nvGrpSpPr>
      <p:grpSpPr>
        <a:xfrm>
          <a:off x="0" y="0"/>
          <a:ext cx="0" cy="0"/>
          <a:chOff x="0" y="0"/>
          <a:chExt cx="0" cy="0"/>
        </a:xfrm>
      </p:grpSpPr>
      <p:sp>
        <p:nvSpPr>
          <p:cNvPr id="6" name="Freihandform: Form 5">
            <a:extLst>
              <a:ext uri="{FF2B5EF4-FFF2-40B4-BE49-F238E27FC236}">
                <a16:creationId xmlns:a16="http://schemas.microsoft.com/office/drawing/2014/main" id="{6F21F40C-BA51-788F-EAA1-C877C872B50A}"/>
              </a:ext>
            </a:extLst>
          </p:cNvPr>
          <p:cNvSpPr/>
          <p:nvPr userDrawn="1"/>
        </p:nvSpPr>
        <p:spPr>
          <a:xfrm>
            <a:off x="1" y="349201"/>
            <a:ext cx="10969625" cy="5482801"/>
          </a:xfrm>
          <a:custGeom>
            <a:avLst/>
            <a:gdLst>
              <a:gd name="connsiteX0" fmla="*/ 10969625 w 10969625"/>
              <a:gd name="connsiteY0" fmla="*/ 0 h 5482801"/>
              <a:gd name="connsiteX1" fmla="*/ 10969625 w 10969625"/>
              <a:gd name="connsiteY1" fmla="*/ 4903413 h 5482801"/>
              <a:gd name="connsiteX2" fmla="*/ 1 w 10969625"/>
              <a:gd name="connsiteY2" fmla="*/ 5472213 h 5482801"/>
              <a:gd name="connsiteX3" fmla="*/ 1 w 10969625"/>
              <a:gd name="connsiteY3" fmla="*/ 5482801 h 5482801"/>
              <a:gd name="connsiteX4" fmla="*/ 0 w 10969625"/>
              <a:gd name="connsiteY4" fmla="*/ 5482801 h 5482801"/>
              <a:gd name="connsiteX5" fmla="*/ 0 w 10969625"/>
              <a:gd name="connsiteY5" fmla="*/ 568800 h 5482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969625" h="5482801">
                <a:moveTo>
                  <a:pt x="10969625" y="0"/>
                </a:moveTo>
                <a:lnTo>
                  <a:pt x="10969625" y="4903413"/>
                </a:lnTo>
                <a:lnTo>
                  <a:pt x="1" y="5472213"/>
                </a:lnTo>
                <a:lnTo>
                  <a:pt x="1" y="5482801"/>
                </a:lnTo>
                <a:lnTo>
                  <a:pt x="0" y="5482801"/>
                </a:lnTo>
                <a:lnTo>
                  <a:pt x="0" y="568800"/>
                </a:lnTo>
                <a:close/>
              </a:path>
            </a:pathLst>
          </a:custGeom>
          <a:solidFill>
            <a:schemeClr val="accent2"/>
          </a:solidFill>
          <a:ln w="9525" cap="flat" cmpd="sng" algn="ctr">
            <a:noFill/>
            <a:prstDash val="solid"/>
          </a:ln>
          <a:effectLst/>
        </p:spPr>
        <p:txBody>
          <a:bodyPr wrap="square" rtlCol="0" anchor="ctr">
            <a:noAutofit/>
          </a:bodyPr>
          <a:lstStyle/>
          <a:p>
            <a:pPr marL="0" marR="0" indent="0" algn="ctr" defTabSz="914400" eaLnBrk="1" fontAlgn="auto" latinLnBrk="0" hangingPunct="1">
              <a:lnSpc>
                <a:spcPct val="100000"/>
              </a:lnSpc>
              <a:spcBef>
                <a:spcPts val="0"/>
              </a:spcBef>
              <a:spcAft>
                <a:spcPts val="0"/>
              </a:spcAft>
              <a:buClrTx/>
              <a:buSzTx/>
              <a:buFontTx/>
              <a:buNone/>
              <a:tabLst/>
            </a:pPr>
            <a:endParaRPr kumimoji="0" lang="en-US" sz="1800" b="0" i="0" u="none" strike="noStrike" kern="0" cap="none" spc="0" normalizeH="0" baseline="0" noProof="0" dirty="0">
              <a:ln>
                <a:noFill/>
              </a:ln>
              <a:solidFill>
                <a:srgbClr val="000000"/>
              </a:solidFill>
              <a:effectLst/>
              <a:uLnTx/>
              <a:uFillTx/>
              <a:latin typeface="Bosch Office Sans"/>
              <a:ea typeface="+mn-ea"/>
              <a:cs typeface="+mn-cs"/>
            </a:endParaRPr>
          </a:p>
        </p:txBody>
      </p:sp>
      <p:sp>
        <p:nvSpPr>
          <p:cNvPr id="8" name="Title 1">
            <a:extLst>
              <a:ext uri="{FF2B5EF4-FFF2-40B4-BE49-F238E27FC236}">
                <a16:creationId xmlns:a16="http://schemas.microsoft.com/office/drawing/2014/main" id="{7FD8C3B7-D4C2-49FB-A234-B9EF65EF0E25}"/>
              </a:ext>
            </a:extLst>
          </p:cNvPr>
          <p:cNvSpPr>
            <a:spLocks noGrp="1"/>
          </p:cNvSpPr>
          <p:nvPr userDrawn="1">
            <p:ph type="ctrTitle" hasCustomPrompt="1"/>
          </p:nvPr>
        </p:nvSpPr>
        <p:spPr>
          <a:xfrm>
            <a:off x="360000" y="1440000"/>
            <a:ext cx="10346100" cy="4021000"/>
          </a:xfrm>
          <a:ln w="0">
            <a:noFill/>
          </a:ln>
          <a:effectLst/>
        </p:spPr>
        <p:txBody>
          <a:bodyPr lIns="0" tIns="0" rIns="0" bIns="0" anchor="t" anchorCtr="0">
            <a:normAutofit/>
          </a:bodyPr>
          <a:lstStyle>
            <a:lvl1pPr algn="l">
              <a:lnSpc>
                <a:spcPts val="8600"/>
              </a:lnSpc>
              <a:spcBef>
                <a:spcPts val="0"/>
              </a:spcBef>
              <a:defRPr sz="8000" b="1" cap="none" baseline="0">
                <a:solidFill>
                  <a:schemeClr val="accent1"/>
                </a:solidFill>
              </a:defRPr>
            </a:lvl1pPr>
          </a:lstStyle>
          <a:p>
            <a:r>
              <a:rPr lang="en-US" noProof="1"/>
              <a:t>Präs. Titel hinzufügen</a:t>
            </a:r>
          </a:p>
        </p:txBody>
      </p:sp>
      <p:pic>
        <p:nvPicPr>
          <p:cNvPr id="5" name="Logo">
            <a:extLst>
              <a:ext uri="{FF2B5EF4-FFF2-40B4-BE49-F238E27FC236}">
                <a16:creationId xmlns:a16="http://schemas.microsoft.com/office/drawing/2014/main" id="{36E187B1-0E63-E4C5-B68A-E4C50B0C8E1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702038" y="5592014"/>
            <a:ext cx="1009142" cy="405130"/>
          </a:xfrm>
          <a:prstGeom prst="rect">
            <a:avLst/>
          </a:prstGeom>
        </p:spPr>
      </p:pic>
      <p:sp>
        <p:nvSpPr>
          <p:cNvPr id="2" name="Slide Number Placeholder 1">
            <a:extLst>
              <a:ext uri="{FF2B5EF4-FFF2-40B4-BE49-F238E27FC236}">
                <a16:creationId xmlns:a16="http://schemas.microsoft.com/office/drawing/2014/main" id="{859AD324-3F15-1D01-F90C-2B6497AD8B14}"/>
              </a:ext>
            </a:extLst>
          </p:cNvPr>
          <p:cNvSpPr>
            <a:spLocks noGrp="1"/>
          </p:cNvSpPr>
          <p:nvPr>
            <p:ph type="sldNum" sz="quarter" idx="12"/>
          </p:nvPr>
        </p:nvSpPr>
        <p:spPr/>
        <p:txBody>
          <a:bodyPr/>
          <a:lstStyle/>
          <a:p>
            <a:fld id="{4898AEC0-503E-4FA4-859C-D0F72D6E3F79}" type="slidenum">
              <a:rPr lang="en-US" noProof="1" smtClean="0"/>
              <a:pPr/>
              <a:t>‹#›</a:t>
            </a:fld>
            <a:endParaRPr lang="en-US" noProof="1"/>
          </a:p>
        </p:txBody>
      </p:sp>
    </p:spTree>
    <p:extLst>
      <p:ext uri="{BB962C8B-B14F-4D97-AF65-F5344CB8AC3E}">
        <p14:creationId xmlns:p14="http://schemas.microsoft.com/office/powerpoint/2010/main" val="1621930316"/>
      </p:ext>
    </p:extLst>
  </p:cSld>
  <p:clrMapOvr>
    <a:masterClrMapping/>
  </p:clrMapOvr>
  <p:extLst>
    <p:ext uri="{DCECCB84-F9BA-43D5-87BE-67443E8EF086}">
      <p15:sldGuideLst xmlns:p15="http://schemas.microsoft.com/office/powerpoint/2012/main">
        <p15:guide id="18" orient="horz" pos="905" userDrawn="1">
          <p15:clr>
            <a:srgbClr val="FBAE40"/>
          </p15:clr>
        </p15:guide>
        <p15:guide id="23" orient="horz" pos="3440" userDrawn="1">
          <p15:clr>
            <a:srgbClr val="FBAE40"/>
          </p15:clr>
        </p15:guide>
        <p15:guide id="24" pos="224" userDrawn="1">
          <p15:clr>
            <a:srgbClr val="FBAE40"/>
          </p15:clr>
        </p15:guide>
        <p15:guide id="25" pos="674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image ">
    <p:bg>
      <p:bgPr>
        <a:solidFill>
          <a:schemeClr val="bg1"/>
        </a:solidFill>
        <a:effectLst/>
      </p:bgPr>
    </p:bg>
    <p:spTree>
      <p:nvGrpSpPr>
        <p:cNvPr id="1" name=""/>
        <p:cNvGrpSpPr/>
        <p:nvPr/>
      </p:nvGrpSpPr>
      <p:grpSpPr>
        <a:xfrm>
          <a:off x="0" y="0"/>
          <a:ext cx="0" cy="0"/>
          <a:chOff x="0" y="0"/>
          <a:chExt cx="0" cy="0"/>
        </a:xfrm>
      </p:grpSpPr>
      <p:pic>
        <p:nvPicPr>
          <p:cNvPr id="2" name="Logo">
            <a:extLst>
              <a:ext uri="{FF2B5EF4-FFF2-40B4-BE49-F238E27FC236}">
                <a16:creationId xmlns:a16="http://schemas.microsoft.com/office/drawing/2014/main" id="{88040321-5159-B1E3-A5D4-F3AB2088801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702038" y="5592014"/>
            <a:ext cx="1009142" cy="405130"/>
          </a:xfrm>
          <a:prstGeom prst="rect">
            <a:avLst/>
          </a:prstGeom>
        </p:spPr>
      </p:pic>
      <p:sp>
        <p:nvSpPr>
          <p:cNvPr id="5" name="Bildplatzhalter 4">
            <a:extLst>
              <a:ext uri="{FF2B5EF4-FFF2-40B4-BE49-F238E27FC236}">
                <a16:creationId xmlns:a16="http://schemas.microsoft.com/office/drawing/2014/main" id="{C07D8637-53DC-E110-5837-5249EC2B8527}"/>
              </a:ext>
            </a:extLst>
          </p:cNvPr>
          <p:cNvSpPr>
            <a:spLocks noGrp="1"/>
          </p:cNvSpPr>
          <p:nvPr>
            <p:ph type="pic" sz="quarter" idx="2" hasCustomPrompt="1"/>
          </p:nvPr>
        </p:nvSpPr>
        <p:spPr>
          <a:xfrm>
            <a:off x="-1" y="349201"/>
            <a:ext cx="10969626" cy="5821413"/>
          </a:xfrm>
          <a:custGeom>
            <a:avLst/>
            <a:gdLst>
              <a:gd name="connsiteX0" fmla="*/ 1 w 10969626"/>
              <a:gd name="connsiteY0" fmla="*/ 5821200 h 5821413"/>
              <a:gd name="connsiteX1" fmla="*/ 2 w 10969626"/>
              <a:gd name="connsiteY1" fmla="*/ 5821200 h 5821413"/>
              <a:gd name="connsiteX2" fmla="*/ 2 w 10969626"/>
              <a:gd name="connsiteY2" fmla="*/ 5821412 h 5821413"/>
              <a:gd name="connsiteX3" fmla="*/ 10969626 w 10969626"/>
              <a:gd name="connsiteY3" fmla="*/ 5821412 h 5821413"/>
              <a:gd name="connsiteX4" fmla="*/ 10969626 w 10969626"/>
              <a:gd name="connsiteY4" fmla="*/ 5821413 h 5821413"/>
              <a:gd name="connsiteX5" fmla="*/ 1 w 10969626"/>
              <a:gd name="connsiteY5" fmla="*/ 5821413 h 5821413"/>
              <a:gd name="connsiteX6" fmla="*/ 10969625 w 10969626"/>
              <a:gd name="connsiteY6" fmla="*/ 0 h 5821413"/>
              <a:gd name="connsiteX7" fmla="*/ 10969625 w 10969626"/>
              <a:gd name="connsiteY7" fmla="*/ 4903412 h 5821413"/>
              <a:gd name="connsiteX8" fmla="*/ 2 w 10969626"/>
              <a:gd name="connsiteY8" fmla="*/ 5472212 h 5821413"/>
              <a:gd name="connsiteX9" fmla="*/ 2 w 10969626"/>
              <a:gd name="connsiteY9" fmla="*/ 5472213 h 5821413"/>
              <a:gd name="connsiteX10" fmla="*/ 1 w 10969626"/>
              <a:gd name="connsiteY10" fmla="*/ 5472213 h 5821413"/>
              <a:gd name="connsiteX11" fmla="*/ 1 w 10969626"/>
              <a:gd name="connsiteY11" fmla="*/ 5821200 h 5821413"/>
              <a:gd name="connsiteX12" fmla="*/ 0 w 10969626"/>
              <a:gd name="connsiteY12" fmla="*/ 5821200 h 5821413"/>
              <a:gd name="connsiteX13" fmla="*/ 0 w 10969626"/>
              <a:gd name="connsiteY13" fmla="*/ 568800 h 5821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969626" h="5821413">
                <a:moveTo>
                  <a:pt x="1" y="5821200"/>
                </a:moveTo>
                <a:lnTo>
                  <a:pt x="2" y="5821200"/>
                </a:lnTo>
                <a:lnTo>
                  <a:pt x="2" y="5821412"/>
                </a:lnTo>
                <a:lnTo>
                  <a:pt x="10969626" y="5821412"/>
                </a:lnTo>
                <a:lnTo>
                  <a:pt x="10969626" y="5821413"/>
                </a:lnTo>
                <a:lnTo>
                  <a:pt x="1" y="5821413"/>
                </a:lnTo>
                <a:close/>
                <a:moveTo>
                  <a:pt x="10969625" y="0"/>
                </a:moveTo>
                <a:lnTo>
                  <a:pt x="10969625" y="4903412"/>
                </a:lnTo>
                <a:lnTo>
                  <a:pt x="2" y="5472212"/>
                </a:lnTo>
                <a:lnTo>
                  <a:pt x="2" y="5472213"/>
                </a:lnTo>
                <a:lnTo>
                  <a:pt x="1" y="5472213"/>
                </a:lnTo>
                <a:lnTo>
                  <a:pt x="1" y="5821200"/>
                </a:lnTo>
                <a:lnTo>
                  <a:pt x="0" y="5821200"/>
                </a:lnTo>
                <a:lnTo>
                  <a:pt x="0" y="568800"/>
                </a:lnTo>
                <a:close/>
              </a:path>
            </a:pathLst>
          </a:custGeom>
          <a:solidFill>
            <a:srgbClr val="FFE6E7"/>
          </a:solidFill>
        </p:spPr>
        <p:txBody>
          <a:bodyPr wrap="square" anchor="ctr">
            <a:noAutofit/>
          </a:bodyPr>
          <a:lstStyle>
            <a:lvl1pPr marL="0" indent="0" algn="ctr">
              <a:lnSpc>
                <a:spcPct val="550000"/>
              </a:lnSpc>
              <a:spcBef>
                <a:spcPts val="0"/>
              </a:spcBef>
              <a:buNone/>
              <a:defRPr sz="1200"/>
            </a:lvl1pPr>
          </a:lstStyle>
          <a:p>
            <a:r>
              <a:rPr lang="en-US" dirty="0"/>
              <a:t>Bild </a:t>
            </a:r>
            <a:r>
              <a:rPr lang="en-US" dirty="0" err="1"/>
              <a:t>hinzufügen</a:t>
            </a:r>
            <a:endParaRPr lang="en-US" dirty="0"/>
          </a:p>
        </p:txBody>
      </p:sp>
      <p:sp>
        <p:nvSpPr>
          <p:cNvPr id="6" name="Subtitle 2">
            <a:extLst>
              <a:ext uri="{FF2B5EF4-FFF2-40B4-BE49-F238E27FC236}">
                <a16:creationId xmlns:a16="http://schemas.microsoft.com/office/drawing/2014/main" id="{0D84C58A-C176-47E5-9BFB-4C39A331C533}"/>
              </a:ext>
            </a:extLst>
          </p:cNvPr>
          <p:cNvSpPr>
            <a:spLocks noGrp="1"/>
          </p:cNvSpPr>
          <p:nvPr userDrawn="1">
            <p:ph type="subTitle" idx="1" hasCustomPrompt="1"/>
          </p:nvPr>
        </p:nvSpPr>
        <p:spPr>
          <a:xfrm>
            <a:off x="0" y="1443656"/>
            <a:ext cx="5159767" cy="1093374"/>
          </a:xfrm>
          <a:solidFill>
            <a:schemeClr val="accent2"/>
          </a:solidFill>
        </p:spPr>
        <p:txBody>
          <a:bodyPr wrap="none" lIns="273600" tIns="208800" rIns="273600" bIns="61200">
            <a:spAutoFit/>
          </a:bodyPr>
          <a:lstStyle>
            <a:lvl1pPr marL="0" indent="0" algn="l">
              <a:lnSpc>
                <a:spcPts val="6400"/>
              </a:lnSpc>
              <a:spcBef>
                <a:spcPts val="0"/>
              </a:spcBef>
              <a:buNone/>
              <a:defRPr sz="6000" b="1">
                <a:solidFill>
                  <a:schemeClr val="accent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1"/>
              <a:t>Bitte Inhalt eingeben</a:t>
            </a:r>
          </a:p>
        </p:txBody>
      </p:sp>
      <p:sp>
        <p:nvSpPr>
          <p:cNvPr id="8" name="Title 1">
            <a:extLst>
              <a:ext uri="{FF2B5EF4-FFF2-40B4-BE49-F238E27FC236}">
                <a16:creationId xmlns:a16="http://schemas.microsoft.com/office/drawing/2014/main" id="{7FD8C3B7-D4C2-49FB-A234-B9EF65EF0E25}"/>
              </a:ext>
            </a:extLst>
          </p:cNvPr>
          <p:cNvSpPr>
            <a:spLocks noGrp="1"/>
          </p:cNvSpPr>
          <p:nvPr userDrawn="1">
            <p:ph type="ctrTitle" hasCustomPrompt="1"/>
          </p:nvPr>
        </p:nvSpPr>
        <p:spPr>
          <a:xfrm>
            <a:off x="1090800" y="259199"/>
            <a:ext cx="8103650" cy="1093374"/>
          </a:xfrm>
          <a:solidFill>
            <a:schemeClr val="accent2"/>
          </a:solidFill>
          <a:ln w="0">
            <a:noFill/>
          </a:ln>
          <a:effectLst/>
        </p:spPr>
        <p:txBody>
          <a:bodyPr wrap="none" lIns="273600" tIns="208800" rIns="273600" bIns="61200" anchor="t" anchorCtr="0">
            <a:spAutoFit/>
          </a:bodyPr>
          <a:lstStyle>
            <a:lvl1pPr algn="l">
              <a:lnSpc>
                <a:spcPts val="6400"/>
              </a:lnSpc>
              <a:defRPr sz="6000" b="1" i="0" cap="none" baseline="0">
                <a:solidFill>
                  <a:schemeClr val="accent1"/>
                </a:solidFill>
                <a:latin typeface="+mj-lt"/>
              </a:defRPr>
            </a:lvl1pPr>
          </a:lstStyle>
          <a:p>
            <a:r>
              <a:rPr lang="en-US" noProof="1"/>
              <a:t>Präs. Titel hinzufügen</a:t>
            </a:r>
          </a:p>
        </p:txBody>
      </p:sp>
      <p:sp>
        <p:nvSpPr>
          <p:cNvPr id="3" name="Slide Number Placeholder 2">
            <a:extLst>
              <a:ext uri="{FF2B5EF4-FFF2-40B4-BE49-F238E27FC236}">
                <a16:creationId xmlns:a16="http://schemas.microsoft.com/office/drawing/2014/main" id="{5A047D35-1E20-C15C-5C39-3A0C457D4316}"/>
              </a:ext>
            </a:extLst>
          </p:cNvPr>
          <p:cNvSpPr>
            <a:spLocks noGrp="1"/>
          </p:cNvSpPr>
          <p:nvPr>
            <p:ph type="sldNum" sz="quarter" idx="12"/>
          </p:nvPr>
        </p:nvSpPr>
        <p:spPr/>
        <p:txBody>
          <a:bodyPr/>
          <a:lstStyle/>
          <a:p>
            <a:fld id="{4898AEC0-503E-4FA4-859C-D0F72D6E3F79}" type="slidenum">
              <a:rPr lang="en-US" noProof="1" smtClean="0"/>
              <a:pPr/>
              <a:t>‹#›</a:t>
            </a:fld>
            <a:endParaRPr lang="en-US" noProof="1"/>
          </a:p>
        </p:txBody>
      </p:sp>
    </p:spTree>
    <p:extLst>
      <p:ext uri="{BB962C8B-B14F-4D97-AF65-F5344CB8AC3E}">
        <p14:creationId xmlns:p14="http://schemas.microsoft.com/office/powerpoint/2010/main" val="3762592895"/>
      </p:ext>
    </p:extLst>
  </p:cSld>
  <p:clrMapOvr>
    <a:masterClrMapping/>
  </p:clrMapOvr>
  <p:extLst>
    <p:ext uri="{DCECCB84-F9BA-43D5-87BE-67443E8EF086}">
      <p15:sldGuideLst xmlns:p15="http://schemas.microsoft.com/office/powerpoint/2012/main">
        <p15:guide id="12" pos="168" userDrawn="1">
          <p15:clr>
            <a:srgbClr val="FBAE40"/>
          </p15:clr>
        </p15:guide>
        <p15:guide id="15" pos="6744" userDrawn="1">
          <p15:clr>
            <a:srgbClr val="FBAE40"/>
          </p15:clr>
        </p15:guide>
        <p15:guide id="18" orient="horz" pos="3436" userDrawn="1">
          <p15:clr>
            <a:srgbClr val="FBAE40"/>
          </p15:clr>
        </p15:guide>
        <p15:guide id="23" orient="horz" pos="854" userDrawn="1">
          <p15:clr>
            <a:srgbClr val="FBAE40"/>
          </p15:clr>
        </p15:guide>
        <p15:guide id="24" orient="horz" pos="1599" userDrawn="1">
          <p15:clr>
            <a:srgbClr val="FBAE40"/>
          </p15:clr>
        </p15:guide>
        <p15:guide id="25" orient="horz" pos="159" userDrawn="1">
          <p15:clr>
            <a:srgbClr val="FBAE40"/>
          </p15:clr>
        </p15:guide>
        <p15:guide id="26" orient="horz" pos="908" userDrawn="1">
          <p15:clr>
            <a:srgbClr val="FBAE40"/>
          </p15:clr>
        </p15:guide>
        <p15:guide id="27"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 content dark ">
    <p:spTree>
      <p:nvGrpSpPr>
        <p:cNvPr id="1" name=""/>
        <p:cNvGrpSpPr/>
        <p:nvPr/>
      </p:nvGrpSpPr>
      <p:grpSpPr>
        <a:xfrm>
          <a:off x="0" y="0"/>
          <a:ext cx="0" cy="0"/>
          <a:chOff x="0" y="0"/>
          <a:chExt cx="0" cy="0"/>
        </a:xfrm>
      </p:grpSpPr>
      <p:sp>
        <p:nvSpPr>
          <p:cNvPr id="2" name="BackgroundPicture2">
            <a:extLst>
              <a:ext uri="{FF2B5EF4-FFF2-40B4-BE49-F238E27FC236}">
                <a16:creationId xmlns:a16="http://schemas.microsoft.com/office/drawing/2014/main" id="{D2B671C2-F892-7D86-47F6-297924D45BA0}"/>
              </a:ext>
            </a:extLst>
          </p:cNvPr>
          <p:cNvSpPr/>
          <p:nvPr userDrawn="1"/>
        </p:nvSpPr>
        <p:spPr>
          <a:xfrm rot="10800000">
            <a:off x="0" y="5252612"/>
            <a:ext cx="10969626" cy="918001"/>
          </a:xfrm>
          <a:custGeom>
            <a:avLst/>
            <a:gdLst/>
            <a:ahLst/>
            <a:cxnLst/>
            <a:rect l="0" t="0" r="0" b="0"/>
            <a:pathLst>
              <a:path w="10969626" h="918001">
                <a:moveTo>
                  <a:pt x="0" y="0"/>
                </a:moveTo>
                <a:lnTo>
                  <a:pt x="10969625" y="0"/>
                </a:lnTo>
                <a:lnTo>
                  <a:pt x="10969625" y="349200"/>
                </a:lnTo>
                <a:lnTo>
                  <a:pt x="0" y="91800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close/>
              </a:path>
            </a:pathLst>
          </a:custGeom>
          <a:solidFill>
            <a:schemeClr val="accent1"/>
          </a:solidFill>
          <a:ln w="9525" cap="flat" cmpd="sng" algn="ctr">
            <a:no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tabLst/>
            </a:pPr>
            <a:endParaRPr kumimoji="0" lang="en-US" sz="1800" b="0" i="0" u="none" strike="noStrike" kern="0" cap="none" spc="0" normalizeH="0" baseline="0" noProof="0" dirty="0">
              <a:ln>
                <a:noFill/>
              </a:ln>
              <a:solidFill>
                <a:srgbClr val="000000"/>
              </a:solidFill>
              <a:effectLst/>
              <a:uLnTx/>
              <a:uFillTx/>
              <a:latin typeface="Bosch Office Sans"/>
              <a:ea typeface="+mn-ea"/>
              <a:cs typeface="+mn-cs"/>
            </a:endParaRPr>
          </a:p>
        </p:txBody>
      </p:sp>
      <p:pic>
        <p:nvPicPr>
          <p:cNvPr id="4" name="Logo">
            <a:extLst>
              <a:ext uri="{FF2B5EF4-FFF2-40B4-BE49-F238E27FC236}">
                <a16:creationId xmlns:a16="http://schemas.microsoft.com/office/drawing/2014/main" id="{E226CA20-F6D6-2E36-A0A8-19247210411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7917" b="40255"/>
          <a:stretch/>
        </p:blipFill>
        <p:spPr>
          <a:xfrm>
            <a:off x="9703435" y="5581387"/>
            <a:ext cx="1104740" cy="438441"/>
          </a:xfrm>
          <a:prstGeom prst="rect">
            <a:avLst/>
          </a:prstGeom>
        </p:spPr>
      </p:pic>
      <p:sp>
        <p:nvSpPr>
          <p:cNvPr id="7" name="Footer">
            <a:extLst>
              <a:ext uri="{FF2B5EF4-FFF2-40B4-BE49-F238E27FC236}">
                <a16:creationId xmlns:a16="http://schemas.microsoft.com/office/drawing/2014/main" id="{C7059B8D-6CE9-AFC3-4791-373D5B9A5384}"/>
              </a:ext>
            </a:extLst>
          </p:cNvPr>
          <p:cNvSpPr txBox="1"/>
          <p:nvPr userDrawn="1"/>
        </p:nvSpPr>
        <p:spPr>
          <a:xfrm>
            <a:off x="593090" y="5935261"/>
            <a:ext cx="8850948" cy="122116"/>
          </a:xfrm>
          <a:prstGeom prst="rect">
            <a:avLst/>
          </a:prstGeom>
          <a:noFill/>
        </p:spPr>
        <p:txBody>
          <a:bodyPr wrap="square" lIns="0" tIns="0" rIns="0" bIns="0" rtlCol="0">
            <a:noAutofit/>
          </a:bodyPr>
          <a:lstStyle/>
          <a:p>
            <a:pPr marL="0" marR="0" lvl="0" indent="0" algn="l" defTabSz="914400" rtl="0" eaLnBrk="1" fontAlgn="auto" latinLnBrk="0" hangingPunct="1">
              <a:lnSpc>
                <a:spcPct val="107000"/>
              </a:lnSpc>
              <a:spcBef>
                <a:spcPts val="0"/>
              </a:spcBef>
              <a:spcAft>
                <a:spcPts val="100"/>
              </a:spcAft>
              <a:buClrTx/>
              <a:buSzTx/>
              <a:buFontTx/>
              <a:buNone/>
              <a:tabLst/>
              <a:defRPr/>
            </a:pPr>
            <a:r>
              <a:rPr lang="en-US" sz="600" kern="0" baseline="0" noProof="1">
                <a:solidFill>
                  <a:srgbClr val="A3BAC8"/>
                </a:solidFill>
                <a:latin typeface="+mn-lt"/>
              </a:rPr>
              <a:t>DC-AT/ESP1 | 06.06.2023 | © Bosch Rexroth AG 2023. Alle Rechte vorbehalten, auch bzgl. jeder Verfügung, Verwertung, Reproduktion, Bearbeitung, Weitergabe sowie für den Fall von Schutzrechtsanmeldungen.</a:t>
            </a:r>
          </a:p>
          <a:p>
            <a:pPr marL="0" marR="0" lvl="0" indent="0" algn="l" defTabSz="914400" rtl="0" eaLnBrk="1" fontAlgn="auto" latinLnBrk="0" hangingPunct="1">
              <a:lnSpc>
                <a:spcPct val="107000"/>
              </a:lnSpc>
              <a:spcBef>
                <a:spcPts val="0"/>
              </a:spcBef>
              <a:spcAft>
                <a:spcPts val="100"/>
              </a:spcAft>
              <a:buClrTx/>
              <a:buSzTx/>
              <a:buFontTx/>
              <a:buNone/>
              <a:tabLst/>
              <a:defRPr/>
            </a:pPr>
            <a:endParaRPr lang="en-US" sz="600" kern="0" baseline="0" noProof="1">
              <a:solidFill>
                <a:schemeClr val="accent1"/>
              </a:solidFill>
              <a:latin typeface="+mn-lt"/>
            </a:endParaRPr>
          </a:p>
          <a:p>
            <a:pPr marR="0" defTabSz="914400" eaLnBrk="1" fontAlgn="auto" latinLnBrk="0" hangingPunct="1">
              <a:lnSpc>
                <a:spcPct val="107000"/>
              </a:lnSpc>
              <a:spcBef>
                <a:spcPts val="0"/>
              </a:spcBef>
              <a:spcAft>
                <a:spcPts val="100"/>
              </a:spcAft>
              <a:buClrTx/>
              <a:buSzTx/>
              <a:buFontTx/>
              <a:buNone/>
              <a:tabLst/>
            </a:pPr>
            <a:endParaRPr kumimoji="0" lang="en-US" sz="600" b="0" i="0" u="none" strike="noStrike" kern="0" cap="none" spc="0" normalizeH="0" baseline="0" noProof="1">
              <a:ln>
                <a:noFill/>
              </a:ln>
              <a:solidFill>
                <a:srgbClr val="000000"/>
              </a:solidFill>
              <a:effectLst/>
              <a:uLnTx/>
              <a:uFillTx/>
              <a:latin typeface="+mn-lt"/>
            </a:endParaRPr>
          </a:p>
        </p:txBody>
      </p:sp>
      <p:sp>
        <p:nvSpPr>
          <p:cNvPr id="3" name="Chapter_titleonly">
            <a:extLst>
              <a:ext uri="{FF2B5EF4-FFF2-40B4-BE49-F238E27FC236}">
                <a16:creationId xmlns:a16="http://schemas.microsoft.com/office/drawing/2014/main" id="{BE09DEEA-7110-245B-5AD2-75A29B3BA8EA}"/>
              </a:ext>
            </a:extLst>
          </p:cNvPr>
          <p:cNvSpPr>
            <a:spLocks noGrp="1"/>
          </p:cNvSpPr>
          <p:nvPr>
            <p:ph type="body" idx="15" hasCustomPrompt="1"/>
          </p:nvPr>
        </p:nvSpPr>
        <p:spPr>
          <a:xfrm>
            <a:off x="259080" y="259200"/>
            <a:ext cx="10452100" cy="388800"/>
          </a:xfrm>
        </p:spPr>
        <p:txBody>
          <a:bodyPr vert="horz" lIns="0" tIns="0" rIns="0" bIns="0" rtlCol="0">
            <a:noAutofit/>
          </a:bodyPr>
          <a:lstStyle>
            <a:lvl1pPr>
              <a:lnSpc>
                <a:spcPct val="89000"/>
              </a:lnSpc>
              <a:buNone/>
              <a:defRPr lang="de-DE" sz="2400" b="1" kern="0" baseline="0">
                <a:solidFill>
                  <a:srgbClr val="00B9E5"/>
                </a:solidFill>
                <a:latin typeface="+mj-lt"/>
                <a:ea typeface="+mn-ea"/>
                <a:cs typeface="+mn-cs"/>
              </a:defRPr>
            </a:lvl1pPr>
          </a:lstStyle>
          <a:p>
            <a:pPr marL="0" lvl="0" indent="0">
              <a:spcBef>
                <a:spcPts val="0"/>
              </a:spcBef>
              <a:buFont typeface="Wingdings 3" panose="05040102010807070707" pitchFamily="18" charset="2"/>
            </a:pPr>
            <a:r>
              <a:rPr lang="en-US" noProof="1"/>
              <a:t>Kapitel­überschrift hinzufügen</a:t>
            </a:r>
          </a:p>
        </p:txBody>
      </p:sp>
      <p:sp>
        <p:nvSpPr>
          <p:cNvPr id="15" name="slide_title">
            <a:extLst>
              <a:ext uri="{FF2B5EF4-FFF2-40B4-BE49-F238E27FC236}">
                <a16:creationId xmlns:a16="http://schemas.microsoft.com/office/drawing/2014/main" id="{C0A6F091-52AD-4C0A-8D32-80EE860A9980}"/>
              </a:ext>
            </a:extLst>
          </p:cNvPr>
          <p:cNvSpPr>
            <a:spLocks noGrp="1"/>
          </p:cNvSpPr>
          <p:nvPr>
            <p:ph type="title" sz="quarter" hasCustomPrompt="1"/>
          </p:nvPr>
        </p:nvSpPr>
        <p:spPr>
          <a:xfrm>
            <a:off x="259080" y="648000"/>
            <a:ext cx="10452100" cy="388800"/>
          </a:xfrm>
        </p:spPr>
        <p:txBody>
          <a:bodyPr/>
          <a:lstStyle>
            <a:lvl1pPr>
              <a:defRPr>
                <a:solidFill>
                  <a:srgbClr val="00B9E5"/>
                </a:solidFill>
              </a:defRPr>
            </a:lvl1pPr>
          </a:lstStyle>
          <a:p>
            <a:r>
              <a:rPr lang="en-US" noProof="1"/>
              <a:t>Folienüberschrift hinzufügen</a:t>
            </a:r>
          </a:p>
        </p:txBody>
      </p:sp>
      <p:sp>
        <p:nvSpPr>
          <p:cNvPr id="5" name="Content Placeholder 1">
            <a:extLst>
              <a:ext uri="{FF2B5EF4-FFF2-40B4-BE49-F238E27FC236}">
                <a16:creationId xmlns:a16="http://schemas.microsoft.com/office/drawing/2014/main" id="{4D46C5CB-CB38-4AD2-99D2-34C738DF30C0}"/>
              </a:ext>
            </a:extLst>
          </p:cNvPr>
          <p:cNvSpPr>
            <a:spLocks noGrp="1"/>
          </p:cNvSpPr>
          <p:nvPr>
            <p:ph sz="quarter" idx="1" hasCustomPrompt="1"/>
          </p:nvPr>
        </p:nvSpPr>
        <p:spPr>
          <a:xfrm>
            <a:off x="259080" y="1295400"/>
            <a:ext cx="10452100" cy="416814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0" name="Rectangle7">
            <a:extLst>
              <a:ext uri="{FF2B5EF4-FFF2-40B4-BE49-F238E27FC236}">
                <a16:creationId xmlns:a16="http://schemas.microsoft.com/office/drawing/2014/main" id="{8883D326-CEAD-4903-8269-B2D194C3C224}"/>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
        <p:nvSpPr>
          <p:cNvPr id="6" name="Slide Number Placeholder 5"/>
          <p:cNvSpPr>
            <a:spLocks noGrp="1"/>
          </p:cNvSpPr>
          <p:nvPr>
            <p:ph type="sldNum" sz="quarter" idx="12"/>
          </p:nvPr>
        </p:nvSpPr>
        <p:spPr>
          <a:xfrm>
            <a:off x="266699" y="5923478"/>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Tree>
    <p:extLst>
      <p:ext uri="{BB962C8B-B14F-4D97-AF65-F5344CB8AC3E}">
        <p14:creationId xmlns:p14="http://schemas.microsoft.com/office/powerpoint/2010/main" val="1284105430"/>
      </p:ext>
    </p:extLst>
  </p:cSld>
  <p:clrMapOvr>
    <a:masterClrMapping/>
  </p:clrMapOvr>
  <p:extLst>
    <p:ext uri="{DCECCB84-F9BA-43D5-87BE-67443E8EF086}">
      <p15:sldGuideLst xmlns:p15="http://schemas.microsoft.com/office/powerpoint/2012/main">
        <p15:guide id="0" pos="163" userDrawn="1">
          <p15:clr>
            <a:srgbClr val="FBAE40"/>
          </p15:clr>
        </p15:guide>
        <p15:guide id="1" pos="6747" userDrawn="1">
          <p15:clr>
            <a:srgbClr val="FBAE40"/>
          </p15:clr>
        </p15:guide>
        <p15:guide id="10" orient="horz" pos="163" userDrawn="1">
          <p15:clr>
            <a:srgbClr val="FBAE40"/>
          </p15:clr>
        </p15:guide>
        <p15:guide id="11" orient="horz" pos="408" userDrawn="1">
          <p15:clr>
            <a:srgbClr val="FBAE40"/>
          </p15:clr>
        </p15:guide>
        <p15:guide id="15" orient="horz" pos="652" userDrawn="1">
          <p15:clr>
            <a:srgbClr val="FBAE40"/>
          </p15:clr>
        </p15:guide>
        <p15:guide id="16" orient="horz" pos="816" userDrawn="1">
          <p15:clr>
            <a:srgbClr val="FBAE40"/>
          </p15:clr>
        </p15:guide>
        <p15:guide id="17" orient="horz" pos="3441"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 content light ">
    <p:spTree>
      <p:nvGrpSpPr>
        <p:cNvPr id="1" name=""/>
        <p:cNvGrpSpPr/>
        <p:nvPr/>
      </p:nvGrpSpPr>
      <p:grpSpPr>
        <a:xfrm>
          <a:off x="0" y="0"/>
          <a:ext cx="0" cy="0"/>
          <a:chOff x="0" y="0"/>
          <a:chExt cx="0" cy="0"/>
        </a:xfrm>
      </p:grpSpPr>
      <p:sp>
        <p:nvSpPr>
          <p:cNvPr id="3" name="Chapter_titleonly">
            <a:extLst>
              <a:ext uri="{FF2B5EF4-FFF2-40B4-BE49-F238E27FC236}">
                <a16:creationId xmlns:a16="http://schemas.microsoft.com/office/drawing/2014/main" id="{BE09DEEA-7110-245B-5AD2-75A29B3BA8EA}"/>
              </a:ext>
            </a:extLst>
          </p:cNvPr>
          <p:cNvSpPr>
            <a:spLocks noGrp="1"/>
          </p:cNvSpPr>
          <p:nvPr>
            <p:ph type="body" idx="15" hasCustomPrompt="1"/>
          </p:nvPr>
        </p:nvSpPr>
        <p:spPr>
          <a:xfrm>
            <a:off x="259080" y="259200"/>
            <a:ext cx="10452100" cy="388800"/>
          </a:xfrm>
        </p:spPr>
        <p:txBody>
          <a:bodyPr vert="horz" lIns="0" tIns="0" rIns="0" bIns="0" rtlCol="0">
            <a:noAutofit/>
          </a:bodyPr>
          <a:lstStyle>
            <a:lvl1pPr>
              <a:lnSpc>
                <a:spcPct val="89000"/>
              </a:lnSpc>
              <a:buNone/>
              <a:defRPr lang="de-DE" sz="2400" b="1" kern="0" baseline="0">
                <a:solidFill>
                  <a:srgbClr val="00B9E5"/>
                </a:solidFill>
                <a:latin typeface="+mj-lt"/>
                <a:ea typeface="+mn-ea"/>
                <a:cs typeface="+mn-cs"/>
              </a:defRPr>
            </a:lvl1pPr>
          </a:lstStyle>
          <a:p>
            <a:pPr marL="0" lvl="0" indent="0">
              <a:spcBef>
                <a:spcPts val="0"/>
              </a:spcBef>
              <a:buFont typeface="Wingdings 3" panose="05040102010807070707" pitchFamily="18" charset="2"/>
            </a:pPr>
            <a:r>
              <a:rPr lang="en-US" noProof="1"/>
              <a:t>Kapitel­überschrift hinzufügen</a:t>
            </a:r>
          </a:p>
        </p:txBody>
      </p:sp>
      <p:sp>
        <p:nvSpPr>
          <p:cNvPr id="15" name="slide_title">
            <a:extLst>
              <a:ext uri="{FF2B5EF4-FFF2-40B4-BE49-F238E27FC236}">
                <a16:creationId xmlns:a16="http://schemas.microsoft.com/office/drawing/2014/main" id="{C0A6F091-52AD-4C0A-8D32-80EE860A9980}"/>
              </a:ext>
            </a:extLst>
          </p:cNvPr>
          <p:cNvSpPr>
            <a:spLocks noGrp="1"/>
          </p:cNvSpPr>
          <p:nvPr>
            <p:ph type="title" sz="quarter" hasCustomPrompt="1"/>
          </p:nvPr>
        </p:nvSpPr>
        <p:spPr>
          <a:xfrm>
            <a:off x="259080" y="648000"/>
            <a:ext cx="10452100" cy="388800"/>
          </a:xfrm>
        </p:spPr>
        <p:txBody>
          <a:bodyPr/>
          <a:lstStyle>
            <a:lvl1pPr>
              <a:defRPr>
                <a:solidFill>
                  <a:srgbClr val="00B9E5"/>
                </a:solidFill>
              </a:defRPr>
            </a:lvl1pPr>
          </a:lstStyle>
          <a:p>
            <a:r>
              <a:rPr lang="en-US" noProof="1"/>
              <a:t>Folienüberschrift hinzufügen</a:t>
            </a:r>
          </a:p>
        </p:txBody>
      </p:sp>
      <p:sp>
        <p:nvSpPr>
          <p:cNvPr id="5" name="Content Placeholder 1">
            <a:extLst>
              <a:ext uri="{FF2B5EF4-FFF2-40B4-BE49-F238E27FC236}">
                <a16:creationId xmlns:a16="http://schemas.microsoft.com/office/drawing/2014/main" id="{4D46C5CB-CB38-4AD2-99D2-34C738DF30C0}"/>
              </a:ext>
            </a:extLst>
          </p:cNvPr>
          <p:cNvSpPr>
            <a:spLocks noGrp="1"/>
          </p:cNvSpPr>
          <p:nvPr>
            <p:ph sz="quarter" idx="1" hasCustomPrompt="1"/>
          </p:nvPr>
        </p:nvSpPr>
        <p:spPr>
          <a:xfrm>
            <a:off x="259080" y="1295400"/>
            <a:ext cx="10452100" cy="416814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6" name="Slide Number Placeholder 5"/>
          <p:cNvSpPr>
            <a:spLocks noGrp="1"/>
          </p:cNvSpPr>
          <p:nvPr>
            <p:ph type="sldNum" sz="quarter" idx="12"/>
          </p:nvPr>
        </p:nvSpPr>
        <p:spPr>
          <a:xfrm>
            <a:off x="266699" y="5923478"/>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
        <p:nvSpPr>
          <p:cNvPr id="10" name="Rectangle7">
            <a:extLst>
              <a:ext uri="{FF2B5EF4-FFF2-40B4-BE49-F238E27FC236}">
                <a16:creationId xmlns:a16="http://schemas.microsoft.com/office/drawing/2014/main" id="{8883D326-CEAD-4903-8269-B2D194C3C224}"/>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Tree>
    <p:extLst>
      <p:ext uri="{BB962C8B-B14F-4D97-AF65-F5344CB8AC3E}">
        <p14:creationId xmlns:p14="http://schemas.microsoft.com/office/powerpoint/2010/main" val="897738281"/>
      </p:ext>
    </p:extLst>
  </p:cSld>
  <p:clrMapOvr>
    <a:masterClrMapping/>
  </p:clrMapOvr>
  <p:extLst>
    <p:ext uri="{DCECCB84-F9BA-43D5-87BE-67443E8EF086}">
      <p15:sldGuideLst xmlns:p15="http://schemas.microsoft.com/office/powerpoint/2012/main">
        <p15:guide id="0" pos="163" userDrawn="1">
          <p15:clr>
            <a:srgbClr val="FBAE40"/>
          </p15:clr>
        </p15:guide>
        <p15:guide id="1" pos="6747" userDrawn="1">
          <p15:clr>
            <a:srgbClr val="FBAE40"/>
          </p15:clr>
        </p15:guide>
        <p15:guide id="10" orient="horz" pos="163" userDrawn="1">
          <p15:clr>
            <a:srgbClr val="FBAE40"/>
          </p15:clr>
        </p15:guide>
        <p15:guide id="11" orient="horz" pos="408" userDrawn="1">
          <p15:clr>
            <a:srgbClr val="FBAE40"/>
          </p15:clr>
        </p15:guide>
        <p15:guide id="15" orient="horz" pos="652" userDrawn="1">
          <p15:clr>
            <a:srgbClr val="FBAE40"/>
          </p15:clr>
        </p15:guide>
        <p15:guide id="16" orient="horz" pos="816" userDrawn="1">
          <p15:clr>
            <a:srgbClr val="FBAE40"/>
          </p15:clr>
        </p15:guide>
        <p15:guide id="17" orient="horz" pos="3441"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2 content dark ">
    <p:spTree>
      <p:nvGrpSpPr>
        <p:cNvPr id="1" name=""/>
        <p:cNvGrpSpPr/>
        <p:nvPr/>
      </p:nvGrpSpPr>
      <p:grpSpPr>
        <a:xfrm>
          <a:off x="0" y="0"/>
          <a:ext cx="0" cy="0"/>
          <a:chOff x="0" y="0"/>
          <a:chExt cx="0" cy="0"/>
        </a:xfrm>
      </p:grpSpPr>
      <p:sp>
        <p:nvSpPr>
          <p:cNvPr id="4" name="BackgroundPicture2">
            <a:extLst>
              <a:ext uri="{FF2B5EF4-FFF2-40B4-BE49-F238E27FC236}">
                <a16:creationId xmlns:a16="http://schemas.microsoft.com/office/drawing/2014/main" id="{1FC57609-6AFA-3304-8F7B-7BCD44E6CEB3}"/>
              </a:ext>
            </a:extLst>
          </p:cNvPr>
          <p:cNvSpPr/>
          <p:nvPr userDrawn="1"/>
        </p:nvSpPr>
        <p:spPr>
          <a:xfrm rot="10800000">
            <a:off x="0" y="5252612"/>
            <a:ext cx="10969626" cy="918001"/>
          </a:xfrm>
          <a:custGeom>
            <a:avLst/>
            <a:gdLst/>
            <a:ahLst/>
            <a:cxnLst/>
            <a:rect l="0" t="0" r="0" b="0"/>
            <a:pathLst>
              <a:path w="10969626" h="918001">
                <a:moveTo>
                  <a:pt x="0" y="0"/>
                </a:moveTo>
                <a:lnTo>
                  <a:pt x="10969625" y="0"/>
                </a:lnTo>
                <a:lnTo>
                  <a:pt x="10969625" y="349200"/>
                </a:lnTo>
                <a:lnTo>
                  <a:pt x="0" y="91800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close/>
              </a:path>
            </a:pathLst>
          </a:custGeom>
          <a:solidFill>
            <a:schemeClr val="accent1"/>
          </a:solidFill>
          <a:ln w="9525" cap="flat" cmpd="sng" algn="ctr">
            <a:no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tabLst/>
            </a:pPr>
            <a:endParaRPr kumimoji="0" lang="en-US" sz="1800" b="0" i="0" u="none" strike="noStrike" kern="0" cap="none" spc="0" normalizeH="0" baseline="0" noProof="0" dirty="0">
              <a:ln>
                <a:noFill/>
              </a:ln>
              <a:solidFill>
                <a:srgbClr val="000000"/>
              </a:solidFill>
              <a:effectLst/>
              <a:uLnTx/>
              <a:uFillTx/>
              <a:latin typeface="Bosch Office Sans"/>
              <a:ea typeface="+mn-ea"/>
              <a:cs typeface="+mn-cs"/>
            </a:endParaRPr>
          </a:p>
        </p:txBody>
      </p:sp>
      <p:pic>
        <p:nvPicPr>
          <p:cNvPr id="7" name="Logo">
            <a:extLst>
              <a:ext uri="{FF2B5EF4-FFF2-40B4-BE49-F238E27FC236}">
                <a16:creationId xmlns:a16="http://schemas.microsoft.com/office/drawing/2014/main" id="{DFF25F49-7BF4-12C2-56D2-72A9903FFEB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7917" b="40255"/>
          <a:stretch/>
        </p:blipFill>
        <p:spPr>
          <a:xfrm>
            <a:off x="9703435" y="5581387"/>
            <a:ext cx="1104740" cy="438441"/>
          </a:xfrm>
          <a:prstGeom prst="rect">
            <a:avLst/>
          </a:prstGeom>
        </p:spPr>
      </p:pic>
      <p:sp>
        <p:nvSpPr>
          <p:cNvPr id="8" name="Footer">
            <a:extLst>
              <a:ext uri="{FF2B5EF4-FFF2-40B4-BE49-F238E27FC236}">
                <a16:creationId xmlns:a16="http://schemas.microsoft.com/office/drawing/2014/main" id="{FCACF895-D46F-5D35-43CD-79C2AC5D53C1}"/>
              </a:ext>
            </a:extLst>
          </p:cNvPr>
          <p:cNvSpPr txBox="1"/>
          <p:nvPr userDrawn="1"/>
        </p:nvSpPr>
        <p:spPr>
          <a:xfrm>
            <a:off x="593090" y="5935261"/>
            <a:ext cx="8850948" cy="122116"/>
          </a:xfrm>
          <a:prstGeom prst="rect">
            <a:avLst/>
          </a:prstGeom>
          <a:noFill/>
        </p:spPr>
        <p:txBody>
          <a:bodyPr wrap="square" lIns="0" tIns="0" rIns="0" bIns="0" rtlCol="0">
            <a:noAutofit/>
          </a:bodyPr>
          <a:lstStyle/>
          <a:p>
            <a:pPr marL="0" marR="0" lvl="0" indent="0" algn="l" defTabSz="914400" rtl="0" eaLnBrk="1" fontAlgn="auto" latinLnBrk="0" hangingPunct="1">
              <a:lnSpc>
                <a:spcPct val="107000"/>
              </a:lnSpc>
              <a:spcBef>
                <a:spcPts val="0"/>
              </a:spcBef>
              <a:spcAft>
                <a:spcPts val="100"/>
              </a:spcAft>
              <a:buClrTx/>
              <a:buSzTx/>
              <a:buFontTx/>
              <a:buNone/>
              <a:tabLst/>
              <a:defRPr/>
            </a:pPr>
            <a:r>
              <a:rPr lang="en-US" sz="600" kern="0" baseline="0" noProof="1">
                <a:solidFill>
                  <a:srgbClr val="A3BAC8"/>
                </a:solidFill>
                <a:latin typeface="+mn-lt"/>
              </a:rPr>
              <a:t>DC-AT/ESP1 | 06.06.2023 | © Bosch Rexroth AG 2023. Alle Rechte vorbehalten, auch bzgl. jeder Verfügung, Verwertung, Reproduktion, Bearbeitung, Weitergabe sowie für den Fall von Schutzrechtsanmeldungen.</a:t>
            </a:r>
          </a:p>
          <a:p>
            <a:pPr marL="0" marR="0" lvl="0" indent="0" algn="l" defTabSz="914400" rtl="0" eaLnBrk="1" fontAlgn="auto" latinLnBrk="0" hangingPunct="1">
              <a:lnSpc>
                <a:spcPct val="107000"/>
              </a:lnSpc>
              <a:spcBef>
                <a:spcPts val="0"/>
              </a:spcBef>
              <a:spcAft>
                <a:spcPts val="100"/>
              </a:spcAft>
              <a:buClrTx/>
              <a:buSzTx/>
              <a:buFontTx/>
              <a:buNone/>
              <a:tabLst/>
              <a:defRPr/>
            </a:pPr>
            <a:endParaRPr lang="en-US" sz="600" kern="0" baseline="0" noProof="1">
              <a:solidFill>
                <a:schemeClr val="accent1"/>
              </a:solidFill>
              <a:latin typeface="+mn-lt"/>
            </a:endParaRPr>
          </a:p>
          <a:p>
            <a:pPr marR="0" defTabSz="914400" eaLnBrk="1" fontAlgn="auto" latinLnBrk="0" hangingPunct="1">
              <a:lnSpc>
                <a:spcPct val="107000"/>
              </a:lnSpc>
              <a:spcBef>
                <a:spcPts val="0"/>
              </a:spcBef>
              <a:spcAft>
                <a:spcPts val="100"/>
              </a:spcAft>
              <a:buClrTx/>
              <a:buSzTx/>
              <a:buFontTx/>
              <a:buNone/>
              <a:tabLst/>
            </a:pPr>
            <a:endParaRPr kumimoji="0" lang="en-US" sz="600" b="0" i="0" u="none" strike="noStrike" kern="0" cap="none" spc="0" normalizeH="0" baseline="0" noProof="1">
              <a:ln>
                <a:noFill/>
              </a:ln>
              <a:solidFill>
                <a:srgbClr val="000000"/>
              </a:solidFill>
              <a:effectLst/>
              <a:uLnTx/>
              <a:uFillTx/>
              <a:latin typeface="+mn-lt"/>
            </a:endParaRPr>
          </a:p>
        </p:txBody>
      </p:sp>
      <p:sp>
        <p:nvSpPr>
          <p:cNvPr id="2" name="Chapter_titleonly">
            <a:extLst>
              <a:ext uri="{FF2B5EF4-FFF2-40B4-BE49-F238E27FC236}">
                <a16:creationId xmlns:a16="http://schemas.microsoft.com/office/drawing/2014/main" id="{ABC852AC-F4A3-94DE-3FB8-23477B54F942}"/>
              </a:ext>
            </a:extLst>
          </p:cNvPr>
          <p:cNvSpPr>
            <a:spLocks noGrp="1"/>
          </p:cNvSpPr>
          <p:nvPr>
            <p:ph type="body" idx="15" hasCustomPrompt="1"/>
          </p:nvPr>
        </p:nvSpPr>
        <p:spPr>
          <a:xfrm>
            <a:off x="259080" y="259200"/>
            <a:ext cx="10452100" cy="388800"/>
          </a:xfrm>
        </p:spPr>
        <p:txBody>
          <a:bodyPr vert="horz" lIns="0" tIns="0" rIns="0" bIns="0" rtlCol="0">
            <a:noAutofit/>
          </a:bodyPr>
          <a:lstStyle>
            <a:lvl1pPr>
              <a:lnSpc>
                <a:spcPct val="89000"/>
              </a:lnSpc>
              <a:buNone/>
              <a:defRPr lang="de-DE" sz="2400" b="1" kern="0" baseline="0">
                <a:solidFill>
                  <a:srgbClr val="00B9E5"/>
                </a:solidFill>
                <a:latin typeface="+mj-lt"/>
                <a:ea typeface="+mn-ea"/>
                <a:cs typeface="+mn-cs"/>
              </a:defRPr>
            </a:lvl1pPr>
          </a:lstStyle>
          <a:p>
            <a:pPr marL="0" lvl="0" indent="0">
              <a:spcBef>
                <a:spcPts val="0"/>
              </a:spcBef>
              <a:buFont typeface="Wingdings 3" panose="05040102010807070707" pitchFamily="18" charset="2"/>
            </a:pPr>
            <a:r>
              <a:rPr lang="en-US" noProof="1"/>
              <a:t>Kapitel­überschrift hinzufügen</a:t>
            </a:r>
          </a:p>
        </p:txBody>
      </p:sp>
      <p:sp>
        <p:nvSpPr>
          <p:cNvPr id="17" name="slide_title">
            <a:extLst>
              <a:ext uri="{FF2B5EF4-FFF2-40B4-BE49-F238E27FC236}">
                <a16:creationId xmlns:a16="http://schemas.microsoft.com/office/drawing/2014/main" id="{9F6D022B-DEE5-4AD2-8799-00321036FE87}"/>
              </a:ext>
            </a:extLst>
          </p:cNvPr>
          <p:cNvSpPr>
            <a:spLocks noGrp="1"/>
          </p:cNvSpPr>
          <p:nvPr>
            <p:ph type="title" sz="quarter" hasCustomPrompt="1"/>
          </p:nvPr>
        </p:nvSpPr>
        <p:spPr>
          <a:xfrm>
            <a:off x="259080" y="648000"/>
            <a:ext cx="10452100" cy="388800"/>
          </a:xfrm>
        </p:spPr>
        <p:txBody>
          <a:bodyPr/>
          <a:lstStyle>
            <a:lvl1pPr>
              <a:defRPr>
                <a:solidFill>
                  <a:srgbClr val="00B9E5"/>
                </a:solidFill>
              </a:defRPr>
            </a:lvl1pPr>
          </a:lstStyle>
          <a:p>
            <a:r>
              <a:rPr lang="en-US" noProof="1"/>
              <a:t>Folienüberschrift hinzufügen</a:t>
            </a:r>
          </a:p>
        </p:txBody>
      </p:sp>
      <p:sp>
        <p:nvSpPr>
          <p:cNvPr id="5" name="Content Placeholder 1"/>
          <p:cNvSpPr>
            <a:spLocks noGrp="1"/>
          </p:cNvSpPr>
          <p:nvPr>
            <p:ph sz="half" idx="1" hasCustomPrompt="1"/>
          </p:nvPr>
        </p:nvSpPr>
        <p:spPr>
          <a:xfrm>
            <a:off x="259080" y="1295400"/>
            <a:ext cx="1045210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6" name="Content Placeholder 2"/>
          <p:cNvSpPr>
            <a:spLocks noGrp="1"/>
          </p:cNvSpPr>
          <p:nvPr>
            <p:ph sz="half" idx="2" hasCustomPrompt="1"/>
          </p:nvPr>
        </p:nvSpPr>
        <p:spPr>
          <a:xfrm>
            <a:off x="259080" y="3444240"/>
            <a:ext cx="1045210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3" name="Slide Number Placeholder 2"/>
          <p:cNvSpPr>
            <a:spLocks noGrp="1"/>
          </p:cNvSpPr>
          <p:nvPr>
            <p:ph type="sldNum" sz="quarter" idx="12"/>
          </p:nvPr>
        </p:nvSpPr>
        <p:spPr>
          <a:xfrm>
            <a:off x="266699" y="5923478"/>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
        <p:nvSpPr>
          <p:cNvPr id="12" name="Rectangle7">
            <a:extLst>
              <a:ext uri="{FF2B5EF4-FFF2-40B4-BE49-F238E27FC236}">
                <a16:creationId xmlns:a16="http://schemas.microsoft.com/office/drawing/2014/main" id="{2E7C0809-54C2-4B00-97B9-AEB55C54DF36}"/>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Tree>
    <p:extLst>
      <p:ext uri="{BB962C8B-B14F-4D97-AF65-F5344CB8AC3E}">
        <p14:creationId xmlns:p14="http://schemas.microsoft.com/office/powerpoint/2010/main" val="219080062"/>
      </p:ext>
    </p:extLst>
  </p:cSld>
  <p:clrMapOvr>
    <a:masterClrMapping/>
  </p:clrMapOvr>
  <p:extLst>
    <p:ext uri="{DCECCB84-F9BA-43D5-87BE-67443E8EF086}">
      <p15:sldGuideLst xmlns:p15="http://schemas.microsoft.com/office/powerpoint/2012/main">
        <p15:guide id="0" pos="163" userDrawn="1">
          <p15:clr>
            <a:srgbClr val="FBAE40"/>
          </p15:clr>
        </p15:guide>
        <p15:guide id="1" pos="6747" userDrawn="1">
          <p15:clr>
            <a:srgbClr val="FBAE40"/>
          </p15:clr>
        </p15:guide>
        <p15:guide id="10" orient="horz" pos="163" userDrawn="1">
          <p15:clr>
            <a:srgbClr val="FBAE40"/>
          </p15:clr>
        </p15:guide>
        <p15:guide id="11" orient="horz" pos="408" userDrawn="1">
          <p15:clr>
            <a:srgbClr val="FBAE40"/>
          </p15:clr>
        </p15:guide>
        <p15:guide id="14" orient="horz" pos="816" userDrawn="1">
          <p15:clr>
            <a:srgbClr val="FBAE40"/>
          </p15:clr>
        </p15:guide>
        <p15:guide id="15" orient="horz" pos="2088" userDrawn="1">
          <p15:clr>
            <a:srgbClr val="FBAE40"/>
          </p15:clr>
        </p15:guide>
        <p15:guide id="16" orient="horz" pos="2169" userDrawn="1">
          <p15:clr>
            <a:srgbClr val="FBAE40"/>
          </p15:clr>
        </p15:guide>
        <p15:guide id="17" orient="horz" pos="3441" userDrawn="1">
          <p15:clr>
            <a:srgbClr val="FBAE40"/>
          </p15:clr>
        </p15:guide>
        <p15:guide id="19" orient="horz" pos="652"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 content light ">
    <p:spTree>
      <p:nvGrpSpPr>
        <p:cNvPr id="1" name=""/>
        <p:cNvGrpSpPr/>
        <p:nvPr/>
      </p:nvGrpSpPr>
      <p:grpSpPr>
        <a:xfrm>
          <a:off x="0" y="0"/>
          <a:ext cx="0" cy="0"/>
          <a:chOff x="0" y="0"/>
          <a:chExt cx="0" cy="0"/>
        </a:xfrm>
      </p:grpSpPr>
      <p:sp>
        <p:nvSpPr>
          <p:cNvPr id="2" name="Chapter_titleonly">
            <a:extLst>
              <a:ext uri="{FF2B5EF4-FFF2-40B4-BE49-F238E27FC236}">
                <a16:creationId xmlns:a16="http://schemas.microsoft.com/office/drawing/2014/main" id="{ABC852AC-F4A3-94DE-3FB8-23477B54F942}"/>
              </a:ext>
            </a:extLst>
          </p:cNvPr>
          <p:cNvSpPr>
            <a:spLocks noGrp="1"/>
          </p:cNvSpPr>
          <p:nvPr>
            <p:ph type="body" idx="15" hasCustomPrompt="1"/>
          </p:nvPr>
        </p:nvSpPr>
        <p:spPr>
          <a:xfrm>
            <a:off x="259080" y="259200"/>
            <a:ext cx="10452100" cy="388800"/>
          </a:xfrm>
        </p:spPr>
        <p:txBody>
          <a:bodyPr vert="horz" lIns="0" tIns="0" rIns="0" bIns="0" rtlCol="0">
            <a:noAutofit/>
          </a:bodyPr>
          <a:lstStyle>
            <a:lvl1pPr>
              <a:lnSpc>
                <a:spcPct val="89000"/>
              </a:lnSpc>
              <a:buNone/>
              <a:defRPr lang="de-DE" sz="2400" b="1" kern="0" baseline="0">
                <a:solidFill>
                  <a:srgbClr val="00B9E5"/>
                </a:solidFill>
                <a:latin typeface="+mj-lt"/>
                <a:ea typeface="+mn-ea"/>
                <a:cs typeface="+mn-cs"/>
              </a:defRPr>
            </a:lvl1pPr>
          </a:lstStyle>
          <a:p>
            <a:pPr marL="0" lvl="0" indent="0">
              <a:spcBef>
                <a:spcPts val="0"/>
              </a:spcBef>
              <a:buFont typeface="Wingdings 3" panose="05040102010807070707" pitchFamily="18" charset="2"/>
            </a:pPr>
            <a:r>
              <a:rPr lang="en-US" noProof="1"/>
              <a:t>Kapitel­überschrift hinzufügen</a:t>
            </a:r>
          </a:p>
        </p:txBody>
      </p:sp>
      <p:sp>
        <p:nvSpPr>
          <p:cNvPr id="17" name="slide_title">
            <a:extLst>
              <a:ext uri="{FF2B5EF4-FFF2-40B4-BE49-F238E27FC236}">
                <a16:creationId xmlns:a16="http://schemas.microsoft.com/office/drawing/2014/main" id="{9F6D022B-DEE5-4AD2-8799-00321036FE87}"/>
              </a:ext>
            </a:extLst>
          </p:cNvPr>
          <p:cNvSpPr>
            <a:spLocks noGrp="1"/>
          </p:cNvSpPr>
          <p:nvPr>
            <p:ph type="title" sz="quarter" hasCustomPrompt="1"/>
          </p:nvPr>
        </p:nvSpPr>
        <p:spPr>
          <a:xfrm>
            <a:off x="259080" y="648000"/>
            <a:ext cx="10452100" cy="388800"/>
          </a:xfrm>
        </p:spPr>
        <p:txBody>
          <a:bodyPr/>
          <a:lstStyle>
            <a:lvl1pPr>
              <a:defRPr>
                <a:solidFill>
                  <a:srgbClr val="00B9E5"/>
                </a:solidFill>
              </a:defRPr>
            </a:lvl1pPr>
          </a:lstStyle>
          <a:p>
            <a:r>
              <a:rPr lang="en-US" noProof="1"/>
              <a:t>Folienüberschrift hinzufügen</a:t>
            </a:r>
          </a:p>
        </p:txBody>
      </p:sp>
      <p:sp>
        <p:nvSpPr>
          <p:cNvPr id="5" name="Content Placeholder 1"/>
          <p:cNvSpPr>
            <a:spLocks noGrp="1"/>
          </p:cNvSpPr>
          <p:nvPr>
            <p:ph sz="half" idx="1" hasCustomPrompt="1"/>
          </p:nvPr>
        </p:nvSpPr>
        <p:spPr>
          <a:xfrm>
            <a:off x="259080" y="1295400"/>
            <a:ext cx="1045210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6" name="Content Placeholder 2"/>
          <p:cNvSpPr>
            <a:spLocks noGrp="1"/>
          </p:cNvSpPr>
          <p:nvPr>
            <p:ph sz="half" idx="2" hasCustomPrompt="1"/>
          </p:nvPr>
        </p:nvSpPr>
        <p:spPr>
          <a:xfrm>
            <a:off x="259080" y="3444240"/>
            <a:ext cx="1045210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3" name="Slide Number Placeholder 2"/>
          <p:cNvSpPr>
            <a:spLocks noGrp="1"/>
          </p:cNvSpPr>
          <p:nvPr>
            <p:ph type="sldNum" sz="quarter" idx="12"/>
          </p:nvPr>
        </p:nvSpPr>
        <p:spPr>
          <a:xfrm>
            <a:off x="266699" y="5923478"/>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
        <p:nvSpPr>
          <p:cNvPr id="12" name="Rectangle7">
            <a:extLst>
              <a:ext uri="{FF2B5EF4-FFF2-40B4-BE49-F238E27FC236}">
                <a16:creationId xmlns:a16="http://schemas.microsoft.com/office/drawing/2014/main" id="{2E7C0809-54C2-4B00-97B9-AEB55C54DF36}"/>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Tree>
    <p:extLst>
      <p:ext uri="{BB962C8B-B14F-4D97-AF65-F5344CB8AC3E}">
        <p14:creationId xmlns:p14="http://schemas.microsoft.com/office/powerpoint/2010/main" val="3956372322"/>
      </p:ext>
    </p:extLst>
  </p:cSld>
  <p:clrMapOvr>
    <a:masterClrMapping/>
  </p:clrMapOvr>
  <p:extLst>
    <p:ext uri="{DCECCB84-F9BA-43D5-87BE-67443E8EF086}">
      <p15:sldGuideLst xmlns:p15="http://schemas.microsoft.com/office/powerpoint/2012/main">
        <p15:guide id="0" pos="163" userDrawn="1">
          <p15:clr>
            <a:srgbClr val="FBAE40"/>
          </p15:clr>
        </p15:guide>
        <p15:guide id="1" pos="6747" userDrawn="1">
          <p15:clr>
            <a:srgbClr val="FBAE40"/>
          </p15:clr>
        </p15:guide>
        <p15:guide id="10" orient="horz" pos="163" userDrawn="1">
          <p15:clr>
            <a:srgbClr val="FBAE40"/>
          </p15:clr>
        </p15:guide>
        <p15:guide id="11" orient="horz" pos="408" userDrawn="1">
          <p15:clr>
            <a:srgbClr val="FBAE40"/>
          </p15:clr>
        </p15:guide>
        <p15:guide id="14" orient="horz" pos="816" userDrawn="1">
          <p15:clr>
            <a:srgbClr val="FBAE40"/>
          </p15:clr>
        </p15:guide>
        <p15:guide id="15" orient="horz" pos="2088" userDrawn="1">
          <p15:clr>
            <a:srgbClr val="FBAE40"/>
          </p15:clr>
        </p15:guide>
        <p15:guide id="16" orient="horz" pos="2169" userDrawn="1">
          <p15:clr>
            <a:srgbClr val="FBAE40"/>
          </p15:clr>
        </p15:guide>
        <p15:guide id="17" orient="horz" pos="3441" userDrawn="1">
          <p15:clr>
            <a:srgbClr val="FBAE40"/>
          </p15:clr>
        </p15:guide>
        <p15:guide id="19" orient="horz" pos="652"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2 content dark vertical ">
    <p:spTree>
      <p:nvGrpSpPr>
        <p:cNvPr id="1" name=""/>
        <p:cNvGrpSpPr/>
        <p:nvPr/>
      </p:nvGrpSpPr>
      <p:grpSpPr>
        <a:xfrm>
          <a:off x="0" y="0"/>
          <a:ext cx="0" cy="0"/>
          <a:chOff x="0" y="0"/>
          <a:chExt cx="0" cy="0"/>
        </a:xfrm>
      </p:grpSpPr>
      <p:sp>
        <p:nvSpPr>
          <p:cNvPr id="6" name="BackgroundPicture2">
            <a:extLst>
              <a:ext uri="{FF2B5EF4-FFF2-40B4-BE49-F238E27FC236}">
                <a16:creationId xmlns:a16="http://schemas.microsoft.com/office/drawing/2014/main" id="{BBDA00B9-3600-5FA0-6818-202B41AB7273}"/>
              </a:ext>
            </a:extLst>
          </p:cNvPr>
          <p:cNvSpPr/>
          <p:nvPr userDrawn="1"/>
        </p:nvSpPr>
        <p:spPr>
          <a:xfrm rot="10800000">
            <a:off x="0" y="5252612"/>
            <a:ext cx="10969626" cy="918001"/>
          </a:xfrm>
          <a:custGeom>
            <a:avLst/>
            <a:gdLst/>
            <a:ahLst/>
            <a:cxnLst/>
            <a:rect l="0" t="0" r="0" b="0"/>
            <a:pathLst>
              <a:path w="10969626" h="918001">
                <a:moveTo>
                  <a:pt x="0" y="0"/>
                </a:moveTo>
                <a:lnTo>
                  <a:pt x="10969625" y="0"/>
                </a:lnTo>
                <a:lnTo>
                  <a:pt x="10969625" y="349200"/>
                </a:lnTo>
                <a:lnTo>
                  <a:pt x="0" y="91800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close/>
              </a:path>
            </a:pathLst>
          </a:custGeom>
          <a:solidFill>
            <a:schemeClr val="accent1"/>
          </a:solidFill>
          <a:ln w="9525" cap="flat" cmpd="sng" algn="ctr">
            <a:no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tabLst/>
            </a:pPr>
            <a:endParaRPr kumimoji="0" lang="en-US" sz="1800" b="0" i="0" u="none" strike="noStrike" kern="0" cap="none" spc="0" normalizeH="0" baseline="0" noProof="0" dirty="0">
              <a:ln>
                <a:noFill/>
              </a:ln>
              <a:solidFill>
                <a:srgbClr val="000000"/>
              </a:solidFill>
              <a:effectLst/>
              <a:uLnTx/>
              <a:uFillTx/>
              <a:latin typeface="Bosch Office Sans"/>
              <a:ea typeface="+mn-ea"/>
              <a:cs typeface="+mn-cs"/>
            </a:endParaRPr>
          </a:p>
        </p:txBody>
      </p:sp>
      <p:pic>
        <p:nvPicPr>
          <p:cNvPr id="7" name="Logo">
            <a:extLst>
              <a:ext uri="{FF2B5EF4-FFF2-40B4-BE49-F238E27FC236}">
                <a16:creationId xmlns:a16="http://schemas.microsoft.com/office/drawing/2014/main" id="{2631C5EE-CABD-169C-1ABA-1CEB3EA8134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7917" b="40255"/>
          <a:stretch/>
        </p:blipFill>
        <p:spPr>
          <a:xfrm>
            <a:off x="9703435" y="5581387"/>
            <a:ext cx="1104740" cy="438441"/>
          </a:xfrm>
          <a:prstGeom prst="rect">
            <a:avLst/>
          </a:prstGeom>
        </p:spPr>
      </p:pic>
      <p:sp>
        <p:nvSpPr>
          <p:cNvPr id="8" name="Footer">
            <a:extLst>
              <a:ext uri="{FF2B5EF4-FFF2-40B4-BE49-F238E27FC236}">
                <a16:creationId xmlns:a16="http://schemas.microsoft.com/office/drawing/2014/main" id="{43237A22-C329-4BCF-C7CF-4899B8B56D46}"/>
              </a:ext>
            </a:extLst>
          </p:cNvPr>
          <p:cNvSpPr txBox="1"/>
          <p:nvPr userDrawn="1"/>
        </p:nvSpPr>
        <p:spPr>
          <a:xfrm>
            <a:off x="593090" y="5935261"/>
            <a:ext cx="8850948" cy="122116"/>
          </a:xfrm>
          <a:prstGeom prst="rect">
            <a:avLst/>
          </a:prstGeom>
          <a:noFill/>
        </p:spPr>
        <p:txBody>
          <a:bodyPr wrap="square" lIns="0" tIns="0" rIns="0" bIns="0" rtlCol="0">
            <a:noAutofit/>
          </a:bodyPr>
          <a:lstStyle/>
          <a:p>
            <a:pPr marL="0" marR="0" lvl="0" indent="0" algn="l" defTabSz="914400" rtl="0" eaLnBrk="1" fontAlgn="auto" latinLnBrk="0" hangingPunct="1">
              <a:lnSpc>
                <a:spcPct val="107000"/>
              </a:lnSpc>
              <a:spcBef>
                <a:spcPts val="0"/>
              </a:spcBef>
              <a:spcAft>
                <a:spcPts val="100"/>
              </a:spcAft>
              <a:buClrTx/>
              <a:buSzTx/>
              <a:buFontTx/>
              <a:buNone/>
              <a:tabLst/>
              <a:defRPr/>
            </a:pPr>
            <a:r>
              <a:rPr lang="en-US" sz="600" kern="0" baseline="0" noProof="1">
                <a:solidFill>
                  <a:srgbClr val="A3BAC8"/>
                </a:solidFill>
                <a:latin typeface="+mn-lt"/>
              </a:rPr>
              <a:t>DC-AT/ESP1 | 06.06.2023 | © Bosch Rexroth AG 2023. Alle Rechte vorbehalten, auch bzgl. jeder Verfügung, Verwertung, Reproduktion, Bearbeitung, Weitergabe sowie für den Fall von Schutzrechtsanmeldungen.</a:t>
            </a:r>
          </a:p>
          <a:p>
            <a:pPr marL="0" marR="0" lvl="0" indent="0" algn="l" defTabSz="914400" rtl="0" eaLnBrk="1" fontAlgn="auto" latinLnBrk="0" hangingPunct="1">
              <a:lnSpc>
                <a:spcPct val="107000"/>
              </a:lnSpc>
              <a:spcBef>
                <a:spcPts val="0"/>
              </a:spcBef>
              <a:spcAft>
                <a:spcPts val="100"/>
              </a:spcAft>
              <a:buClrTx/>
              <a:buSzTx/>
              <a:buFontTx/>
              <a:buNone/>
              <a:tabLst/>
              <a:defRPr/>
            </a:pPr>
            <a:endParaRPr lang="en-US" sz="600" kern="0" baseline="0" noProof="1">
              <a:solidFill>
                <a:schemeClr val="accent1"/>
              </a:solidFill>
              <a:latin typeface="+mn-lt"/>
            </a:endParaRPr>
          </a:p>
          <a:p>
            <a:pPr marR="0" defTabSz="914400" eaLnBrk="1" fontAlgn="auto" latinLnBrk="0" hangingPunct="1">
              <a:lnSpc>
                <a:spcPct val="107000"/>
              </a:lnSpc>
              <a:spcBef>
                <a:spcPts val="0"/>
              </a:spcBef>
              <a:spcAft>
                <a:spcPts val="100"/>
              </a:spcAft>
              <a:buClrTx/>
              <a:buSzTx/>
              <a:buFontTx/>
              <a:buNone/>
              <a:tabLst/>
            </a:pPr>
            <a:endParaRPr kumimoji="0" lang="en-US" sz="600" b="0" i="0" u="none" strike="noStrike" kern="0" cap="none" spc="0" normalizeH="0" baseline="0" noProof="1">
              <a:ln>
                <a:noFill/>
              </a:ln>
              <a:solidFill>
                <a:srgbClr val="000000"/>
              </a:solidFill>
              <a:effectLst/>
              <a:uLnTx/>
              <a:uFillTx/>
              <a:latin typeface="+mn-lt"/>
            </a:endParaRPr>
          </a:p>
        </p:txBody>
      </p:sp>
      <p:sp>
        <p:nvSpPr>
          <p:cNvPr id="2" name="Chapter_titleonly">
            <a:extLst>
              <a:ext uri="{FF2B5EF4-FFF2-40B4-BE49-F238E27FC236}">
                <a16:creationId xmlns:a16="http://schemas.microsoft.com/office/drawing/2014/main" id="{8D62AB88-76FF-A3A0-37E8-EB4781142AA0}"/>
              </a:ext>
            </a:extLst>
          </p:cNvPr>
          <p:cNvSpPr>
            <a:spLocks noGrp="1"/>
          </p:cNvSpPr>
          <p:nvPr>
            <p:ph type="body" idx="15" hasCustomPrompt="1"/>
          </p:nvPr>
        </p:nvSpPr>
        <p:spPr>
          <a:xfrm>
            <a:off x="259080" y="259200"/>
            <a:ext cx="10452100" cy="388800"/>
          </a:xfrm>
        </p:spPr>
        <p:txBody>
          <a:bodyPr vert="horz" lIns="0" tIns="0" rIns="0" bIns="0" rtlCol="0">
            <a:noAutofit/>
          </a:bodyPr>
          <a:lstStyle>
            <a:lvl1pPr>
              <a:lnSpc>
                <a:spcPct val="89000"/>
              </a:lnSpc>
              <a:buNone/>
              <a:defRPr lang="de-DE" sz="2400" b="1" kern="0" baseline="0">
                <a:solidFill>
                  <a:srgbClr val="00B9E5"/>
                </a:solidFill>
                <a:latin typeface="+mj-lt"/>
                <a:ea typeface="+mn-ea"/>
                <a:cs typeface="+mn-cs"/>
              </a:defRPr>
            </a:lvl1pPr>
          </a:lstStyle>
          <a:p>
            <a:pPr marL="0" lvl="0" indent="0">
              <a:spcBef>
                <a:spcPts val="0"/>
              </a:spcBef>
              <a:buFont typeface="Wingdings 3" panose="05040102010807070707" pitchFamily="18" charset="2"/>
            </a:pPr>
            <a:r>
              <a:rPr lang="en-US" noProof="1"/>
              <a:t>Kapitel­überschrift hinzufügen</a:t>
            </a:r>
          </a:p>
        </p:txBody>
      </p:sp>
      <p:sp>
        <p:nvSpPr>
          <p:cNvPr id="17" name="slide_title">
            <a:extLst>
              <a:ext uri="{FF2B5EF4-FFF2-40B4-BE49-F238E27FC236}">
                <a16:creationId xmlns:a16="http://schemas.microsoft.com/office/drawing/2014/main" id="{F65834A0-7F38-430B-B142-0F15EEF33EAF}"/>
              </a:ext>
            </a:extLst>
          </p:cNvPr>
          <p:cNvSpPr>
            <a:spLocks noGrp="1"/>
          </p:cNvSpPr>
          <p:nvPr>
            <p:ph type="title" sz="quarter" hasCustomPrompt="1"/>
          </p:nvPr>
        </p:nvSpPr>
        <p:spPr>
          <a:xfrm>
            <a:off x="259080" y="648000"/>
            <a:ext cx="10452100" cy="388800"/>
          </a:xfrm>
        </p:spPr>
        <p:txBody>
          <a:bodyPr/>
          <a:lstStyle>
            <a:lvl1pPr>
              <a:defRPr>
                <a:solidFill>
                  <a:srgbClr val="00B9E5"/>
                </a:solidFill>
              </a:defRPr>
            </a:lvl1pPr>
          </a:lstStyle>
          <a:p>
            <a:r>
              <a:rPr lang="en-US" noProof="1"/>
              <a:t>Folienüberschrift hinzufügen</a:t>
            </a:r>
          </a:p>
        </p:txBody>
      </p:sp>
      <p:sp>
        <p:nvSpPr>
          <p:cNvPr id="3" name="Content Placeholder 1"/>
          <p:cNvSpPr>
            <a:spLocks noGrp="1"/>
          </p:cNvSpPr>
          <p:nvPr>
            <p:ph sz="half" idx="1" hasCustomPrompt="1"/>
          </p:nvPr>
        </p:nvSpPr>
        <p:spPr>
          <a:xfrm>
            <a:off x="259080" y="1295400"/>
            <a:ext cx="4859020" cy="416814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4" name="Content Placeholder 2"/>
          <p:cNvSpPr>
            <a:spLocks noGrp="1"/>
          </p:cNvSpPr>
          <p:nvPr>
            <p:ph sz="half" idx="2" hasCustomPrompt="1"/>
          </p:nvPr>
        </p:nvSpPr>
        <p:spPr>
          <a:xfrm>
            <a:off x="5852160" y="1295400"/>
            <a:ext cx="4859020" cy="416814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5" name="Slide Number Placeholder 4"/>
          <p:cNvSpPr>
            <a:spLocks noGrp="1"/>
          </p:cNvSpPr>
          <p:nvPr>
            <p:ph type="sldNum" sz="quarter" idx="12"/>
          </p:nvPr>
        </p:nvSpPr>
        <p:spPr>
          <a:xfrm>
            <a:off x="266699" y="5923478"/>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
        <p:nvSpPr>
          <p:cNvPr id="12" name="Rectangle7">
            <a:extLst>
              <a:ext uri="{FF2B5EF4-FFF2-40B4-BE49-F238E27FC236}">
                <a16:creationId xmlns:a16="http://schemas.microsoft.com/office/drawing/2014/main" id="{0193DB20-8E77-4A05-AA77-554F32E8990F}"/>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Tree>
    <p:extLst>
      <p:ext uri="{BB962C8B-B14F-4D97-AF65-F5344CB8AC3E}">
        <p14:creationId xmlns:p14="http://schemas.microsoft.com/office/powerpoint/2010/main" val="1397513142"/>
      </p:ext>
    </p:extLst>
  </p:cSld>
  <p:clrMapOvr>
    <a:masterClrMapping/>
  </p:clrMapOvr>
  <p:extLst>
    <p:ext uri="{DCECCB84-F9BA-43D5-87BE-67443E8EF086}">
      <p15:sldGuideLst xmlns:p15="http://schemas.microsoft.com/office/powerpoint/2012/main">
        <p15:guide id="0" pos="163" userDrawn="1">
          <p15:clr>
            <a:srgbClr val="FBAE40"/>
          </p15:clr>
        </p15:guide>
        <p15:guide id="1" pos="6747" userDrawn="1">
          <p15:clr>
            <a:srgbClr val="FBAE40"/>
          </p15:clr>
        </p15:guide>
        <p15:guide id="5" pos="3224" userDrawn="1">
          <p15:clr>
            <a:srgbClr val="FBAE40"/>
          </p15:clr>
        </p15:guide>
        <p15:guide id="6" pos="3686" userDrawn="1">
          <p15:clr>
            <a:srgbClr val="FBAE40"/>
          </p15:clr>
        </p15:guide>
        <p15:guide id="10" orient="horz" pos="163" userDrawn="1">
          <p15:clr>
            <a:srgbClr val="FBAE40"/>
          </p15:clr>
        </p15:guide>
        <p15:guide id="11" orient="horz" pos="408" userDrawn="1">
          <p15:clr>
            <a:srgbClr val="FBAE40"/>
          </p15:clr>
        </p15:guide>
        <p15:guide id="13" orient="horz" pos="653" userDrawn="1">
          <p15:clr>
            <a:srgbClr val="FBAE40"/>
          </p15:clr>
        </p15:guide>
        <p15:guide id="14" orient="horz" pos="816" userDrawn="1">
          <p15:clr>
            <a:srgbClr val="FBAE40"/>
          </p15:clr>
        </p15:guide>
        <p15:guide id="15" orient="horz" pos="3441"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 content light vertical ">
    <p:spTree>
      <p:nvGrpSpPr>
        <p:cNvPr id="1" name=""/>
        <p:cNvGrpSpPr/>
        <p:nvPr/>
      </p:nvGrpSpPr>
      <p:grpSpPr>
        <a:xfrm>
          <a:off x="0" y="0"/>
          <a:ext cx="0" cy="0"/>
          <a:chOff x="0" y="0"/>
          <a:chExt cx="0" cy="0"/>
        </a:xfrm>
      </p:grpSpPr>
      <p:sp>
        <p:nvSpPr>
          <p:cNvPr id="2" name="Chapter_titleonly">
            <a:extLst>
              <a:ext uri="{FF2B5EF4-FFF2-40B4-BE49-F238E27FC236}">
                <a16:creationId xmlns:a16="http://schemas.microsoft.com/office/drawing/2014/main" id="{8D62AB88-76FF-A3A0-37E8-EB4781142AA0}"/>
              </a:ext>
            </a:extLst>
          </p:cNvPr>
          <p:cNvSpPr>
            <a:spLocks noGrp="1"/>
          </p:cNvSpPr>
          <p:nvPr>
            <p:ph type="body" idx="15" hasCustomPrompt="1"/>
          </p:nvPr>
        </p:nvSpPr>
        <p:spPr>
          <a:xfrm>
            <a:off x="259080" y="259200"/>
            <a:ext cx="10452100" cy="388800"/>
          </a:xfrm>
        </p:spPr>
        <p:txBody>
          <a:bodyPr vert="horz" lIns="0" tIns="0" rIns="0" bIns="0" rtlCol="0">
            <a:noAutofit/>
          </a:bodyPr>
          <a:lstStyle>
            <a:lvl1pPr>
              <a:lnSpc>
                <a:spcPct val="89000"/>
              </a:lnSpc>
              <a:buNone/>
              <a:defRPr lang="de-DE" sz="2400" b="1" kern="0" baseline="0">
                <a:solidFill>
                  <a:srgbClr val="00B9E5"/>
                </a:solidFill>
                <a:latin typeface="+mj-lt"/>
                <a:ea typeface="+mn-ea"/>
                <a:cs typeface="+mn-cs"/>
              </a:defRPr>
            </a:lvl1pPr>
          </a:lstStyle>
          <a:p>
            <a:pPr marL="0" lvl="0" indent="0">
              <a:spcBef>
                <a:spcPts val="0"/>
              </a:spcBef>
              <a:buFont typeface="Wingdings 3" panose="05040102010807070707" pitchFamily="18" charset="2"/>
            </a:pPr>
            <a:r>
              <a:rPr lang="en-US" noProof="1"/>
              <a:t>Kapitel­überschrift hinzufügen</a:t>
            </a:r>
          </a:p>
        </p:txBody>
      </p:sp>
      <p:sp>
        <p:nvSpPr>
          <p:cNvPr id="17" name="slide_title">
            <a:extLst>
              <a:ext uri="{FF2B5EF4-FFF2-40B4-BE49-F238E27FC236}">
                <a16:creationId xmlns:a16="http://schemas.microsoft.com/office/drawing/2014/main" id="{F65834A0-7F38-430B-B142-0F15EEF33EAF}"/>
              </a:ext>
            </a:extLst>
          </p:cNvPr>
          <p:cNvSpPr>
            <a:spLocks noGrp="1"/>
          </p:cNvSpPr>
          <p:nvPr>
            <p:ph type="title" sz="quarter" hasCustomPrompt="1"/>
          </p:nvPr>
        </p:nvSpPr>
        <p:spPr>
          <a:xfrm>
            <a:off x="259080" y="648000"/>
            <a:ext cx="10452100" cy="388800"/>
          </a:xfrm>
        </p:spPr>
        <p:txBody>
          <a:bodyPr/>
          <a:lstStyle>
            <a:lvl1pPr>
              <a:defRPr>
                <a:solidFill>
                  <a:srgbClr val="00B9E5"/>
                </a:solidFill>
              </a:defRPr>
            </a:lvl1pPr>
          </a:lstStyle>
          <a:p>
            <a:r>
              <a:rPr lang="en-US" noProof="1"/>
              <a:t>Folienüberschrift hinzufügen</a:t>
            </a:r>
          </a:p>
        </p:txBody>
      </p:sp>
      <p:sp>
        <p:nvSpPr>
          <p:cNvPr id="3" name="Content Placeholder 1"/>
          <p:cNvSpPr>
            <a:spLocks noGrp="1"/>
          </p:cNvSpPr>
          <p:nvPr>
            <p:ph sz="half" idx="1" hasCustomPrompt="1"/>
          </p:nvPr>
        </p:nvSpPr>
        <p:spPr>
          <a:xfrm>
            <a:off x="259080" y="1295400"/>
            <a:ext cx="4859020" cy="416814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4" name="Content Placeholder 2"/>
          <p:cNvSpPr>
            <a:spLocks noGrp="1"/>
          </p:cNvSpPr>
          <p:nvPr>
            <p:ph sz="half" idx="2" hasCustomPrompt="1"/>
          </p:nvPr>
        </p:nvSpPr>
        <p:spPr>
          <a:xfrm>
            <a:off x="5852160" y="1295400"/>
            <a:ext cx="4859020" cy="416814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5" name="Slide Number Placeholder 4"/>
          <p:cNvSpPr>
            <a:spLocks noGrp="1"/>
          </p:cNvSpPr>
          <p:nvPr>
            <p:ph type="sldNum" sz="quarter" idx="12"/>
          </p:nvPr>
        </p:nvSpPr>
        <p:spPr>
          <a:xfrm>
            <a:off x="266699" y="5923478"/>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
        <p:nvSpPr>
          <p:cNvPr id="12" name="Rectangle7">
            <a:extLst>
              <a:ext uri="{FF2B5EF4-FFF2-40B4-BE49-F238E27FC236}">
                <a16:creationId xmlns:a16="http://schemas.microsoft.com/office/drawing/2014/main" id="{0193DB20-8E77-4A05-AA77-554F32E8990F}"/>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Tree>
    <p:extLst>
      <p:ext uri="{BB962C8B-B14F-4D97-AF65-F5344CB8AC3E}">
        <p14:creationId xmlns:p14="http://schemas.microsoft.com/office/powerpoint/2010/main" val="2787601235"/>
      </p:ext>
    </p:extLst>
  </p:cSld>
  <p:clrMapOvr>
    <a:masterClrMapping/>
  </p:clrMapOvr>
  <p:extLst>
    <p:ext uri="{DCECCB84-F9BA-43D5-87BE-67443E8EF086}">
      <p15:sldGuideLst xmlns:p15="http://schemas.microsoft.com/office/powerpoint/2012/main">
        <p15:guide id="0" pos="163" userDrawn="1">
          <p15:clr>
            <a:srgbClr val="FBAE40"/>
          </p15:clr>
        </p15:guide>
        <p15:guide id="1" pos="6747" userDrawn="1">
          <p15:clr>
            <a:srgbClr val="FBAE40"/>
          </p15:clr>
        </p15:guide>
        <p15:guide id="5" pos="3224" userDrawn="1">
          <p15:clr>
            <a:srgbClr val="FBAE40"/>
          </p15:clr>
        </p15:guide>
        <p15:guide id="6" pos="3686" userDrawn="1">
          <p15:clr>
            <a:srgbClr val="FBAE40"/>
          </p15:clr>
        </p15:guide>
        <p15:guide id="10" orient="horz" pos="163" userDrawn="1">
          <p15:clr>
            <a:srgbClr val="FBAE40"/>
          </p15:clr>
        </p15:guide>
        <p15:guide id="11" orient="horz" pos="408" userDrawn="1">
          <p15:clr>
            <a:srgbClr val="FBAE40"/>
          </p15:clr>
        </p15:guide>
        <p15:guide id="13" orient="horz" pos="653" userDrawn="1">
          <p15:clr>
            <a:srgbClr val="FBAE40"/>
          </p15:clr>
        </p15:guide>
        <p15:guide id="14" orient="horz" pos="816" userDrawn="1">
          <p15:clr>
            <a:srgbClr val="FBAE40"/>
          </p15:clr>
        </p15:guide>
        <p15:guide id="15" orient="horz" pos="344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3 content dark ">
    <p:spTree>
      <p:nvGrpSpPr>
        <p:cNvPr id="1" name=""/>
        <p:cNvGrpSpPr/>
        <p:nvPr/>
      </p:nvGrpSpPr>
      <p:grpSpPr>
        <a:xfrm>
          <a:off x="0" y="0"/>
          <a:ext cx="0" cy="0"/>
          <a:chOff x="0" y="0"/>
          <a:chExt cx="0" cy="0"/>
        </a:xfrm>
      </p:grpSpPr>
      <p:sp>
        <p:nvSpPr>
          <p:cNvPr id="6" name="BackgroundPicture2">
            <a:extLst>
              <a:ext uri="{FF2B5EF4-FFF2-40B4-BE49-F238E27FC236}">
                <a16:creationId xmlns:a16="http://schemas.microsoft.com/office/drawing/2014/main" id="{284D3B4C-9D1A-C467-D10D-AB5759B15402}"/>
              </a:ext>
            </a:extLst>
          </p:cNvPr>
          <p:cNvSpPr/>
          <p:nvPr userDrawn="1"/>
        </p:nvSpPr>
        <p:spPr>
          <a:xfrm rot="10800000">
            <a:off x="0" y="5252612"/>
            <a:ext cx="10969626" cy="918001"/>
          </a:xfrm>
          <a:custGeom>
            <a:avLst/>
            <a:gdLst/>
            <a:ahLst/>
            <a:cxnLst/>
            <a:rect l="0" t="0" r="0" b="0"/>
            <a:pathLst>
              <a:path w="10969626" h="918001">
                <a:moveTo>
                  <a:pt x="0" y="0"/>
                </a:moveTo>
                <a:lnTo>
                  <a:pt x="10969625" y="0"/>
                </a:lnTo>
                <a:lnTo>
                  <a:pt x="10969625" y="349200"/>
                </a:lnTo>
                <a:lnTo>
                  <a:pt x="0" y="91800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close/>
              </a:path>
            </a:pathLst>
          </a:custGeom>
          <a:solidFill>
            <a:schemeClr val="accent1"/>
          </a:solidFill>
          <a:ln w="9525" cap="flat" cmpd="sng" algn="ctr">
            <a:no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tabLst/>
            </a:pPr>
            <a:endParaRPr kumimoji="0" lang="en-US" sz="1800" b="0" i="0" u="none" strike="noStrike" kern="0" cap="none" spc="0" normalizeH="0" baseline="0" noProof="0" dirty="0">
              <a:ln>
                <a:noFill/>
              </a:ln>
              <a:solidFill>
                <a:srgbClr val="000000"/>
              </a:solidFill>
              <a:effectLst/>
              <a:uLnTx/>
              <a:uFillTx/>
              <a:latin typeface="Bosch Office Sans"/>
              <a:ea typeface="+mn-ea"/>
              <a:cs typeface="+mn-cs"/>
            </a:endParaRPr>
          </a:p>
        </p:txBody>
      </p:sp>
      <p:pic>
        <p:nvPicPr>
          <p:cNvPr id="7" name="Logo">
            <a:extLst>
              <a:ext uri="{FF2B5EF4-FFF2-40B4-BE49-F238E27FC236}">
                <a16:creationId xmlns:a16="http://schemas.microsoft.com/office/drawing/2014/main" id="{47FD3E56-5E06-6DD1-4756-46DE63EF80B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7917" b="40255"/>
          <a:stretch/>
        </p:blipFill>
        <p:spPr>
          <a:xfrm>
            <a:off x="9703435" y="5581387"/>
            <a:ext cx="1104740" cy="438441"/>
          </a:xfrm>
          <a:prstGeom prst="rect">
            <a:avLst/>
          </a:prstGeom>
        </p:spPr>
      </p:pic>
      <p:sp>
        <p:nvSpPr>
          <p:cNvPr id="8" name="Footer">
            <a:extLst>
              <a:ext uri="{FF2B5EF4-FFF2-40B4-BE49-F238E27FC236}">
                <a16:creationId xmlns:a16="http://schemas.microsoft.com/office/drawing/2014/main" id="{FEB6F6A5-A529-92B9-55FE-058CB9D1E984}"/>
              </a:ext>
            </a:extLst>
          </p:cNvPr>
          <p:cNvSpPr txBox="1"/>
          <p:nvPr userDrawn="1"/>
        </p:nvSpPr>
        <p:spPr>
          <a:xfrm>
            <a:off x="593090" y="5935261"/>
            <a:ext cx="8850948" cy="122116"/>
          </a:xfrm>
          <a:prstGeom prst="rect">
            <a:avLst/>
          </a:prstGeom>
          <a:noFill/>
        </p:spPr>
        <p:txBody>
          <a:bodyPr wrap="square" lIns="0" tIns="0" rIns="0" bIns="0" rtlCol="0">
            <a:noAutofit/>
          </a:bodyPr>
          <a:lstStyle/>
          <a:p>
            <a:pPr marL="0" marR="0" lvl="0" indent="0" algn="l" defTabSz="914400" rtl="0" eaLnBrk="1" fontAlgn="auto" latinLnBrk="0" hangingPunct="1">
              <a:lnSpc>
                <a:spcPct val="107000"/>
              </a:lnSpc>
              <a:spcBef>
                <a:spcPts val="0"/>
              </a:spcBef>
              <a:spcAft>
                <a:spcPts val="100"/>
              </a:spcAft>
              <a:buClrTx/>
              <a:buSzTx/>
              <a:buFontTx/>
              <a:buNone/>
              <a:tabLst/>
              <a:defRPr/>
            </a:pPr>
            <a:r>
              <a:rPr lang="en-US" sz="600" kern="0" baseline="0" noProof="1">
                <a:solidFill>
                  <a:srgbClr val="A3BAC8"/>
                </a:solidFill>
                <a:latin typeface="+mn-lt"/>
              </a:rPr>
              <a:t>DC-AT/ESP1 | 06.06.2023 | © Bosch Rexroth AG 2023. Alle Rechte vorbehalten, auch bzgl. jeder Verfügung, Verwertung, Reproduktion, Bearbeitung, Weitergabe sowie für den Fall von Schutzrechtsanmeldungen.</a:t>
            </a:r>
          </a:p>
          <a:p>
            <a:pPr marL="0" marR="0" lvl="0" indent="0" algn="l" defTabSz="914400" rtl="0" eaLnBrk="1" fontAlgn="auto" latinLnBrk="0" hangingPunct="1">
              <a:lnSpc>
                <a:spcPct val="107000"/>
              </a:lnSpc>
              <a:spcBef>
                <a:spcPts val="0"/>
              </a:spcBef>
              <a:spcAft>
                <a:spcPts val="100"/>
              </a:spcAft>
              <a:buClrTx/>
              <a:buSzTx/>
              <a:buFontTx/>
              <a:buNone/>
              <a:tabLst/>
              <a:defRPr/>
            </a:pPr>
            <a:endParaRPr lang="en-US" sz="600" kern="0" baseline="0" noProof="1">
              <a:solidFill>
                <a:schemeClr val="accent1"/>
              </a:solidFill>
              <a:latin typeface="+mn-lt"/>
            </a:endParaRPr>
          </a:p>
          <a:p>
            <a:pPr marR="0" defTabSz="914400" eaLnBrk="1" fontAlgn="auto" latinLnBrk="0" hangingPunct="1">
              <a:lnSpc>
                <a:spcPct val="107000"/>
              </a:lnSpc>
              <a:spcBef>
                <a:spcPts val="0"/>
              </a:spcBef>
              <a:spcAft>
                <a:spcPts val="100"/>
              </a:spcAft>
              <a:buClrTx/>
              <a:buSzTx/>
              <a:buFontTx/>
              <a:buNone/>
              <a:tabLst/>
            </a:pPr>
            <a:endParaRPr kumimoji="0" lang="en-US" sz="600" b="0" i="0" u="none" strike="noStrike" kern="0" cap="none" spc="0" normalizeH="0" baseline="0" noProof="1">
              <a:ln>
                <a:noFill/>
              </a:ln>
              <a:solidFill>
                <a:srgbClr val="000000"/>
              </a:solidFill>
              <a:effectLst/>
              <a:uLnTx/>
              <a:uFillTx/>
              <a:latin typeface="+mn-lt"/>
            </a:endParaRPr>
          </a:p>
        </p:txBody>
      </p:sp>
      <p:sp>
        <p:nvSpPr>
          <p:cNvPr id="2" name="Chapter_titleonly">
            <a:extLst>
              <a:ext uri="{FF2B5EF4-FFF2-40B4-BE49-F238E27FC236}">
                <a16:creationId xmlns:a16="http://schemas.microsoft.com/office/drawing/2014/main" id="{E311C0AE-2DE4-8E96-7B13-6B9BCE05E566}"/>
              </a:ext>
            </a:extLst>
          </p:cNvPr>
          <p:cNvSpPr>
            <a:spLocks noGrp="1"/>
          </p:cNvSpPr>
          <p:nvPr>
            <p:ph type="body" idx="15" hasCustomPrompt="1"/>
          </p:nvPr>
        </p:nvSpPr>
        <p:spPr>
          <a:xfrm>
            <a:off x="259080" y="259200"/>
            <a:ext cx="10452100" cy="388800"/>
          </a:xfrm>
        </p:spPr>
        <p:txBody>
          <a:bodyPr vert="horz" lIns="0" tIns="0" rIns="0" bIns="0" rtlCol="0">
            <a:noAutofit/>
          </a:bodyPr>
          <a:lstStyle>
            <a:lvl1pPr>
              <a:lnSpc>
                <a:spcPct val="89000"/>
              </a:lnSpc>
              <a:buNone/>
              <a:defRPr lang="de-DE" sz="2400" b="1" kern="0" baseline="0">
                <a:solidFill>
                  <a:srgbClr val="00B9E5"/>
                </a:solidFill>
                <a:latin typeface="+mj-lt"/>
                <a:ea typeface="+mn-ea"/>
                <a:cs typeface="+mn-cs"/>
              </a:defRPr>
            </a:lvl1pPr>
          </a:lstStyle>
          <a:p>
            <a:pPr marL="0" lvl="0" indent="0">
              <a:spcBef>
                <a:spcPts val="0"/>
              </a:spcBef>
              <a:buFont typeface="Wingdings 3" panose="05040102010807070707" pitchFamily="18" charset="2"/>
            </a:pPr>
            <a:r>
              <a:rPr lang="en-US" noProof="1"/>
              <a:t>Kapitel­überschrift hinzufügen</a:t>
            </a:r>
          </a:p>
        </p:txBody>
      </p:sp>
      <p:sp>
        <p:nvSpPr>
          <p:cNvPr id="18" name="slide_title">
            <a:extLst>
              <a:ext uri="{FF2B5EF4-FFF2-40B4-BE49-F238E27FC236}">
                <a16:creationId xmlns:a16="http://schemas.microsoft.com/office/drawing/2014/main" id="{8466D3B3-E7C3-4CBE-9A38-5FE8BF51AAEA}"/>
              </a:ext>
            </a:extLst>
          </p:cNvPr>
          <p:cNvSpPr>
            <a:spLocks noGrp="1"/>
          </p:cNvSpPr>
          <p:nvPr>
            <p:ph type="title" sz="quarter" hasCustomPrompt="1"/>
          </p:nvPr>
        </p:nvSpPr>
        <p:spPr>
          <a:xfrm>
            <a:off x="259080" y="648000"/>
            <a:ext cx="10452100" cy="388800"/>
          </a:xfrm>
        </p:spPr>
        <p:txBody>
          <a:bodyPr/>
          <a:lstStyle>
            <a:lvl1pPr>
              <a:defRPr>
                <a:solidFill>
                  <a:srgbClr val="00B9E5"/>
                </a:solidFill>
              </a:defRPr>
            </a:lvl1pPr>
          </a:lstStyle>
          <a:p>
            <a:r>
              <a:rPr lang="en-US" noProof="1"/>
              <a:t>Folienüberschrift hinzufügen</a:t>
            </a:r>
          </a:p>
        </p:txBody>
      </p:sp>
      <p:sp>
        <p:nvSpPr>
          <p:cNvPr id="3" name="Content Placeholder 1"/>
          <p:cNvSpPr>
            <a:spLocks noGrp="1"/>
          </p:cNvSpPr>
          <p:nvPr>
            <p:ph sz="half" idx="1" hasCustomPrompt="1"/>
          </p:nvPr>
        </p:nvSpPr>
        <p:spPr>
          <a:xfrm>
            <a:off x="259080" y="1295399"/>
            <a:ext cx="3129280" cy="416814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47" name="Content Placeholder 2">
            <a:extLst>
              <a:ext uri="{FF2B5EF4-FFF2-40B4-BE49-F238E27FC236}">
                <a16:creationId xmlns:a16="http://schemas.microsoft.com/office/drawing/2014/main" id="{3F3E027D-9EE5-4C12-9974-36EA025C350F}"/>
              </a:ext>
            </a:extLst>
          </p:cNvPr>
          <p:cNvSpPr>
            <a:spLocks noGrp="1"/>
          </p:cNvSpPr>
          <p:nvPr>
            <p:ph sz="half" idx="2" hasCustomPrompt="1"/>
          </p:nvPr>
        </p:nvSpPr>
        <p:spPr>
          <a:xfrm>
            <a:off x="3910330" y="1295400"/>
            <a:ext cx="3129280" cy="416814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4" name="Content Placeholder 3"/>
          <p:cNvSpPr>
            <a:spLocks noGrp="1"/>
          </p:cNvSpPr>
          <p:nvPr>
            <p:ph sz="half" idx="3" hasCustomPrompt="1"/>
          </p:nvPr>
        </p:nvSpPr>
        <p:spPr>
          <a:xfrm>
            <a:off x="7561580" y="1295400"/>
            <a:ext cx="3129280" cy="416814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5" name="Slide Number Placeholder 4"/>
          <p:cNvSpPr>
            <a:spLocks noGrp="1"/>
          </p:cNvSpPr>
          <p:nvPr>
            <p:ph type="sldNum" sz="quarter" idx="12"/>
          </p:nvPr>
        </p:nvSpPr>
        <p:spPr>
          <a:xfrm>
            <a:off x="266699" y="5923478"/>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
        <p:nvSpPr>
          <p:cNvPr id="13" name="Rectangle7">
            <a:extLst>
              <a:ext uri="{FF2B5EF4-FFF2-40B4-BE49-F238E27FC236}">
                <a16:creationId xmlns:a16="http://schemas.microsoft.com/office/drawing/2014/main" id="{79759149-285E-4F0E-938E-7199B34084BE}"/>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Tree>
    <p:extLst>
      <p:ext uri="{BB962C8B-B14F-4D97-AF65-F5344CB8AC3E}">
        <p14:creationId xmlns:p14="http://schemas.microsoft.com/office/powerpoint/2010/main" val="1753108059"/>
      </p:ext>
    </p:extLst>
  </p:cSld>
  <p:clrMapOvr>
    <a:masterClrMapping/>
  </p:clrMapOvr>
  <p:extLst>
    <p:ext uri="{DCECCB84-F9BA-43D5-87BE-67443E8EF086}">
      <p15:sldGuideLst xmlns:p15="http://schemas.microsoft.com/office/powerpoint/2012/main">
        <p15:guide id="0" pos="163" userDrawn="1">
          <p15:clr>
            <a:srgbClr val="FBAE40"/>
          </p15:clr>
        </p15:guide>
        <p15:guide id="5" pos="2134" userDrawn="1">
          <p15:clr>
            <a:srgbClr val="FBAE40"/>
          </p15:clr>
        </p15:guide>
        <p15:guide id="6" pos="4763" userDrawn="1">
          <p15:clr>
            <a:srgbClr val="FBAE40"/>
          </p15:clr>
        </p15:guide>
        <p15:guide id="7" pos="6734" userDrawn="1">
          <p15:clr>
            <a:srgbClr val="FBAE40"/>
          </p15:clr>
        </p15:guide>
        <p15:guide id="8" pos="2463" userDrawn="1">
          <p15:clr>
            <a:srgbClr val="FBAE40"/>
          </p15:clr>
        </p15:guide>
        <p15:guide id="9" pos="4434" userDrawn="1">
          <p15:clr>
            <a:srgbClr val="FBAE40"/>
          </p15:clr>
        </p15:guide>
        <p15:guide id="12" orient="horz" pos="163" userDrawn="1">
          <p15:clr>
            <a:srgbClr val="FBAE40"/>
          </p15:clr>
        </p15:guide>
        <p15:guide id="13" orient="horz" pos="408" userDrawn="1">
          <p15:clr>
            <a:srgbClr val="FBAE40"/>
          </p15:clr>
        </p15:guide>
        <p15:guide id="14" orient="horz" pos="653" userDrawn="1">
          <p15:clr>
            <a:srgbClr val="FBAE40"/>
          </p15:clr>
        </p15:guide>
        <p15:guide id="16" orient="horz" pos="3441" userDrawn="1">
          <p15:clr>
            <a:srgbClr val="FBAE40"/>
          </p15:clr>
        </p15:guide>
        <p15:guide id="17" orient="horz" pos="816"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content light ">
    <p:spTree>
      <p:nvGrpSpPr>
        <p:cNvPr id="1" name=""/>
        <p:cNvGrpSpPr/>
        <p:nvPr/>
      </p:nvGrpSpPr>
      <p:grpSpPr>
        <a:xfrm>
          <a:off x="0" y="0"/>
          <a:ext cx="0" cy="0"/>
          <a:chOff x="0" y="0"/>
          <a:chExt cx="0" cy="0"/>
        </a:xfrm>
      </p:grpSpPr>
      <p:sp>
        <p:nvSpPr>
          <p:cNvPr id="2" name="Chapter_titleonly">
            <a:extLst>
              <a:ext uri="{FF2B5EF4-FFF2-40B4-BE49-F238E27FC236}">
                <a16:creationId xmlns:a16="http://schemas.microsoft.com/office/drawing/2014/main" id="{E311C0AE-2DE4-8E96-7B13-6B9BCE05E566}"/>
              </a:ext>
            </a:extLst>
          </p:cNvPr>
          <p:cNvSpPr>
            <a:spLocks noGrp="1"/>
          </p:cNvSpPr>
          <p:nvPr>
            <p:ph type="body" idx="15" hasCustomPrompt="1"/>
          </p:nvPr>
        </p:nvSpPr>
        <p:spPr>
          <a:xfrm>
            <a:off x="259080" y="259200"/>
            <a:ext cx="10452100" cy="388800"/>
          </a:xfrm>
        </p:spPr>
        <p:txBody>
          <a:bodyPr vert="horz" lIns="0" tIns="0" rIns="0" bIns="0" rtlCol="0">
            <a:noAutofit/>
          </a:bodyPr>
          <a:lstStyle>
            <a:lvl1pPr>
              <a:lnSpc>
                <a:spcPct val="89000"/>
              </a:lnSpc>
              <a:buNone/>
              <a:defRPr lang="de-DE" sz="2400" b="1" kern="0" baseline="0">
                <a:solidFill>
                  <a:srgbClr val="00B9E5"/>
                </a:solidFill>
                <a:latin typeface="+mj-lt"/>
                <a:ea typeface="+mn-ea"/>
                <a:cs typeface="+mn-cs"/>
              </a:defRPr>
            </a:lvl1pPr>
          </a:lstStyle>
          <a:p>
            <a:pPr marL="0" lvl="0" indent="0">
              <a:spcBef>
                <a:spcPts val="0"/>
              </a:spcBef>
              <a:buFont typeface="Wingdings 3" panose="05040102010807070707" pitchFamily="18" charset="2"/>
            </a:pPr>
            <a:r>
              <a:rPr lang="en-US" noProof="1"/>
              <a:t>Kapitel­überschrift hinzufügen</a:t>
            </a:r>
          </a:p>
        </p:txBody>
      </p:sp>
      <p:sp>
        <p:nvSpPr>
          <p:cNvPr id="18" name="slide_title">
            <a:extLst>
              <a:ext uri="{FF2B5EF4-FFF2-40B4-BE49-F238E27FC236}">
                <a16:creationId xmlns:a16="http://schemas.microsoft.com/office/drawing/2014/main" id="{8466D3B3-E7C3-4CBE-9A38-5FE8BF51AAEA}"/>
              </a:ext>
            </a:extLst>
          </p:cNvPr>
          <p:cNvSpPr>
            <a:spLocks noGrp="1"/>
          </p:cNvSpPr>
          <p:nvPr>
            <p:ph type="title" sz="quarter" hasCustomPrompt="1"/>
          </p:nvPr>
        </p:nvSpPr>
        <p:spPr>
          <a:xfrm>
            <a:off x="259080" y="648000"/>
            <a:ext cx="10452100" cy="388800"/>
          </a:xfrm>
        </p:spPr>
        <p:txBody>
          <a:bodyPr/>
          <a:lstStyle>
            <a:lvl1pPr>
              <a:defRPr>
                <a:solidFill>
                  <a:srgbClr val="00B9E5"/>
                </a:solidFill>
              </a:defRPr>
            </a:lvl1pPr>
          </a:lstStyle>
          <a:p>
            <a:r>
              <a:rPr lang="en-US" noProof="1"/>
              <a:t>Folienüberschrift hinzufügen</a:t>
            </a:r>
          </a:p>
        </p:txBody>
      </p:sp>
      <p:sp>
        <p:nvSpPr>
          <p:cNvPr id="3" name="Content Placeholder 1"/>
          <p:cNvSpPr>
            <a:spLocks noGrp="1"/>
          </p:cNvSpPr>
          <p:nvPr>
            <p:ph sz="half" idx="1" hasCustomPrompt="1"/>
          </p:nvPr>
        </p:nvSpPr>
        <p:spPr>
          <a:xfrm>
            <a:off x="259080" y="1295399"/>
            <a:ext cx="3129280" cy="416814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47" name="Content Placeholder 2">
            <a:extLst>
              <a:ext uri="{FF2B5EF4-FFF2-40B4-BE49-F238E27FC236}">
                <a16:creationId xmlns:a16="http://schemas.microsoft.com/office/drawing/2014/main" id="{3F3E027D-9EE5-4C12-9974-36EA025C350F}"/>
              </a:ext>
            </a:extLst>
          </p:cNvPr>
          <p:cNvSpPr>
            <a:spLocks noGrp="1"/>
          </p:cNvSpPr>
          <p:nvPr>
            <p:ph sz="half" idx="2" hasCustomPrompt="1"/>
          </p:nvPr>
        </p:nvSpPr>
        <p:spPr>
          <a:xfrm>
            <a:off x="3910330" y="1295400"/>
            <a:ext cx="3129280" cy="416814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4" name="Content Placeholder 3"/>
          <p:cNvSpPr>
            <a:spLocks noGrp="1"/>
          </p:cNvSpPr>
          <p:nvPr>
            <p:ph sz="half" idx="3" hasCustomPrompt="1"/>
          </p:nvPr>
        </p:nvSpPr>
        <p:spPr>
          <a:xfrm>
            <a:off x="7561580" y="1295400"/>
            <a:ext cx="3129280" cy="416814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5" name="Slide Number Placeholder 4"/>
          <p:cNvSpPr>
            <a:spLocks noGrp="1"/>
          </p:cNvSpPr>
          <p:nvPr>
            <p:ph type="sldNum" sz="quarter" idx="12"/>
          </p:nvPr>
        </p:nvSpPr>
        <p:spPr>
          <a:xfrm>
            <a:off x="266699" y="5923478"/>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
        <p:nvSpPr>
          <p:cNvPr id="13" name="Rectangle7">
            <a:extLst>
              <a:ext uri="{FF2B5EF4-FFF2-40B4-BE49-F238E27FC236}">
                <a16:creationId xmlns:a16="http://schemas.microsoft.com/office/drawing/2014/main" id="{79759149-285E-4F0E-938E-7199B34084BE}"/>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Tree>
    <p:extLst>
      <p:ext uri="{BB962C8B-B14F-4D97-AF65-F5344CB8AC3E}">
        <p14:creationId xmlns:p14="http://schemas.microsoft.com/office/powerpoint/2010/main" val="2005200844"/>
      </p:ext>
    </p:extLst>
  </p:cSld>
  <p:clrMapOvr>
    <a:masterClrMapping/>
  </p:clrMapOvr>
  <p:extLst>
    <p:ext uri="{DCECCB84-F9BA-43D5-87BE-67443E8EF086}">
      <p15:sldGuideLst xmlns:p15="http://schemas.microsoft.com/office/powerpoint/2012/main">
        <p15:guide id="0" pos="163" userDrawn="1">
          <p15:clr>
            <a:srgbClr val="FBAE40"/>
          </p15:clr>
        </p15:guide>
        <p15:guide id="5" pos="2134" userDrawn="1">
          <p15:clr>
            <a:srgbClr val="FBAE40"/>
          </p15:clr>
        </p15:guide>
        <p15:guide id="6" pos="4763" userDrawn="1">
          <p15:clr>
            <a:srgbClr val="FBAE40"/>
          </p15:clr>
        </p15:guide>
        <p15:guide id="7" pos="6734" userDrawn="1">
          <p15:clr>
            <a:srgbClr val="FBAE40"/>
          </p15:clr>
        </p15:guide>
        <p15:guide id="8" pos="2463" userDrawn="1">
          <p15:clr>
            <a:srgbClr val="FBAE40"/>
          </p15:clr>
        </p15:guide>
        <p15:guide id="9" pos="4434" userDrawn="1">
          <p15:clr>
            <a:srgbClr val="FBAE40"/>
          </p15:clr>
        </p15:guide>
        <p15:guide id="12" orient="horz" pos="163" userDrawn="1">
          <p15:clr>
            <a:srgbClr val="FBAE40"/>
          </p15:clr>
        </p15:guide>
        <p15:guide id="13" orient="horz" pos="408" userDrawn="1">
          <p15:clr>
            <a:srgbClr val="FBAE40"/>
          </p15:clr>
        </p15:guide>
        <p15:guide id="14" orient="horz" pos="653" userDrawn="1">
          <p15:clr>
            <a:srgbClr val="FBAE40"/>
          </p15:clr>
        </p15:guide>
        <p15:guide id="16" orient="horz" pos="3441" userDrawn="1">
          <p15:clr>
            <a:srgbClr val="FBAE40"/>
          </p15:clr>
        </p15:guide>
        <p15:guide id="17" orient="horz" pos="81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reserve="1">
  <p:cSld name="Only title dark ">
    <p:spTree>
      <p:nvGrpSpPr>
        <p:cNvPr id="1" name=""/>
        <p:cNvGrpSpPr/>
        <p:nvPr/>
      </p:nvGrpSpPr>
      <p:grpSpPr>
        <a:xfrm>
          <a:off x="0" y="0"/>
          <a:ext cx="0" cy="0"/>
          <a:chOff x="0" y="0"/>
          <a:chExt cx="0" cy="0"/>
        </a:xfrm>
      </p:grpSpPr>
      <p:sp>
        <p:nvSpPr>
          <p:cNvPr id="3" name="BackgroundPicture2">
            <a:extLst>
              <a:ext uri="{FF2B5EF4-FFF2-40B4-BE49-F238E27FC236}">
                <a16:creationId xmlns:a16="http://schemas.microsoft.com/office/drawing/2014/main" id="{A3B84066-6035-D150-79DB-E6F73AC521F1}"/>
              </a:ext>
            </a:extLst>
          </p:cNvPr>
          <p:cNvSpPr/>
          <p:nvPr userDrawn="1"/>
        </p:nvSpPr>
        <p:spPr>
          <a:xfrm rot="10800000">
            <a:off x="0" y="5252612"/>
            <a:ext cx="10969626" cy="918001"/>
          </a:xfrm>
          <a:custGeom>
            <a:avLst/>
            <a:gdLst/>
            <a:ahLst/>
            <a:cxnLst/>
            <a:rect l="0" t="0" r="0" b="0"/>
            <a:pathLst>
              <a:path w="10969626" h="918001">
                <a:moveTo>
                  <a:pt x="0" y="0"/>
                </a:moveTo>
                <a:lnTo>
                  <a:pt x="10969625" y="0"/>
                </a:lnTo>
                <a:lnTo>
                  <a:pt x="10969625" y="349200"/>
                </a:lnTo>
                <a:lnTo>
                  <a:pt x="0" y="91800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close/>
              </a:path>
            </a:pathLst>
          </a:custGeom>
          <a:solidFill>
            <a:schemeClr val="accent1"/>
          </a:solidFill>
          <a:ln w="9525" cap="flat" cmpd="sng" algn="ctr">
            <a:no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tabLst/>
            </a:pPr>
            <a:endParaRPr kumimoji="0" lang="en-US" sz="1800" b="0" i="0" u="none" strike="noStrike" kern="0" cap="none" spc="0" normalizeH="0" baseline="0" noProof="0" dirty="0">
              <a:ln>
                <a:noFill/>
              </a:ln>
              <a:solidFill>
                <a:srgbClr val="000000"/>
              </a:solidFill>
              <a:effectLst/>
              <a:uLnTx/>
              <a:uFillTx/>
              <a:latin typeface="Bosch Office Sans"/>
              <a:ea typeface="+mn-ea"/>
              <a:cs typeface="+mn-cs"/>
            </a:endParaRPr>
          </a:p>
        </p:txBody>
      </p:sp>
      <p:pic>
        <p:nvPicPr>
          <p:cNvPr id="4" name="Logo">
            <a:extLst>
              <a:ext uri="{FF2B5EF4-FFF2-40B4-BE49-F238E27FC236}">
                <a16:creationId xmlns:a16="http://schemas.microsoft.com/office/drawing/2014/main" id="{8D3D88F3-124D-A588-B32B-5F582719A39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7917" b="40255"/>
          <a:stretch/>
        </p:blipFill>
        <p:spPr>
          <a:xfrm>
            <a:off x="9703435" y="5581387"/>
            <a:ext cx="1104740" cy="438441"/>
          </a:xfrm>
          <a:prstGeom prst="rect">
            <a:avLst/>
          </a:prstGeom>
        </p:spPr>
      </p:pic>
      <p:sp>
        <p:nvSpPr>
          <p:cNvPr id="5" name="Footer">
            <a:extLst>
              <a:ext uri="{FF2B5EF4-FFF2-40B4-BE49-F238E27FC236}">
                <a16:creationId xmlns:a16="http://schemas.microsoft.com/office/drawing/2014/main" id="{BD91427E-BF6D-0732-4C28-E8C9868C5F89}"/>
              </a:ext>
            </a:extLst>
          </p:cNvPr>
          <p:cNvSpPr txBox="1"/>
          <p:nvPr userDrawn="1"/>
        </p:nvSpPr>
        <p:spPr>
          <a:xfrm>
            <a:off x="593090" y="5935261"/>
            <a:ext cx="8850948" cy="122116"/>
          </a:xfrm>
          <a:prstGeom prst="rect">
            <a:avLst/>
          </a:prstGeom>
          <a:noFill/>
        </p:spPr>
        <p:txBody>
          <a:bodyPr wrap="square" lIns="0" tIns="0" rIns="0" bIns="0" rtlCol="0">
            <a:noAutofit/>
          </a:bodyPr>
          <a:lstStyle/>
          <a:p>
            <a:pPr marL="0" marR="0" lvl="0" indent="0" algn="l" defTabSz="914400" rtl="0" eaLnBrk="1" fontAlgn="auto" latinLnBrk="0" hangingPunct="1">
              <a:lnSpc>
                <a:spcPct val="107000"/>
              </a:lnSpc>
              <a:spcBef>
                <a:spcPts val="0"/>
              </a:spcBef>
              <a:spcAft>
                <a:spcPts val="100"/>
              </a:spcAft>
              <a:buClrTx/>
              <a:buSzTx/>
              <a:buFontTx/>
              <a:buNone/>
              <a:tabLst/>
              <a:defRPr/>
            </a:pPr>
            <a:r>
              <a:rPr lang="en-US" sz="600" kern="0" baseline="0" noProof="1">
                <a:solidFill>
                  <a:srgbClr val="A3BAC8"/>
                </a:solidFill>
                <a:latin typeface="+mn-lt"/>
              </a:rPr>
              <a:t>DC-AT/ESP1 | 06.06.2023 | © Bosch Rexroth AG 2023. Alle Rechte vorbehalten, auch bzgl. jeder Verfügung, Verwertung, Reproduktion, Bearbeitung, Weitergabe sowie für den Fall von Schutzrechtsanmeldungen.</a:t>
            </a:r>
          </a:p>
          <a:p>
            <a:pPr marL="0" marR="0" lvl="0" indent="0" algn="l" defTabSz="914400" rtl="0" eaLnBrk="1" fontAlgn="auto" latinLnBrk="0" hangingPunct="1">
              <a:lnSpc>
                <a:spcPct val="107000"/>
              </a:lnSpc>
              <a:spcBef>
                <a:spcPts val="0"/>
              </a:spcBef>
              <a:spcAft>
                <a:spcPts val="100"/>
              </a:spcAft>
              <a:buClrTx/>
              <a:buSzTx/>
              <a:buFontTx/>
              <a:buNone/>
              <a:tabLst/>
              <a:defRPr/>
            </a:pPr>
            <a:endParaRPr lang="en-US" sz="600" kern="0" baseline="0" noProof="1">
              <a:solidFill>
                <a:schemeClr val="accent1"/>
              </a:solidFill>
              <a:latin typeface="+mn-lt"/>
            </a:endParaRPr>
          </a:p>
          <a:p>
            <a:pPr marR="0" defTabSz="914400" eaLnBrk="1" fontAlgn="auto" latinLnBrk="0" hangingPunct="1">
              <a:lnSpc>
                <a:spcPct val="107000"/>
              </a:lnSpc>
              <a:spcBef>
                <a:spcPts val="0"/>
              </a:spcBef>
              <a:spcAft>
                <a:spcPts val="100"/>
              </a:spcAft>
              <a:buClrTx/>
              <a:buSzTx/>
              <a:buFontTx/>
              <a:buNone/>
              <a:tabLst/>
            </a:pPr>
            <a:endParaRPr kumimoji="0" lang="en-US" sz="600" b="0" i="0" u="none" strike="noStrike" kern="0" cap="none" spc="0" normalizeH="0" baseline="0" noProof="1">
              <a:ln>
                <a:noFill/>
              </a:ln>
              <a:solidFill>
                <a:srgbClr val="000000"/>
              </a:solidFill>
              <a:effectLst/>
              <a:uLnTx/>
              <a:uFillTx/>
              <a:latin typeface="+mn-lt"/>
            </a:endParaRPr>
          </a:p>
        </p:txBody>
      </p:sp>
      <p:sp>
        <p:nvSpPr>
          <p:cNvPr id="2" name="Chapter_titleonly"/>
          <p:cNvSpPr>
            <a:spLocks noGrp="1"/>
          </p:cNvSpPr>
          <p:nvPr>
            <p:ph type="body" idx="15" hasCustomPrompt="1"/>
          </p:nvPr>
        </p:nvSpPr>
        <p:spPr>
          <a:xfrm>
            <a:off x="259080" y="259200"/>
            <a:ext cx="10452100" cy="388800"/>
          </a:xfrm>
        </p:spPr>
        <p:txBody>
          <a:bodyPr vert="horz" lIns="0" tIns="0" rIns="0" bIns="0" rtlCol="0">
            <a:noAutofit/>
          </a:bodyPr>
          <a:lstStyle>
            <a:lvl1pPr>
              <a:lnSpc>
                <a:spcPct val="89000"/>
              </a:lnSpc>
              <a:buNone/>
              <a:defRPr lang="de-DE" sz="2400" b="1" kern="0" baseline="0">
                <a:solidFill>
                  <a:srgbClr val="00B9E5"/>
                </a:solidFill>
                <a:latin typeface="+mj-lt"/>
                <a:ea typeface="+mn-ea"/>
                <a:cs typeface="+mn-cs"/>
              </a:defRPr>
            </a:lvl1pPr>
          </a:lstStyle>
          <a:p>
            <a:pPr marL="0" lvl="0" indent="0">
              <a:spcBef>
                <a:spcPts val="0"/>
              </a:spcBef>
              <a:buFont typeface="Wingdings 3" panose="05040102010807070707" pitchFamily="18" charset="2"/>
            </a:pPr>
            <a:r>
              <a:rPr lang="en-US" noProof="1"/>
              <a:t>Kapitel­überschrift hinzufügen</a:t>
            </a:r>
          </a:p>
        </p:txBody>
      </p:sp>
      <p:sp>
        <p:nvSpPr>
          <p:cNvPr id="9" name="slide_title">
            <a:extLst>
              <a:ext uri="{FF2B5EF4-FFF2-40B4-BE49-F238E27FC236}">
                <a16:creationId xmlns:a16="http://schemas.microsoft.com/office/drawing/2014/main" id="{CE9D89DE-4B7A-4152-8E47-903CAF20AB0B}"/>
              </a:ext>
            </a:extLst>
          </p:cNvPr>
          <p:cNvSpPr>
            <a:spLocks noGrp="1"/>
          </p:cNvSpPr>
          <p:nvPr>
            <p:ph type="title" sz="quarter" hasCustomPrompt="1"/>
          </p:nvPr>
        </p:nvSpPr>
        <p:spPr>
          <a:xfrm>
            <a:off x="259080" y="648000"/>
            <a:ext cx="10452100" cy="388800"/>
          </a:xfrm>
        </p:spPr>
        <p:txBody>
          <a:bodyPr/>
          <a:lstStyle>
            <a:lvl1pPr>
              <a:defRPr>
                <a:solidFill>
                  <a:srgbClr val="00B9E5"/>
                </a:solidFill>
              </a:defRPr>
            </a:lvl1pPr>
          </a:lstStyle>
          <a:p>
            <a:r>
              <a:rPr lang="en-US" noProof="1"/>
              <a:t>Folienüberschrift hinzufügen</a:t>
            </a:r>
          </a:p>
        </p:txBody>
      </p:sp>
      <p:sp>
        <p:nvSpPr>
          <p:cNvPr id="6" name="Slide Number Placeholder 5"/>
          <p:cNvSpPr>
            <a:spLocks noGrp="1"/>
          </p:cNvSpPr>
          <p:nvPr>
            <p:ph type="sldNum" sz="quarter" idx="12"/>
          </p:nvPr>
        </p:nvSpPr>
        <p:spPr>
          <a:xfrm>
            <a:off x="266699" y="5923477"/>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
        <p:nvSpPr>
          <p:cNvPr id="10" name="Rectangle7">
            <a:extLst>
              <a:ext uri="{FF2B5EF4-FFF2-40B4-BE49-F238E27FC236}">
                <a16:creationId xmlns:a16="http://schemas.microsoft.com/office/drawing/2014/main" id="{8883D326-CEAD-4903-8269-B2D194C3C224}"/>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Tree>
    <p:extLst>
      <p:ext uri="{BB962C8B-B14F-4D97-AF65-F5344CB8AC3E}">
        <p14:creationId xmlns:p14="http://schemas.microsoft.com/office/powerpoint/2010/main" val="2333804543"/>
      </p:ext>
    </p:extLst>
  </p:cSld>
  <p:clrMapOvr>
    <a:masterClrMapping/>
  </p:clrMapOvr>
  <p:extLst>
    <p:ext uri="{DCECCB84-F9BA-43D5-87BE-67443E8EF086}">
      <p15:sldGuideLst xmlns:p15="http://schemas.microsoft.com/office/powerpoint/2012/main">
        <p15:guide id="0" pos="163" userDrawn="1">
          <p15:clr>
            <a:srgbClr val="FBAE40"/>
          </p15:clr>
        </p15:guide>
        <p15:guide id="1" pos="6747" userDrawn="1">
          <p15:clr>
            <a:srgbClr val="FBAE40"/>
          </p15:clr>
        </p15:guide>
        <p15:guide id="10" orient="horz" pos="163" userDrawn="1">
          <p15:clr>
            <a:srgbClr val="FBAE40"/>
          </p15:clr>
        </p15:guide>
        <p15:guide id="11" orient="horz" pos="408" userDrawn="1">
          <p15:clr>
            <a:srgbClr val="FBAE40"/>
          </p15:clr>
        </p15:guide>
        <p15:guide id="15" orient="horz" pos="652" userDrawn="1">
          <p15:clr>
            <a:srgbClr val="FBAE40"/>
          </p15:clr>
        </p15:guide>
        <p15:guide id="16" orient="horz" pos="3440" userDrawn="1">
          <p15:clr>
            <a:srgbClr val="FBAE40"/>
          </p15:clr>
        </p15:guide>
        <p15:guide id="17" orient="horz" pos="81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Only title light ">
    <p:spTree>
      <p:nvGrpSpPr>
        <p:cNvPr id="1" name=""/>
        <p:cNvGrpSpPr/>
        <p:nvPr/>
      </p:nvGrpSpPr>
      <p:grpSpPr>
        <a:xfrm>
          <a:off x="0" y="0"/>
          <a:ext cx="0" cy="0"/>
          <a:chOff x="0" y="0"/>
          <a:chExt cx="0" cy="0"/>
        </a:xfrm>
      </p:grpSpPr>
      <p:sp>
        <p:nvSpPr>
          <p:cNvPr id="2" name="Chapter_titleonly"/>
          <p:cNvSpPr>
            <a:spLocks noGrp="1"/>
          </p:cNvSpPr>
          <p:nvPr>
            <p:ph type="body" idx="15" hasCustomPrompt="1"/>
          </p:nvPr>
        </p:nvSpPr>
        <p:spPr>
          <a:xfrm>
            <a:off x="259080" y="259200"/>
            <a:ext cx="10452100" cy="388800"/>
          </a:xfrm>
        </p:spPr>
        <p:txBody>
          <a:bodyPr vert="horz" lIns="0" tIns="0" rIns="0" bIns="0" rtlCol="0">
            <a:noAutofit/>
          </a:bodyPr>
          <a:lstStyle>
            <a:lvl1pPr>
              <a:lnSpc>
                <a:spcPct val="89000"/>
              </a:lnSpc>
              <a:buNone/>
              <a:defRPr lang="de-DE" sz="2400" b="1" kern="0" baseline="0">
                <a:solidFill>
                  <a:srgbClr val="00B9E5"/>
                </a:solidFill>
                <a:latin typeface="+mj-lt"/>
                <a:ea typeface="+mn-ea"/>
                <a:cs typeface="+mn-cs"/>
              </a:defRPr>
            </a:lvl1pPr>
          </a:lstStyle>
          <a:p>
            <a:pPr marL="0" lvl="0" indent="0">
              <a:spcBef>
                <a:spcPts val="0"/>
              </a:spcBef>
              <a:buFont typeface="Wingdings 3" panose="05040102010807070707" pitchFamily="18" charset="2"/>
            </a:pPr>
            <a:r>
              <a:rPr lang="en-US" noProof="1"/>
              <a:t>Kapitel­überschrift hinzufügen</a:t>
            </a:r>
          </a:p>
        </p:txBody>
      </p:sp>
      <p:sp>
        <p:nvSpPr>
          <p:cNvPr id="9" name="slide_title">
            <a:extLst>
              <a:ext uri="{FF2B5EF4-FFF2-40B4-BE49-F238E27FC236}">
                <a16:creationId xmlns:a16="http://schemas.microsoft.com/office/drawing/2014/main" id="{CE9D89DE-4B7A-4152-8E47-903CAF20AB0B}"/>
              </a:ext>
            </a:extLst>
          </p:cNvPr>
          <p:cNvSpPr>
            <a:spLocks noGrp="1"/>
          </p:cNvSpPr>
          <p:nvPr>
            <p:ph type="title" sz="quarter" hasCustomPrompt="1"/>
          </p:nvPr>
        </p:nvSpPr>
        <p:spPr>
          <a:xfrm>
            <a:off x="259080" y="648000"/>
            <a:ext cx="10452100" cy="388800"/>
          </a:xfrm>
        </p:spPr>
        <p:txBody>
          <a:bodyPr/>
          <a:lstStyle>
            <a:lvl1pPr>
              <a:defRPr>
                <a:solidFill>
                  <a:srgbClr val="00B9E5"/>
                </a:solidFill>
              </a:defRPr>
            </a:lvl1pPr>
          </a:lstStyle>
          <a:p>
            <a:r>
              <a:rPr lang="en-US" noProof="1"/>
              <a:t>Folienüberschrift hinzufügen</a:t>
            </a:r>
          </a:p>
        </p:txBody>
      </p:sp>
      <p:sp>
        <p:nvSpPr>
          <p:cNvPr id="6" name="Slide Number Placeholder 5"/>
          <p:cNvSpPr>
            <a:spLocks noGrp="1"/>
          </p:cNvSpPr>
          <p:nvPr>
            <p:ph type="sldNum" sz="quarter" idx="12"/>
          </p:nvPr>
        </p:nvSpPr>
        <p:spPr>
          <a:xfrm>
            <a:off x="266699" y="5923477"/>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
        <p:nvSpPr>
          <p:cNvPr id="10" name="Rectangle7">
            <a:extLst>
              <a:ext uri="{FF2B5EF4-FFF2-40B4-BE49-F238E27FC236}">
                <a16:creationId xmlns:a16="http://schemas.microsoft.com/office/drawing/2014/main" id="{8883D326-CEAD-4903-8269-B2D194C3C224}"/>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Tree>
    <p:extLst>
      <p:ext uri="{BB962C8B-B14F-4D97-AF65-F5344CB8AC3E}">
        <p14:creationId xmlns:p14="http://schemas.microsoft.com/office/powerpoint/2010/main" val="2822274495"/>
      </p:ext>
    </p:extLst>
  </p:cSld>
  <p:clrMapOvr>
    <a:masterClrMapping/>
  </p:clrMapOvr>
  <p:extLst>
    <p:ext uri="{DCECCB84-F9BA-43D5-87BE-67443E8EF086}">
      <p15:sldGuideLst xmlns:p15="http://schemas.microsoft.com/office/powerpoint/2012/main">
        <p15:guide id="0" pos="163" userDrawn="1">
          <p15:clr>
            <a:srgbClr val="FBAE40"/>
          </p15:clr>
        </p15:guide>
        <p15:guide id="1" pos="6747" userDrawn="1">
          <p15:clr>
            <a:srgbClr val="FBAE40"/>
          </p15:clr>
        </p15:guide>
        <p15:guide id="10" orient="horz" pos="163" userDrawn="1">
          <p15:clr>
            <a:srgbClr val="FBAE40"/>
          </p15:clr>
        </p15:guide>
        <p15:guide id="11" orient="horz" pos="408" userDrawn="1">
          <p15:clr>
            <a:srgbClr val="FBAE40"/>
          </p15:clr>
        </p15:guide>
        <p15:guide id="15" orient="horz" pos="652" userDrawn="1">
          <p15:clr>
            <a:srgbClr val="FBAE40"/>
          </p15:clr>
        </p15:guide>
        <p15:guide id="16" orient="horz" pos="3440" userDrawn="1">
          <p15:clr>
            <a:srgbClr val="FBAE40"/>
          </p15:clr>
        </p15:guide>
        <p15:guide id="17" orient="horz" pos="81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blank" preserve="1">
  <p:cSld name="Blank dark ">
    <p:spTree>
      <p:nvGrpSpPr>
        <p:cNvPr id="1" name=""/>
        <p:cNvGrpSpPr/>
        <p:nvPr/>
      </p:nvGrpSpPr>
      <p:grpSpPr>
        <a:xfrm>
          <a:off x="0" y="0"/>
          <a:ext cx="0" cy="0"/>
          <a:chOff x="0" y="0"/>
          <a:chExt cx="0" cy="0"/>
        </a:xfrm>
      </p:grpSpPr>
      <p:sp>
        <p:nvSpPr>
          <p:cNvPr id="2" name="BackgroundPicture2">
            <a:extLst>
              <a:ext uri="{FF2B5EF4-FFF2-40B4-BE49-F238E27FC236}">
                <a16:creationId xmlns:a16="http://schemas.microsoft.com/office/drawing/2014/main" id="{3B05D91A-C1FF-A6F6-AAA3-00AF31E1E895}"/>
              </a:ext>
            </a:extLst>
          </p:cNvPr>
          <p:cNvSpPr/>
          <p:nvPr userDrawn="1"/>
        </p:nvSpPr>
        <p:spPr>
          <a:xfrm rot="10800000">
            <a:off x="0" y="5252612"/>
            <a:ext cx="10969626" cy="918001"/>
          </a:xfrm>
          <a:custGeom>
            <a:avLst/>
            <a:gdLst/>
            <a:ahLst/>
            <a:cxnLst/>
            <a:rect l="0" t="0" r="0" b="0"/>
            <a:pathLst>
              <a:path w="10969626" h="918001">
                <a:moveTo>
                  <a:pt x="0" y="0"/>
                </a:moveTo>
                <a:lnTo>
                  <a:pt x="10969625" y="0"/>
                </a:lnTo>
                <a:lnTo>
                  <a:pt x="10969625" y="349200"/>
                </a:lnTo>
                <a:lnTo>
                  <a:pt x="0" y="91800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close/>
              </a:path>
            </a:pathLst>
          </a:custGeom>
          <a:solidFill>
            <a:schemeClr val="accent1"/>
          </a:solidFill>
          <a:ln w="9525" cap="flat" cmpd="sng" algn="ctr">
            <a:no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tabLst/>
            </a:pPr>
            <a:endParaRPr kumimoji="0" lang="en-US" sz="1800" b="0" i="0" u="none" strike="noStrike" kern="0" cap="none" spc="0" normalizeH="0" baseline="0" noProof="0" dirty="0">
              <a:ln>
                <a:noFill/>
              </a:ln>
              <a:solidFill>
                <a:srgbClr val="000000"/>
              </a:solidFill>
              <a:effectLst/>
              <a:uLnTx/>
              <a:uFillTx/>
              <a:latin typeface="Bosch Office Sans"/>
              <a:ea typeface="+mn-ea"/>
              <a:cs typeface="+mn-cs"/>
            </a:endParaRPr>
          </a:p>
        </p:txBody>
      </p:sp>
      <p:pic>
        <p:nvPicPr>
          <p:cNvPr id="3" name="Logo">
            <a:extLst>
              <a:ext uri="{FF2B5EF4-FFF2-40B4-BE49-F238E27FC236}">
                <a16:creationId xmlns:a16="http://schemas.microsoft.com/office/drawing/2014/main" id="{F1A856B7-C428-C201-2653-305370B1803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7917" b="40255"/>
          <a:stretch/>
        </p:blipFill>
        <p:spPr>
          <a:xfrm>
            <a:off x="9703435" y="5581387"/>
            <a:ext cx="1104740" cy="438441"/>
          </a:xfrm>
          <a:prstGeom prst="rect">
            <a:avLst/>
          </a:prstGeom>
        </p:spPr>
      </p:pic>
      <p:sp>
        <p:nvSpPr>
          <p:cNvPr id="4" name="Footer">
            <a:extLst>
              <a:ext uri="{FF2B5EF4-FFF2-40B4-BE49-F238E27FC236}">
                <a16:creationId xmlns:a16="http://schemas.microsoft.com/office/drawing/2014/main" id="{71FC0F82-13F9-DC6E-A1F6-AF573CDEF10A}"/>
              </a:ext>
            </a:extLst>
          </p:cNvPr>
          <p:cNvSpPr txBox="1"/>
          <p:nvPr userDrawn="1"/>
        </p:nvSpPr>
        <p:spPr>
          <a:xfrm>
            <a:off x="593090" y="5935261"/>
            <a:ext cx="8850948" cy="122116"/>
          </a:xfrm>
          <a:prstGeom prst="rect">
            <a:avLst/>
          </a:prstGeom>
          <a:noFill/>
        </p:spPr>
        <p:txBody>
          <a:bodyPr wrap="square" lIns="0" tIns="0" rIns="0" bIns="0" rtlCol="0">
            <a:noAutofit/>
          </a:bodyPr>
          <a:lstStyle/>
          <a:p>
            <a:pPr marL="0" marR="0" lvl="0" indent="0" algn="l" defTabSz="914400" rtl="0" eaLnBrk="1" fontAlgn="auto" latinLnBrk="0" hangingPunct="1">
              <a:lnSpc>
                <a:spcPct val="107000"/>
              </a:lnSpc>
              <a:spcBef>
                <a:spcPts val="0"/>
              </a:spcBef>
              <a:spcAft>
                <a:spcPts val="100"/>
              </a:spcAft>
              <a:buClrTx/>
              <a:buSzTx/>
              <a:buFontTx/>
              <a:buNone/>
              <a:tabLst/>
              <a:defRPr/>
            </a:pPr>
            <a:r>
              <a:rPr lang="en-US" sz="600" kern="0" baseline="0" noProof="1">
                <a:solidFill>
                  <a:srgbClr val="A3BAC8"/>
                </a:solidFill>
                <a:latin typeface="+mn-lt"/>
              </a:rPr>
              <a:t>DC-AT/ESP1 | 06.06.2023 | © Bosch Rexroth AG 2023. Alle Rechte vorbehalten, auch bzgl. jeder Verfügung, Verwertung, Reproduktion, Bearbeitung, Weitergabe sowie für den Fall von Schutzrechtsanmeldungen.</a:t>
            </a:r>
          </a:p>
          <a:p>
            <a:pPr marL="0" marR="0" lvl="0" indent="0" algn="l" defTabSz="914400" rtl="0" eaLnBrk="1" fontAlgn="auto" latinLnBrk="0" hangingPunct="1">
              <a:lnSpc>
                <a:spcPct val="107000"/>
              </a:lnSpc>
              <a:spcBef>
                <a:spcPts val="0"/>
              </a:spcBef>
              <a:spcAft>
                <a:spcPts val="100"/>
              </a:spcAft>
              <a:buClrTx/>
              <a:buSzTx/>
              <a:buFontTx/>
              <a:buNone/>
              <a:tabLst/>
              <a:defRPr/>
            </a:pPr>
            <a:endParaRPr lang="en-US" sz="600" kern="0" baseline="0" noProof="1">
              <a:solidFill>
                <a:schemeClr val="accent1"/>
              </a:solidFill>
              <a:latin typeface="+mn-lt"/>
            </a:endParaRPr>
          </a:p>
          <a:p>
            <a:pPr marR="0" defTabSz="914400" eaLnBrk="1" fontAlgn="auto" latinLnBrk="0" hangingPunct="1">
              <a:lnSpc>
                <a:spcPct val="107000"/>
              </a:lnSpc>
              <a:spcBef>
                <a:spcPts val="0"/>
              </a:spcBef>
              <a:spcAft>
                <a:spcPts val="100"/>
              </a:spcAft>
              <a:buClrTx/>
              <a:buSzTx/>
              <a:buFontTx/>
              <a:buNone/>
              <a:tabLst/>
            </a:pPr>
            <a:endParaRPr kumimoji="0" lang="en-US" sz="600" b="0" i="0" u="none" strike="noStrike" kern="0" cap="none" spc="0" normalizeH="0" baseline="0" noProof="1">
              <a:ln>
                <a:noFill/>
              </a:ln>
              <a:solidFill>
                <a:srgbClr val="000000"/>
              </a:solidFill>
              <a:effectLst/>
              <a:uLnTx/>
              <a:uFillTx/>
              <a:latin typeface="+mn-lt"/>
            </a:endParaRPr>
          </a:p>
        </p:txBody>
      </p:sp>
      <p:sp>
        <p:nvSpPr>
          <p:cNvPr id="5" name="Slide Number Placeholder 4"/>
          <p:cNvSpPr>
            <a:spLocks noGrp="1"/>
          </p:cNvSpPr>
          <p:nvPr>
            <p:ph type="sldNum" sz="quarter" idx="12"/>
          </p:nvPr>
        </p:nvSpPr>
        <p:spPr>
          <a:xfrm>
            <a:off x="266699" y="5923478"/>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
        <p:nvSpPr>
          <p:cNvPr id="8" name="Rectangle7">
            <a:extLst>
              <a:ext uri="{FF2B5EF4-FFF2-40B4-BE49-F238E27FC236}">
                <a16:creationId xmlns:a16="http://schemas.microsoft.com/office/drawing/2014/main" id="{C868D9BE-A299-4D0B-87AF-B491FAE5FD28}"/>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Tree>
    <p:extLst>
      <p:ext uri="{BB962C8B-B14F-4D97-AF65-F5344CB8AC3E}">
        <p14:creationId xmlns:p14="http://schemas.microsoft.com/office/powerpoint/2010/main" val="4235037144"/>
      </p:ext>
    </p:extLst>
  </p:cSld>
  <p:clrMapOvr>
    <a:masterClrMapping/>
  </p:clrMapOvr>
  <p:extLst>
    <p:ext uri="{DCECCB84-F9BA-43D5-87BE-67443E8EF086}">
      <p15:sldGuideLst xmlns:p15="http://schemas.microsoft.com/office/powerpoint/2012/main">
        <p15:guide id="2" orient="horz" pos="3440" userDrawn="1">
          <p15:clr>
            <a:srgbClr val="FBAE40"/>
          </p15:clr>
        </p15:guide>
        <p15:guide id="3" pos="166" userDrawn="1">
          <p15:clr>
            <a:srgbClr val="FBAE40"/>
          </p15:clr>
        </p15:guide>
        <p15:guide id="4" pos="6744" userDrawn="1">
          <p15:clr>
            <a:srgbClr val="FBAE40"/>
          </p15:clr>
        </p15:guide>
        <p15:guide id="5" orient="horz" pos="162"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light ">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266699" y="5923478"/>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
        <p:nvSpPr>
          <p:cNvPr id="8" name="Rectangle7">
            <a:extLst>
              <a:ext uri="{FF2B5EF4-FFF2-40B4-BE49-F238E27FC236}">
                <a16:creationId xmlns:a16="http://schemas.microsoft.com/office/drawing/2014/main" id="{C868D9BE-A299-4D0B-87AF-B491FAE5FD28}"/>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Tree>
    <p:extLst>
      <p:ext uri="{BB962C8B-B14F-4D97-AF65-F5344CB8AC3E}">
        <p14:creationId xmlns:p14="http://schemas.microsoft.com/office/powerpoint/2010/main" val="1074551859"/>
      </p:ext>
    </p:extLst>
  </p:cSld>
  <p:clrMapOvr>
    <a:masterClrMapping/>
  </p:clrMapOvr>
  <p:extLst>
    <p:ext uri="{DCECCB84-F9BA-43D5-87BE-67443E8EF086}">
      <p15:sldGuideLst xmlns:p15="http://schemas.microsoft.com/office/powerpoint/2012/main">
        <p15:guide id="2" orient="horz" pos="3440" userDrawn="1">
          <p15:clr>
            <a:srgbClr val="FBAE40"/>
          </p15:clr>
        </p15:guide>
        <p15:guide id="3" pos="166" userDrawn="1">
          <p15:clr>
            <a:srgbClr val="FBAE40"/>
          </p15:clr>
        </p15:guide>
        <p15:guide id="4" pos="6744" userDrawn="1">
          <p15:clr>
            <a:srgbClr val="FBAE40"/>
          </p15:clr>
        </p15:guide>
        <p15:guide id="5" orient="horz" pos="162"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inverted ">
    <p:spTree>
      <p:nvGrpSpPr>
        <p:cNvPr id="1" name=""/>
        <p:cNvGrpSpPr/>
        <p:nvPr/>
      </p:nvGrpSpPr>
      <p:grpSpPr>
        <a:xfrm>
          <a:off x="0" y="0"/>
          <a:ext cx="0" cy="0"/>
          <a:chOff x="0" y="0"/>
          <a:chExt cx="0" cy="0"/>
        </a:xfrm>
      </p:grpSpPr>
      <p:sp>
        <p:nvSpPr>
          <p:cNvPr id="6" name="Freihandform: Form 5">
            <a:extLst>
              <a:ext uri="{FF2B5EF4-FFF2-40B4-BE49-F238E27FC236}">
                <a16:creationId xmlns:a16="http://schemas.microsoft.com/office/drawing/2014/main" id="{D0B4C65B-5C1D-97B1-3581-7174A46E4AC6}"/>
              </a:ext>
            </a:extLst>
          </p:cNvPr>
          <p:cNvSpPr/>
          <p:nvPr userDrawn="1"/>
        </p:nvSpPr>
        <p:spPr>
          <a:xfrm>
            <a:off x="1" y="1"/>
            <a:ext cx="10969625" cy="5832001"/>
          </a:xfrm>
          <a:custGeom>
            <a:avLst/>
            <a:gdLst>
              <a:gd name="connsiteX0" fmla="*/ 0 w 10969625"/>
              <a:gd name="connsiteY0" fmla="*/ 0 h 5832001"/>
              <a:gd name="connsiteX1" fmla="*/ 10969625 w 10969625"/>
              <a:gd name="connsiteY1" fmla="*/ 0 h 5832001"/>
              <a:gd name="connsiteX2" fmla="*/ 10969625 w 10969625"/>
              <a:gd name="connsiteY2" fmla="*/ 5252613 h 5832001"/>
              <a:gd name="connsiteX3" fmla="*/ 1 w 10969625"/>
              <a:gd name="connsiteY3" fmla="*/ 5821413 h 5832001"/>
              <a:gd name="connsiteX4" fmla="*/ 1 w 10969625"/>
              <a:gd name="connsiteY4" fmla="*/ 5832001 h 5832001"/>
              <a:gd name="connsiteX5" fmla="*/ 0 w 10969625"/>
              <a:gd name="connsiteY5" fmla="*/ 5832001 h 5832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969625" h="5832001">
                <a:moveTo>
                  <a:pt x="0" y="0"/>
                </a:moveTo>
                <a:lnTo>
                  <a:pt x="10969625" y="0"/>
                </a:lnTo>
                <a:lnTo>
                  <a:pt x="10969625" y="5252613"/>
                </a:lnTo>
                <a:lnTo>
                  <a:pt x="1" y="5821413"/>
                </a:lnTo>
                <a:lnTo>
                  <a:pt x="1" y="5832001"/>
                </a:lnTo>
                <a:lnTo>
                  <a:pt x="0" y="5832001"/>
                </a:lnTo>
                <a:close/>
              </a:path>
            </a:pathLst>
          </a:custGeom>
          <a:solidFill>
            <a:schemeClr val="accent1"/>
          </a:solidFill>
          <a:ln w="9525" cap="flat" cmpd="sng" algn="ctr">
            <a:noFill/>
            <a:prstDash val="solid"/>
          </a:ln>
          <a:effectLst/>
        </p:spPr>
        <p:txBody>
          <a:bodyPr wrap="square" rtlCol="0" anchor="ctr">
            <a:noAutofit/>
          </a:bodyPr>
          <a:lstStyle/>
          <a:p>
            <a:pPr marL="0" marR="0" indent="0" algn="ctr" defTabSz="914400" eaLnBrk="1" fontAlgn="auto" latinLnBrk="0" hangingPunct="1">
              <a:lnSpc>
                <a:spcPct val="100000"/>
              </a:lnSpc>
              <a:spcBef>
                <a:spcPts val="0"/>
              </a:spcBef>
              <a:spcAft>
                <a:spcPts val="0"/>
              </a:spcAft>
              <a:buClrTx/>
              <a:buSzTx/>
              <a:buFontTx/>
              <a:buNone/>
              <a:tabLst/>
            </a:pPr>
            <a:endParaRPr kumimoji="0" lang="en-US" sz="1800" b="0" i="0" u="none" strike="noStrike" kern="0" cap="none" spc="0" normalizeH="0" baseline="0" noProof="0" dirty="0">
              <a:ln>
                <a:noFill/>
              </a:ln>
              <a:solidFill>
                <a:srgbClr val="000000"/>
              </a:solidFill>
              <a:effectLst/>
              <a:uLnTx/>
              <a:uFillTx/>
              <a:latin typeface="Bosch Office Sans"/>
              <a:ea typeface="+mn-ea"/>
              <a:cs typeface="+mn-cs"/>
            </a:endParaRPr>
          </a:p>
        </p:txBody>
      </p:sp>
      <p:sp>
        <p:nvSpPr>
          <p:cNvPr id="5" name="Slide Number Placeholder 4"/>
          <p:cNvSpPr>
            <a:spLocks noGrp="1"/>
          </p:cNvSpPr>
          <p:nvPr>
            <p:ph type="sldNum" sz="quarter" idx="12"/>
          </p:nvPr>
        </p:nvSpPr>
        <p:spPr>
          <a:xfrm>
            <a:off x="266699" y="5923478"/>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Tree>
    <p:extLst>
      <p:ext uri="{BB962C8B-B14F-4D97-AF65-F5344CB8AC3E}">
        <p14:creationId xmlns:p14="http://schemas.microsoft.com/office/powerpoint/2010/main" val="979326525"/>
      </p:ext>
    </p:extLst>
  </p:cSld>
  <p:clrMapOvr>
    <a:masterClrMapping/>
  </p:clrMapOvr>
  <p:extLst>
    <p:ext uri="{DCECCB84-F9BA-43D5-87BE-67443E8EF086}">
      <p15:sldGuideLst xmlns:p15="http://schemas.microsoft.com/office/powerpoint/2012/main">
        <p15:guide id="2" orient="horz" pos="3440" userDrawn="1">
          <p15:clr>
            <a:srgbClr val="FBAE40"/>
          </p15:clr>
        </p15:guide>
        <p15:guide id="3" pos="166" userDrawn="1">
          <p15:clr>
            <a:srgbClr val="FBAE40"/>
          </p15:clr>
        </p15:guide>
        <p15:guide id="4" pos="6744" userDrawn="1">
          <p15:clr>
            <a:srgbClr val="FBAE40"/>
          </p15:clr>
        </p15:guide>
        <p15:guide id="5" orient="horz" pos="162"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Full picture light ">
    <p:spTree>
      <p:nvGrpSpPr>
        <p:cNvPr id="1" name=""/>
        <p:cNvGrpSpPr/>
        <p:nvPr/>
      </p:nvGrpSpPr>
      <p:grpSpPr>
        <a:xfrm>
          <a:off x="0" y="0"/>
          <a:ext cx="0" cy="0"/>
          <a:chOff x="0" y="0"/>
          <a:chExt cx="0" cy="0"/>
        </a:xfrm>
      </p:grpSpPr>
      <p:sp>
        <p:nvSpPr>
          <p:cNvPr id="8" name="Bildplatzhalter 7">
            <a:extLst>
              <a:ext uri="{FF2B5EF4-FFF2-40B4-BE49-F238E27FC236}">
                <a16:creationId xmlns:a16="http://schemas.microsoft.com/office/drawing/2014/main" id="{230F02C8-06A0-3C62-8810-6966389142AC}"/>
              </a:ext>
            </a:extLst>
          </p:cNvPr>
          <p:cNvSpPr>
            <a:spLocks noGrp="1"/>
          </p:cNvSpPr>
          <p:nvPr>
            <p:ph type="pic" sz="quarter" idx="1" hasCustomPrompt="1"/>
          </p:nvPr>
        </p:nvSpPr>
        <p:spPr>
          <a:xfrm>
            <a:off x="0" y="0"/>
            <a:ext cx="10969625" cy="6170613"/>
          </a:xfrm>
          <a:custGeom>
            <a:avLst/>
            <a:gdLst>
              <a:gd name="connsiteX0" fmla="*/ 1 w 10969625"/>
              <a:gd name="connsiteY0" fmla="*/ 6170400 h 6170613"/>
              <a:gd name="connsiteX1" fmla="*/ 2 w 10969625"/>
              <a:gd name="connsiteY1" fmla="*/ 6170400 h 6170613"/>
              <a:gd name="connsiteX2" fmla="*/ 2 w 10969625"/>
              <a:gd name="connsiteY2" fmla="*/ 6170613 h 6170613"/>
              <a:gd name="connsiteX3" fmla="*/ 1 w 10969625"/>
              <a:gd name="connsiteY3" fmla="*/ 6170613 h 6170613"/>
              <a:gd name="connsiteX4" fmla="*/ 0 w 10969625"/>
              <a:gd name="connsiteY4" fmla="*/ 0 h 6170613"/>
              <a:gd name="connsiteX5" fmla="*/ 10969625 w 10969625"/>
              <a:gd name="connsiteY5" fmla="*/ 0 h 6170613"/>
              <a:gd name="connsiteX6" fmla="*/ 10969625 w 10969625"/>
              <a:gd name="connsiteY6" fmla="*/ 5252613 h 6170613"/>
              <a:gd name="connsiteX7" fmla="*/ 1 w 10969625"/>
              <a:gd name="connsiteY7" fmla="*/ 5821413 h 6170613"/>
              <a:gd name="connsiteX8" fmla="*/ 1 w 10969625"/>
              <a:gd name="connsiteY8" fmla="*/ 6170400 h 6170613"/>
              <a:gd name="connsiteX9" fmla="*/ 0 w 10969625"/>
              <a:gd name="connsiteY9" fmla="*/ 6170400 h 6170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69625" h="6170613">
                <a:moveTo>
                  <a:pt x="1" y="6170400"/>
                </a:moveTo>
                <a:lnTo>
                  <a:pt x="2" y="6170400"/>
                </a:lnTo>
                <a:lnTo>
                  <a:pt x="2" y="6170613"/>
                </a:lnTo>
                <a:lnTo>
                  <a:pt x="1" y="6170613"/>
                </a:lnTo>
                <a:close/>
                <a:moveTo>
                  <a:pt x="0" y="0"/>
                </a:moveTo>
                <a:lnTo>
                  <a:pt x="10969625" y="0"/>
                </a:lnTo>
                <a:lnTo>
                  <a:pt x="10969625" y="5252613"/>
                </a:lnTo>
                <a:lnTo>
                  <a:pt x="1" y="5821413"/>
                </a:lnTo>
                <a:lnTo>
                  <a:pt x="1" y="6170400"/>
                </a:lnTo>
                <a:lnTo>
                  <a:pt x="0" y="6170400"/>
                </a:lnTo>
                <a:close/>
              </a:path>
            </a:pathLst>
          </a:custGeom>
          <a:solidFill>
            <a:srgbClr val="FFE6E7"/>
          </a:solidFill>
        </p:spPr>
        <p:txBody>
          <a:bodyPr wrap="square" anchor="ctr">
            <a:noAutofit/>
          </a:bodyPr>
          <a:lstStyle>
            <a:lvl1pPr marL="0" indent="0" algn="ctr">
              <a:lnSpc>
                <a:spcPct val="550000"/>
              </a:lnSpc>
              <a:buFontTx/>
              <a:buNone/>
              <a:defRPr sz="1200"/>
            </a:lvl1pPr>
          </a:lstStyle>
          <a:p>
            <a:r>
              <a:rPr lang="en-US"/>
              <a:t>Bild hinzufügen</a:t>
            </a:r>
          </a:p>
        </p:txBody>
      </p:sp>
      <p:sp>
        <p:nvSpPr>
          <p:cNvPr id="5" name="Slide Number Placeholder 4"/>
          <p:cNvSpPr>
            <a:spLocks noGrp="1"/>
          </p:cNvSpPr>
          <p:nvPr>
            <p:ph type="sldNum" sz="quarter" idx="12"/>
          </p:nvPr>
        </p:nvSpPr>
        <p:spPr>
          <a:xfrm>
            <a:off x="266699" y="5923478"/>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Tree>
    <p:extLst>
      <p:ext uri="{BB962C8B-B14F-4D97-AF65-F5344CB8AC3E}">
        <p14:creationId xmlns:p14="http://schemas.microsoft.com/office/powerpoint/2010/main" val="337539887"/>
      </p:ext>
    </p:extLst>
  </p:cSld>
  <p:clrMapOvr>
    <a:masterClrMapping/>
  </p:clrMapOvr>
  <p:extLst>
    <p:ext uri="{DCECCB84-F9BA-43D5-87BE-67443E8EF086}">
      <p15:sldGuideLst xmlns:p15="http://schemas.microsoft.com/office/powerpoint/2012/main">
        <p15:guide id="2" orient="horz" pos="3440" userDrawn="1">
          <p15:clr>
            <a:srgbClr val="FBAE40"/>
          </p15:clr>
        </p15:guide>
        <p15:guide id="3" pos="166" userDrawn="1">
          <p15:clr>
            <a:srgbClr val="FBAE40"/>
          </p15:clr>
        </p15:guide>
        <p15:guide id="4" pos="6744" userDrawn="1">
          <p15:clr>
            <a:srgbClr val="FBAE40"/>
          </p15:clr>
        </p15:guide>
        <p15:guide id="5" orient="horz" pos="162"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Full picture dark ">
    <p:bg>
      <p:bgPr>
        <a:solidFill>
          <a:schemeClr val="accent1"/>
        </a:solidFill>
        <a:effectLst/>
      </p:bgPr>
    </p:bg>
    <p:spTree>
      <p:nvGrpSpPr>
        <p:cNvPr id="1" name=""/>
        <p:cNvGrpSpPr/>
        <p:nvPr/>
      </p:nvGrpSpPr>
      <p:grpSpPr>
        <a:xfrm>
          <a:off x="0" y="0"/>
          <a:ext cx="0" cy="0"/>
          <a:chOff x="0" y="0"/>
          <a:chExt cx="0" cy="0"/>
        </a:xfrm>
      </p:grpSpPr>
      <p:pic>
        <p:nvPicPr>
          <p:cNvPr id="3" name="Logo">
            <a:extLst>
              <a:ext uri="{FF2B5EF4-FFF2-40B4-BE49-F238E27FC236}">
                <a16:creationId xmlns:a16="http://schemas.microsoft.com/office/drawing/2014/main" id="{F1A856B7-C428-C201-2653-305370B1803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7917" b="40255"/>
          <a:stretch/>
        </p:blipFill>
        <p:spPr>
          <a:xfrm>
            <a:off x="9703435" y="5581387"/>
            <a:ext cx="1104740" cy="438441"/>
          </a:xfrm>
          <a:prstGeom prst="rect">
            <a:avLst/>
          </a:prstGeom>
        </p:spPr>
      </p:pic>
      <p:sp>
        <p:nvSpPr>
          <p:cNvPr id="4" name="Footer">
            <a:extLst>
              <a:ext uri="{FF2B5EF4-FFF2-40B4-BE49-F238E27FC236}">
                <a16:creationId xmlns:a16="http://schemas.microsoft.com/office/drawing/2014/main" id="{71FC0F82-13F9-DC6E-A1F6-AF573CDEF10A}"/>
              </a:ext>
            </a:extLst>
          </p:cNvPr>
          <p:cNvSpPr txBox="1"/>
          <p:nvPr userDrawn="1"/>
        </p:nvSpPr>
        <p:spPr>
          <a:xfrm>
            <a:off x="593090" y="5935261"/>
            <a:ext cx="8850948" cy="122116"/>
          </a:xfrm>
          <a:prstGeom prst="rect">
            <a:avLst/>
          </a:prstGeom>
          <a:noFill/>
        </p:spPr>
        <p:txBody>
          <a:bodyPr wrap="square" lIns="0" tIns="0" rIns="0" bIns="0" rtlCol="0">
            <a:noAutofit/>
          </a:bodyPr>
          <a:lstStyle/>
          <a:p>
            <a:pPr marL="0" marR="0" lvl="0" indent="0" algn="l" defTabSz="914400" rtl="0" eaLnBrk="1" fontAlgn="auto" latinLnBrk="0" hangingPunct="1">
              <a:lnSpc>
                <a:spcPct val="107000"/>
              </a:lnSpc>
              <a:spcBef>
                <a:spcPts val="0"/>
              </a:spcBef>
              <a:spcAft>
                <a:spcPts val="100"/>
              </a:spcAft>
              <a:buClrTx/>
              <a:buSzTx/>
              <a:buFontTx/>
              <a:buNone/>
              <a:tabLst/>
              <a:defRPr/>
            </a:pPr>
            <a:r>
              <a:rPr lang="en-US" sz="600" kern="0" baseline="0" noProof="1">
                <a:solidFill>
                  <a:srgbClr val="A3BAC8"/>
                </a:solidFill>
                <a:latin typeface="+mn-lt"/>
              </a:rPr>
              <a:t>DC-AT/ESP1 | 06.06.2023 | © Bosch Rexroth AG 2023. Alle Rechte vorbehalten, auch bzgl. jeder Verfügung, Verwertung, Reproduktion, Bearbeitung, Weitergabe sowie für den Fall von Schutzrechtsanmeldungen.</a:t>
            </a:r>
          </a:p>
          <a:p>
            <a:pPr marL="0" marR="0" lvl="0" indent="0" algn="l" defTabSz="914400" rtl="0" eaLnBrk="1" fontAlgn="auto" latinLnBrk="0" hangingPunct="1">
              <a:lnSpc>
                <a:spcPct val="107000"/>
              </a:lnSpc>
              <a:spcBef>
                <a:spcPts val="0"/>
              </a:spcBef>
              <a:spcAft>
                <a:spcPts val="100"/>
              </a:spcAft>
              <a:buClrTx/>
              <a:buSzTx/>
              <a:buFontTx/>
              <a:buNone/>
              <a:tabLst/>
              <a:defRPr/>
            </a:pPr>
            <a:endParaRPr lang="en-US" sz="600" kern="0" baseline="0" noProof="1">
              <a:solidFill>
                <a:schemeClr val="accent1"/>
              </a:solidFill>
              <a:latin typeface="+mn-lt"/>
            </a:endParaRPr>
          </a:p>
          <a:p>
            <a:pPr marR="0" defTabSz="914400" eaLnBrk="1" fontAlgn="auto" latinLnBrk="0" hangingPunct="1">
              <a:lnSpc>
                <a:spcPct val="107000"/>
              </a:lnSpc>
              <a:spcBef>
                <a:spcPts val="0"/>
              </a:spcBef>
              <a:spcAft>
                <a:spcPts val="100"/>
              </a:spcAft>
              <a:buClrTx/>
              <a:buSzTx/>
              <a:buFontTx/>
              <a:buNone/>
              <a:tabLst/>
            </a:pPr>
            <a:endParaRPr kumimoji="0" lang="en-US" sz="600" b="0" i="0" u="none" strike="noStrike" kern="0" cap="none" spc="0" normalizeH="0" baseline="0" noProof="1">
              <a:ln>
                <a:noFill/>
              </a:ln>
              <a:solidFill>
                <a:srgbClr val="000000"/>
              </a:solidFill>
              <a:effectLst/>
              <a:uLnTx/>
              <a:uFillTx/>
              <a:latin typeface="+mn-lt"/>
            </a:endParaRPr>
          </a:p>
        </p:txBody>
      </p:sp>
      <p:sp>
        <p:nvSpPr>
          <p:cNvPr id="5" name="Slide Number Placeholder 4"/>
          <p:cNvSpPr>
            <a:spLocks noGrp="1"/>
          </p:cNvSpPr>
          <p:nvPr>
            <p:ph type="sldNum" sz="quarter" idx="12"/>
          </p:nvPr>
        </p:nvSpPr>
        <p:spPr>
          <a:xfrm>
            <a:off x="266699" y="5923478"/>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
        <p:nvSpPr>
          <p:cNvPr id="10" name="Bildplatzhalter 9">
            <a:extLst>
              <a:ext uri="{FF2B5EF4-FFF2-40B4-BE49-F238E27FC236}">
                <a16:creationId xmlns:a16="http://schemas.microsoft.com/office/drawing/2014/main" id="{8BA72D09-8BBC-E855-D374-A752108073D0}"/>
              </a:ext>
            </a:extLst>
          </p:cNvPr>
          <p:cNvSpPr>
            <a:spLocks noGrp="1"/>
          </p:cNvSpPr>
          <p:nvPr>
            <p:ph type="pic" sz="quarter" idx="1" hasCustomPrompt="1"/>
          </p:nvPr>
        </p:nvSpPr>
        <p:spPr>
          <a:xfrm>
            <a:off x="0" y="0"/>
            <a:ext cx="10969625" cy="6170613"/>
          </a:xfrm>
          <a:custGeom>
            <a:avLst/>
            <a:gdLst>
              <a:gd name="connsiteX0" fmla="*/ 1 w 10969625"/>
              <a:gd name="connsiteY0" fmla="*/ 6170400 h 6170613"/>
              <a:gd name="connsiteX1" fmla="*/ 2 w 10969625"/>
              <a:gd name="connsiteY1" fmla="*/ 6170400 h 6170613"/>
              <a:gd name="connsiteX2" fmla="*/ 2 w 10969625"/>
              <a:gd name="connsiteY2" fmla="*/ 6170613 h 6170613"/>
              <a:gd name="connsiteX3" fmla="*/ 1 w 10969625"/>
              <a:gd name="connsiteY3" fmla="*/ 6170613 h 6170613"/>
              <a:gd name="connsiteX4" fmla="*/ 0 w 10969625"/>
              <a:gd name="connsiteY4" fmla="*/ 0 h 6170613"/>
              <a:gd name="connsiteX5" fmla="*/ 10969625 w 10969625"/>
              <a:gd name="connsiteY5" fmla="*/ 0 h 6170613"/>
              <a:gd name="connsiteX6" fmla="*/ 10969625 w 10969625"/>
              <a:gd name="connsiteY6" fmla="*/ 5252613 h 6170613"/>
              <a:gd name="connsiteX7" fmla="*/ 1 w 10969625"/>
              <a:gd name="connsiteY7" fmla="*/ 5821413 h 6170613"/>
              <a:gd name="connsiteX8" fmla="*/ 1 w 10969625"/>
              <a:gd name="connsiteY8" fmla="*/ 6170400 h 6170613"/>
              <a:gd name="connsiteX9" fmla="*/ 0 w 10969625"/>
              <a:gd name="connsiteY9" fmla="*/ 6170400 h 6170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69625" h="6170613">
                <a:moveTo>
                  <a:pt x="1" y="6170400"/>
                </a:moveTo>
                <a:lnTo>
                  <a:pt x="2" y="6170400"/>
                </a:lnTo>
                <a:lnTo>
                  <a:pt x="2" y="6170613"/>
                </a:lnTo>
                <a:lnTo>
                  <a:pt x="1" y="6170613"/>
                </a:lnTo>
                <a:close/>
                <a:moveTo>
                  <a:pt x="0" y="0"/>
                </a:moveTo>
                <a:lnTo>
                  <a:pt x="10969625" y="0"/>
                </a:lnTo>
                <a:lnTo>
                  <a:pt x="10969625" y="5252613"/>
                </a:lnTo>
                <a:lnTo>
                  <a:pt x="1" y="5821413"/>
                </a:lnTo>
                <a:lnTo>
                  <a:pt x="1" y="6170400"/>
                </a:lnTo>
                <a:lnTo>
                  <a:pt x="0" y="6170400"/>
                </a:lnTo>
                <a:close/>
              </a:path>
            </a:pathLst>
          </a:custGeom>
          <a:solidFill>
            <a:srgbClr val="FFE6E7"/>
          </a:solidFill>
        </p:spPr>
        <p:txBody>
          <a:bodyPr wrap="square" anchor="ctr">
            <a:noAutofit/>
          </a:bodyPr>
          <a:lstStyle>
            <a:lvl1pPr marL="0" indent="0" algn="ctr">
              <a:lnSpc>
                <a:spcPct val="550000"/>
              </a:lnSpc>
              <a:buFontTx/>
              <a:buNone/>
              <a:defRPr sz="1200"/>
            </a:lvl1pPr>
          </a:lstStyle>
          <a:p>
            <a:r>
              <a:rPr lang="en-US"/>
              <a:t>Bild hinzufügen</a:t>
            </a:r>
          </a:p>
        </p:txBody>
      </p:sp>
    </p:spTree>
    <p:extLst>
      <p:ext uri="{BB962C8B-B14F-4D97-AF65-F5344CB8AC3E}">
        <p14:creationId xmlns:p14="http://schemas.microsoft.com/office/powerpoint/2010/main" val="3812635234"/>
      </p:ext>
    </p:extLst>
  </p:cSld>
  <p:clrMapOvr>
    <a:masterClrMapping/>
  </p:clrMapOvr>
  <p:extLst>
    <p:ext uri="{DCECCB84-F9BA-43D5-87BE-67443E8EF086}">
      <p15:sldGuideLst xmlns:p15="http://schemas.microsoft.com/office/powerpoint/2012/main">
        <p15:guide id="2" orient="horz" pos="3440" userDrawn="1">
          <p15:clr>
            <a:srgbClr val="FBAE40"/>
          </p15:clr>
        </p15:guide>
        <p15:guide id="3" pos="166" userDrawn="1">
          <p15:clr>
            <a:srgbClr val="FBAE40"/>
          </p15:clr>
        </p15:guide>
        <p15:guide id="4" pos="6744" userDrawn="1">
          <p15:clr>
            <a:srgbClr val="FBAE40"/>
          </p15:clr>
        </p15:guide>
        <p15:guide id="5" orient="horz" pos="162"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pter ">
    <p:bg>
      <p:bgPr>
        <a:solidFill>
          <a:schemeClr val="bg1"/>
        </a:solidFill>
        <a:effectLst/>
      </p:bgPr>
    </p:bg>
    <p:spTree>
      <p:nvGrpSpPr>
        <p:cNvPr id="1" name=""/>
        <p:cNvGrpSpPr/>
        <p:nvPr/>
      </p:nvGrpSpPr>
      <p:grpSpPr>
        <a:xfrm>
          <a:off x="0" y="0"/>
          <a:ext cx="0" cy="0"/>
          <a:chOff x="0" y="0"/>
          <a:chExt cx="0" cy="0"/>
        </a:xfrm>
      </p:grpSpPr>
      <p:sp>
        <p:nvSpPr>
          <p:cNvPr id="9" name="Freihandform: Form 8">
            <a:extLst>
              <a:ext uri="{FF2B5EF4-FFF2-40B4-BE49-F238E27FC236}">
                <a16:creationId xmlns:a16="http://schemas.microsoft.com/office/drawing/2014/main" id="{51D8A0BF-E7D8-435F-B9C3-A76C4BF3DA1B}"/>
              </a:ext>
            </a:extLst>
          </p:cNvPr>
          <p:cNvSpPr/>
          <p:nvPr userDrawn="1"/>
        </p:nvSpPr>
        <p:spPr>
          <a:xfrm>
            <a:off x="1" y="1"/>
            <a:ext cx="10969625" cy="5832001"/>
          </a:xfrm>
          <a:custGeom>
            <a:avLst/>
            <a:gdLst>
              <a:gd name="connsiteX0" fmla="*/ 0 w 10969625"/>
              <a:gd name="connsiteY0" fmla="*/ 0 h 5832001"/>
              <a:gd name="connsiteX1" fmla="*/ 10969625 w 10969625"/>
              <a:gd name="connsiteY1" fmla="*/ 0 h 5832001"/>
              <a:gd name="connsiteX2" fmla="*/ 10969625 w 10969625"/>
              <a:gd name="connsiteY2" fmla="*/ 5252613 h 5832001"/>
              <a:gd name="connsiteX3" fmla="*/ 1 w 10969625"/>
              <a:gd name="connsiteY3" fmla="*/ 5821413 h 5832001"/>
              <a:gd name="connsiteX4" fmla="*/ 1 w 10969625"/>
              <a:gd name="connsiteY4" fmla="*/ 5832001 h 5832001"/>
              <a:gd name="connsiteX5" fmla="*/ 0 w 10969625"/>
              <a:gd name="connsiteY5" fmla="*/ 5832001 h 5832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969625" h="5832001">
                <a:moveTo>
                  <a:pt x="0" y="0"/>
                </a:moveTo>
                <a:lnTo>
                  <a:pt x="10969625" y="0"/>
                </a:lnTo>
                <a:lnTo>
                  <a:pt x="10969625" y="5252613"/>
                </a:lnTo>
                <a:lnTo>
                  <a:pt x="1" y="5821413"/>
                </a:lnTo>
                <a:lnTo>
                  <a:pt x="1" y="5832001"/>
                </a:lnTo>
                <a:lnTo>
                  <a:pt x="0" y="5832001"/>
                </a:lnTo>
                <a:close/>
              </a:path>
            </a:pathLst>
          </a:custGeom>
          <a:solidFill>
            <a:schemeClr val="accent2"/>
          </a:solidFill>
          <a:ln w="9525" cap="flat" cmpd="sng" algn="ctr">
            <a:noFill/>
            <a:prstDash val="solid"/>
          </a:ln>
          <a:effectLst/>
        </p:spPr>
        <p:txBody>
          <a:bodyPr wrap="square" rtlCol="0" anchor="ctr">
            <a:noAutofit/>
          </a:bodyPr>
          <a:lstStyle/>
          <a:p>
            <a:pPr marL="0" marR="0" indent="0" algn="ctr" defTabSz="914400" eaLnBrk="1" fontAlgn="auto" latinLnBrk="0" hangingPunct="1">
              <a:lnSpc>
                <a:spcPct val="100000"/>
              </a:lnSpc>
              <a:spcBef>
                <a:spcPts val="0"/>
              </a:spcBef>
              <a:spcAft>
                <a:spcPts val="0"/>
              </a:spcAft>
              <a:buClrTx/>
              <a:buSzTx/>
              <a:buFontTx/>
              <a:buNone/>
              <a:tabLst/>
            </a:pPr>
            <a:endParaRPr kumimoji="0" lang="en-US" sz="1800" b="0" i="0" u="none" strike="noStrike" kern="0" cap="none" spc="0" normalizeH="0" baseline="0" noProof="0" dirty="0">
              <a:ln>
                <a:noFill/>
              </a:ln>
              <a:solidFill>
                <a:srgbClr val="000000"/>
              </a:solidFill>
              <a:effectLst/>
              <a:uLnTx/>
              <a:uFillTx/>
              <a:latin typeface="Bosch Office Sans"/>
              <a:ea typeface="+mn-ea"/>
              <a:cs typeface="+mn-cs"/>
            </a:endParaRPr>
          </a:p>
        </p:txBody>
      </p:sp>
      <p:sp>
        <p:nvSpPr>
          <p:cNvPr id="7" name="BackgroundPicture1">
            <a:extLst>
              <a:ext uri="{FF2B5EF4-FFF2-40B4-BE49-F238E27FC236}">
                <a16:creationId xmlns:a16="http://schemas.microsoft.com/office/drawing/2014/main" id="{BB2FA1A4-34FB-D2E1-6F36-8B92F5F6D096}"/>
              </a:ext>
            </a:extLst>
          </p:cNvPr>
          <p:cNvSpPr/>
          <p:nvPr userDrawn="1"/>
        </p:nvSpPr>
        <p:spPr>
          <a:xfrm>
            <a:off x="0" y="0"/>
            <a:ext cx="3592801" cy="2844001"/>
          </a:xfrm>
          <a:custGeom>
            <a:avLst/>
            <a:gdLst/>
            <a:ahLst/>
            <a:cxnLst/>
            <a:rect l="0" t="0" r="0" b="0"/>
            <a:pathLst>
              <a:path w="3592801" h="2844001">
                <a:moveTo>
                  <a:pt x="0" y="0"/>
                </a:moveTo>
                <a:lnTo>
                  <a:pt x="0" y="558000"/>
                </a:lnTo>
                <a:lnTo>
                  <a:pt x="3474000" y="378000"/>
                </a:lnTo>
                <a:lnTo>
                  <a:pt x="3592800" y="2656800"/>
                </a:lnTo>
                <a:lnTo>
                  <a:pt x="0" y="2844000"/>
                </a:lnTo>
                <a:lnTo>
                  <a:pt x="0" y="55800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close/>
              </a:path>
            </a:pathLst>
          </a:custGeom>
          <a:solidFill>
            <a:schemeClr val="accent1"/>
          </a:solidFill>
          <a:ln w="9525" cap="flat" cmpd="sng" algn="ctr">
            <a:no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tabLst/>
            </a:pPr>
            <a:endParaRPr kumimoji="0" lang="en-US" sz="1800" b="0" i="0" u="none" strike="noStrike" kern="0" cap="none" spc="0" normalizeH="0" baseline="0" noProof="0" dirty="0">
              <a:ln>
                <a:noFill/>
              </a:ln>
              <a:solidFill>
                <a:srgbClr val="000000"/>
              </a:solidFill>
              <a:effectLst/>
              <a:uLnTx/>
              <a:uFillTx/>
              <a:latin typeface="Bosch Office Sans"/>
              <a:ea typeface="+mn-ea"/>
              <a:cs typeface="+mn-cs"/>
            </a:endParaRPr>
          </a:p>
        </p:txBody>
      </p:sp>
      <p:sp>
        <p:nvSpPr>
          <p:cNvPr id="6" name="Chapter_titleonly">
            <a:extLst>
              <a:ext uri="{FF2B5EF4-FFF2-40B4-BE49-F238E27FC236}">
                <a16:creationId xmlns:a16="http://schemas.microsoft.com/office/drawing/2014/main" id="{EE80FFE3-B9B2-433E-9111-10990FD419AB}"/>
              </a:ext>
            </a:extLst>
          </p:cNvPr>
          <p:cNvSpPr>
            <a:spLocks noGrp="1"/>
          </p:cNvSpPr>
          <p:nvPr>
            <p:ph type="ctrTitle" hasCustomPrompt="1"/>
          </p:nvPr>
        </p:nvSpPr>
        <p:spPr>
          <a:xfrm>
            <a:off x="4015002" y="979879"/>
            <a:ext cx="6712689" cy="4245265"/>
          </a:xfrm>
          <a:ln w="0">
            <a:noFill/>
          </a:ln>
          <a:effectLst/>
        </p:spPr>
        <p:txBody>
          <a:bodyPr lIns="0" tIns="0" rIns="0" bIns="0" anchor="t" anchorCtr="0"/>
          <a:lstStyle>
            <a:lvl1pPr algn="l">
              <a:lnSpc>
                <a:spcPts val="4400"/>
              </a:lnSpc>
              <a:defRPr sz="4000" b="1" cap="none" baseline="0">
                <a:solidFill>
                  <a:schemeClr val="accent1"/>
                </a:solidFill>
              </a:defRPr>
            </a:lvl1pPr>
          </a:lstStyle>
          <a:p>
            <a:r>
              <a:rPr lang="en-US" noProof="1"/>
              <a:t>Kapitel­überschrift hinzufügen</a:t>
            </a:r>
          </a:p>
        </p:txBody>
      </p:sp>
      <p:sp>
        <p:nvSpPr>
          <p:cNvPr id="3" name="Foliennummernplatzhalter 2">
            <a:extLst>
              <a:ext uri="{FF2B5EF4-FFF2-40B4-BE49-F238E27FC236}">
                <a16:creationId xmlns:a16="http://schemas.microsoft.com/office/drawing/2014/main" id="{1BB61E12-9C07-4A09-BA5B-31ED7604CD6F}"/>
              </a:ext>
            </a:extLst>
          </p:cNvPr>
          <p:cNvSpPr>
            <a:spLocks noGrp="1"/>
          </p:cNvSpPr>
          <p:nvPr>
            <p:ph type="sldNum" sz="quarter" idx="12"/>
          </p:nvPr>
        </p:nvSpPr>
        <p:spPr>
          <a:xfrm>
            <a:off x="266699" y="5923477"/>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
        <p:nvSpPr>
          <p:cNvPr id="4" name="Text Placeholder 1">
            <a:extLst>
              <a:ext uri="{FF2B5EF4-FFF2-40B4-BE49-F238E27FC236}">
                <a16:creationId xmlns:a16="http://schemas.microsoft.com/office/drawing/2014/main" id="{735D5699-EBBF-348D-43D5-F0A7964625AF}"/>
              </a:ext>
            </a:extLst>
          </p:cNvPr>
          <p:cNvSpPr>
            <a:spLocks noGrp="1"/>
          </p:cNvSpPr>
          <p:nvPr>
            <p:ph type="body" sz="quarter" idx="1" hasCustomPrompt="1"/>
          </p:nvPr>
        </p:nvSpPr>
        <p:spPr>
          <a:xfrm>
            <a:off x="266400" y="910800"/>
            <a:ext cx="2916000" cy="1310400"/>
          </a:xfrm>
        </p:spPr>
        <p:txBody>
          <a:bodyPr/>
          <a:lstStyle>
            <a:lvl1pPr marL="0" indent="0" algn="ctr">
              <a:lnSpc>
                <a:spcPct val="89000"/>
              </a:lnSpc>
              <a:spcBef>
                <a:spcPts val="0"/>
              </a:spcBef>
              <a:buFontTx/>
              <a:buNone/>
              <a:defRPr sz="12000">
                <a:solidFill>
                  <a:schemeClr val="bg1"/>
                </a:solidFill>
                <a:latin typeface="+mj-lt"/>
              </a:defRPr>
            </a:lvl1pPr>
            <a:lvl2pPr marL="233983" indent="0">
              <a:buFontTx/>
              <a:buNone/>
              <a:defRPr>
                <a:solidFill>
                  <a:schemeClr val="bg1"/>
                </a:solidFill>
              </a:defRPr>
            </a:lvl2pPr>
            <a:lvl3pPr marL="525561" indent="0">
              <a:buFontTx/>
              <a:buNone/>
              <a:defRPr>
                <a:solidFill>
                  <a:schemeClr val="bg1"/>
                </a:solidFill>
              </a:defRPr>
            </a:lvl3pPr>
            <a:lvl4pPr marL="748745" indent="0">
              <a:buFontTx/>
              <a:buNone/>
              <a:defRPr>
                <a:solidFill>
                  <a:schemeClr val="bg1"/>
                </a:solidFill>
              </a:defRPr>
            </a:lvl4pPr>
            <a:lvl5pPr marL="748745" indent="0">
              <a:buFontTx/>
              <a:buNone/>
              <a:defRPr>
                <a:solidFill>
                  <a:schemeClr val="bg1"/>
                </a:solidFill>
              </a:defRPr>
            </a:lvl5pPr>
          </a:lstStyle>
          <a:p>
            <a:pPr lvl="0"/>
            <a:r>
              <a:rPr lang="en-US"/>
              <a:t>00</a:t>
            </a:r>
          </a:p>
        </p:txBody>
      </p:sp>
    </p:spTree>
    <p:extLst>
      <p:ext uri="{BB962C8B-B14F-4D97-AF65-F5344CB8AC3E}">
        <p14:creationId xmlns:p14="http://schemas.microsoft.com/office/powerpoint/2010/main" val="3828809399"/>
      </p:ext>
    </p:extLst>
  </p:cSld>
  <p:clrMapOvr>
    <a:masterClrMapping/>
  </p:clrMapOvr>
  <p:extLst>
    <p:ext uri="{DCECCB84-F9BA-43D5-87BE-67443E8EF086}">
      <p15:sldGuideLst xmlns:p15="http://schemas.microsoft.com/office/powerpoint/2012/main">
        <p15:guide id="0" pos="168" userDrawn="1">
          <p15:clr>
            <a:srgbClr val="FBAE40"/>
          </p15:clr>
        </p15:guide>
        <p15:guide id="1" pos="6761" userDrawn="1">
          <p15:clr>
            <a:srgbClr val="FBAE40"/>
          </p15:clr>
        </p15:guide>
        <p15:guide id="10" orient="horz" pos="631" userDrawn="1">
          <p15:clr>
            <a:srgbClr val="FBAE40"/>
          </p15:clr>
        </p15:guide>
        <p15:guide id="11" orient="horz" pos="3441" userDrawn="1">
          <p15:clr>
            <a:srgbClr val="FBAE40"/>
          </p15:clr>
        </p15:guide>
        <p15:guide id="12" pos="2525"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Statement ">
    <p:spTree>
      <p:nvGrpSpPr>
        <p:cNvPr id="1" name=""/>
        <p:cNvGrpSpPr/>
        <p:nvPr/>
      </p:nvGrpSpPr>
      <p:grpSpPr>
        <a:xfrm>
          <a:off x="0" y="0"/>
          <a:ext cx="0" cy="0"/>
          <a:chOff x="0" y="0"/>
          <a:chExt cx="0" cy="0"/>
        </a:xfrm>
      </p:grpSpPr>
      <p:sp>
        <p:nvSpPr>
          <p:cNvPr id="7" name="Freihandform: Form 6">
            <a:extLst>
              <a:ext uri="{FF2B5EF4-FFF2-40B4-BE49-F238E27FC236}">
                <a16:creationId xmlns:a16="http://schemas.microsoft.com/office/drawing/2014/main" id="{D9255C0C-3CE5-3402-E5ED-C9340115F932}"/>
              </a:ext>
            </a:extLst>
          </p:cNvPr>
          <p:cNvSpPr/>
          <p:nvPr userDrawn="1"/>
        </p:nvSpPr>
        <p:spPr>
          <a:xfrm>
            <a:off x="1" y="1"/>
            <a:ext cx="10969625" cy="5832001"/>
          </a:xfrm>
          <a:custGeom>
            <a:avLst/>
            <a:gdLst>
              <a:gd name="connsiteX0" fmla="*/ 0 w 10969625"/>
              <a:gd name="connsiteY0" fmla="*/ 0 h 5832001"/>
              <a:gd name="connsiteX1" fmla="*/ 10969625 w 10969625"/>
              <a:gd name="connsiteY1" fmla="*/ 0 h 5832001"/>
              <a:gd name="connsiteX2" fmla="*/ 10969625 w 10969625"/>
              <a:gd name="connsiteY2" fmla="*/ 5252613 h 5832001"/>
              <a:gd name="connsiteX3" fmla="*/ 1 w 10969625"/>
              <a:gd name="connsiteY3" fmla="*/ 5821413 h 5832001"/>
              <a:gd name="connsiteX4" fmla="*/ 1 w 10969625"/>
              <a:gd name="connsiteY4" fmla="*/ 5832001 h 5832001"/>
              <a:gd name="connsiteX5" fmla="*/ 0 w 10969625"/>
              <a:gd name="connsiteY5" fmla="*/ 5832001 h 5832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969625" h="5832001">
                <a:moveTo>
                  <a:pt x="0" y="0"/>
                </a:moveTo>
                <a:lnTo>
                  <a:pt x="10969625" y="0"/>
                </a:lnTo>
                <a:lnTo>
                  <a:pt x="10969625" y="5252613"/>
                </a:lnTo>
                <a:lnTo>
                  <a:pt x="1" y="5821413"/>
                </a:lnTo>
                <a:lnTo>
                  <a:pt x="1" y="5832001"/>
                </a:lnTo>
                <a:lnTo>
                  <a:pt x="0" y="5832001"/>
                </a:lnTo>
                <a:close/>
              </a:path>
            </a:pathLst>
          </a:custGeom>
          <a:solidFill>
            <a:schemeClr val="accent1"/>
          </a:solidFill>
          <a:ln w="9525" cap="flat" cmpd="sng" algn="ctr">
            <a:noFill/>
            <a:prstDash val="solid"/>
          </a:ln>
          <a:effectLst/>
        </p:spPr>
        <p:txBody>
          <a:bodyPr wrap="square" rtlCol="0" anchor="ctr">
            <a:noAutofit/>
          </a:bodyPr>
          <a:lstStyle/>
          <a:p>
            <a:pPr marL="0" marR="0" indent="0" algn="ctr" defTabSz="914400" eaLnBrk="1" fontAlgn="auto" latinLnBrk="0" hangingPunct="1">
              <a:lnSpc>
                <a:spcPct val="100000"/>
              </a:lnSpc>
              <a:spcBef>
                <a:spcPts val="0"/>
              </a:spcBef>
              <a:spcAft>
                <a:spcPts val="0"/>
              </a:spcAft>
              <a:buClrTx/>
              <a:buSzTx/>
              <a:buFontTx/>
              <a:buNone/>
              <a:tabLst/>
            </a:pPr>
            <a:endParaRPr kumimoji="0" lang="en-US" sz="1800" b="0" i="0" u="none" strike="noStrike" kern="0" cap="none" spc="0" normalizeH="0" baseline="0" noProof="0" dirty="0">
              <a:ln>
                <a:noFill/>
              </a:ln>
              <a:solidFill>
                <a:srgbClr val="000000"/>
              </a:solidFill>
              <a:effectLst/>
              <a:uLnTx/>
              <a:uFillTx/>
              <a:latin typeface="Bosch Office Sans"/>
              <a:ea typeface="+mn-ea"/>
              <a:cs typeface="+mn-cs"/>
            </a:endParaRPr>
          </a:p>
        </p:txBody>
      </p:sp>
      <p:sp>
        <p:nvSpPr>
          <p:cNvPr id="2" name="Title 1"/>
          <p:cNvSpPr>
            <a:spLocks noGrp="1"/>
          </p:cNvSpPr>
          <p:nvPr>
            <p:ph type="title" hasCustomPrompt="1"/>
          </p:nvPr>
        </p:nvSpPr>
        <p:spPr>
          <a:xfrm>
            <a:off x="259080" y="504000"/>
            <a:ext cx="10452100" cy="4692102"/>
          </a:xfrm>
        </p:spPr>
        <p:txBody>
          <a:bodyPr anchor="ctr" anchorCtr="0"/>
          <a:lstStyle>
            <a:lvl1pPr>
              <a:lnSpc>
                <a:spcPct val="90000"/>
              </a:lnSpc>
              <a:defRPr sz="6000" i="0">
                <a:solidFill>
                  <a:schemeClr val="accent2"/>
                </a:solidFill>
              </a:defRPr>
            </a:lvl1pPr>
          </a:lstStyle>
          <a:p>
            <a:r>
              <a:rPr lang="en-US" noProof="1"/>
              <a:t>Fazit hinzufügen</a:t>
            </a:r>
          </a:p>
        </p:txBody>
      </p:sp>
      <p:sp>
        <p:nvSpPr>
          <p:cNvPr id="6" name="Slide Number Placeholder 5"/>
          <p:cNvSpPr>
            <a:spLocks noGrp="1"/>
          </p:cNvSpPr>
          <p:nvPr>
            <p:ph type="sldNum" sz="quarter" idx="12"/>
          </p:nvPr>
        </p:nvSpPr>
        <p:spPr>
          <a:xfrm>
            <a:off x="266699" y="5923477"/>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Tree>
    <p:extLst>
      <p:ext uri="{BB962C8B-B14F-4D97-AF65-F5344CB8AC3E}">
        <p14:creationId xmlns:p14="http://schemas.microsoft.com/office/powerpoint/2010/main" val="1532355185"/>
      </p:ext>
    </p:extLst>
  </p:cSld>
  <p:clrMapOvr>
    <a:masterClrMapping/>
  </p:clrMapOvr>
  <p:extLst>
    <p:ext uri="{DCECCB84-F9BA-43D5-87BE-67443E8EF086}">
      <p15:sldGuideLst xmlns:p15="http://schemas.microsoft.com/office/powerpoint/2012/main">
        <p15:guide id="0" pos="163" userDrawn="1">
          <p15:clr>
            <a:srgbClr val="FBAE40"/>
          </p15:clr>
        </p15:guide>
        <p15:guide id="1" pos="6744" userDrawn="1">
          <p15:clr>
            <a:srgbClr val="FBAE40"/>
          </p15:clr>
        </p15:guide>
        <p15:guide id="10" orient="horz" pos="315" userDrawn="1">
          <p15:clr>
            <a:srgbClr val="FBAE40"/>
          </p15:clr>
        </p15:guide>
        <p15:guide id="11" orient="horz" pos="3279"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 content inverted ">
    <p:spTree>
      <p:nvGrpSpPr>
        <p:cNvPr id="1" name=""/>
        <p:cNvGrpSpPr/>
        <p:nvPr/>
      </p:nvGrpSpPr>
      <p:grpSpPr>
        <a:xfrm>
          <a:off x="0" y="0"/>
          <a:ext cx="0" cy="0"/>
          <a:chOff x="0" y="0"/>
          <a:chExt cx="0" cy="0"/>
        </a:xfrm>
      </p:grpSpPr>
      <p:sp>
        <p:nvSpPr>
          <p:cNvPr id="13" name="Freihandform: Form 12">
            <a:extLst>
              <a:ext uri="{FF2B5EF4-FFF2-40B4-BE49-F238E27FC236}">
                <a16:creationId xmlns:a16="http://schemas.microsoft.com/office/drawing/2014/main" id="{AD5DC8FD-DD8D-4735-695B-A649A05C3DAC}"/>
              </a:ext>
            </a:extLst>
          </p:cNvPr>
          <p:cNvSpPr/>
          <p:nvPr userDrawn="1"/>
        </p:nvSpPr>
        <p:spPr>
          <a:xfrm>
            <a:off x="1" y="1"/>
            <a:ext cx="10969625" cy="5832001"/>
          </a:xfrm>
          <a:custGeom>
            <a:avLst/>
            <a:gdLst>
              <a:gd name="connsiteX0" fmla="*/ 0 w 10969625"/>
              <a:gd name="connsiteY0" fmla="*/ 0 h 5832001"/>
              <a:gd name="connsiteX1" fmla="*/ 10969625 w 10969625"/>
              <a:gd name="connsiteY1" fmla="*/ 0 h 5832001"/>
              <a:gd name="connsiteX2" fmla="*/ 10969625 w 10969625"/>
              <a:gd name="connsiteY2" fmla="*/ 5252613 h 5832001"/>
              <a:gd name="connsiteX3" fmla="*/ 1 w 10969625"/>
              <a:gd name="connsiteY3" fmla="*/ 5821413 h 5832001"/>
              <a:gd name="connsiteX4" fmla="*/ 1 w 10969625"/>
              <a:gd name="connsiteY4" fmla="*/ 5832001 h 5832001"/>
              <a:gd name="connsiteX5" fmla="*/ 0 w 10969625"/>
              <a:gd name="connsiteY5" fmla="*/ 5832001 h 5832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969625" h="5832001">
                <a:moveTo>
                  <a:pt x="0" y="0"/>
                </a:moveTo>
                <a:lnTo>
                  <a:pt x="10969625" y="0"/>
                </a:lnTo>
                <a:lnTo>
                  <a:pt x="10969625" y="5252613"/>
                </a:lnTo>
                <a:lnTo>
                  <a:pt x="1" y="5821413"/>
                </a:lnTo>
                <a:lnTo>
                  <a:pt x="1" y="5832001"/>
                </a:lnTo>
                <a:lnTo>
                  <a:pt x="0" y="5832001"/>
                </a:lnTo>
                <a:close/>
              </a:path>
            </a:pathLst>
          </a:custGeom>
          <a:solidFill>
            <a:schemeClr val="accent1"/>
          </a:solidFill>
          <a:ln w="9525" cap="flat" cmpd="sng" algn="ctr">
            <a:noFill/>
            <a:prstDash val="solid"/>
          </a:ln>
          <a:effectLst/>
        </p:spPr>
        <p:txBody>
          <a:bodyPr wrap="square" rtlCol="0" anchor="ctr">
            <a:noAutofit/>
          </a:bodyPr>
          <a:lstStyle/>
          <a:p>
            <a:pPr marL="0" marR="0" indent="0" algn="ctr" defTabSz="914400" eaLnBrk="1" fontAlgn="auto" latinLnBrk="0" hangingPunct="1">
              <a:lnSpc>
                <a:spcPct val="100000"/>
              </a:lnSpc>
              <a:spcBef>
                <a:spcPts val="0"/>
              </a:spcBef>
              <a:spcAft>
                <a:spcPts val="0"/>
              </a:spcAft>
              <a:buClrTx/>
              <a:buSzTx/>
              <a:buFontTx/>
              <a:buNone/>
              <a:tabLst/>
            </a:pPr>
            <a:endParaRPr kumimoji="0" lang="en-US" sz="1800" b="0" i="0" u="none" strike="noStrike" kern="0" cap="none" spc="0" normalizeH="0" baseline="0" noProof="0" dirty="0">
              <a:ln>
                <a:noFill/>
              </a:ln>
              <a:solidFill>
                <a:srgbClr val="000000"/>
              </a:solidFill>
              <a:effectLst/>
              <a:uLnTx/>
              <a:uFillTx/>
              <a:latin typeface="Bosch Office Sans"/>
              <a:ea typeface="+mn-ea"/>
              <a:cs typeface="+mn-cs"/>
            </a:endParaRPr>
          </a:p>
        </p:txBody>
      </p:sp>
      <p:sp>
        <p:nvSpPr>
          <p:cNvPr id="3" name="Chapter_titleonly">
            <a:extLst>
              <a:ext uri="{FF2B5EF4-FFF2-40B4-BE49-F238E27FC236}">
                <a16:creationId xmlns:a16="http://schemas.microsoft.com/office/drawing/2014/main" id="{BE09DEEA-7110-245B-5AD2-75A29B3BA8EA}"/>
              </a:ext>
            </a:extLst>
          </p:cNvPr>
          <p:cNvSpPr>
            <a:spLocks noGrp="1"/>
          </p:cNvSpPr>
          <p:nvPr>
            <p:ph type="body" idx="15" hasCustomPrompt="1"/>
          </p:nvPr>
        </p:nvSpPr>
        <p:spPr>
          <a:xfrm>
            <a:off x="259080" y="259200"/>
            <a:ext cx="10452100" cy="388800"/>
          </a:xfrm>
        </p:spPr>
        <p:txBody>
          <a:bodyPr vert="horz" lIns="0" tIns="0" rIns="0" bIns="0" rtlCol="0">
            <a:noAutofit/>
          </a:bodyPr>
          <a:lstStyle>
            <a:lvl1pPr>
              <a:lnSpc>
                <a:spcPct val="89000"/>
              </a:lnSpc>
              <a:buNone/>
              <a:defRPr lang="de-DE" sz="2400" b="1" kern="0" baseline="0">
                <a:solidFill>
                  <a:schemeClr val="accent2"/>
                </a:solidFill>
                <a:latin typeface="+mj-lt"/>
                <a:ea typeface="+mn-ea"/>
                <a:cs typeface="+mn-cs"/>
              </a:defRPr>
            </a:lvl1pPr>
          </a:lstStyle>
          <a:p>
            <a:pPr marL="0" lvl="0" indent="0">
              <a:spcBef>
                <a:spcPts val="0"/>
              </a:spcBef>
              <a:buFont typeface="Wingdings 3" panose="05040102010807070707" pitchFamily="18" charset="2"/>
            </a:pPr>
            <a:r>
              <a:rPr lang="en-US" noProof="1"/>
              <a:t>Kapitel­überschrift hinzufügen</a:t>
            </a:r>
          </a:p>
        </p:txBody>
      </p:sp>
      <p:sp>
        <p:nvSpPr>
          <p:cNvPr id="15" name="slide_title">
            <a:extLst>
              <a:ext uri="{FF2B5EF4-FFF2-40B4-BE49-F238E27FC236}">
                <a16:creationId xmlns:a16="http://schemas.microsoft.com/office/drawing/2014/main" id="{C0A6F091-52AD-4C0A-8D32-80EE860A9980}"/>
              </a:ext>
            </a:extLst>
          </p:cNvPr>
          <p:cNvSpPr>
            <a:spLocks noGrp="1"/>
          </p:cNvSpPr>
          <p:nvPr>
            <p:ph type="title" sz="quarter" hasCustomPrompt="1"/>
          </p:nvPr>
        </p:nvSpPr>
        <p:spPr>
          <a:xfrm>
            <a:off x="259080" y="648000"/>
            <a:ext cx="10452100" cy="388800"/>
          </a:xfrm>
        </p:spPr>
        <p:txBody>
          <a:bodyPr/>
          <a:lstStyle>
            <a:lvl1pPr>
              <a:defRPr>
                <a:solidFill>
                  <a:schemeClr val="accent2"/>
                </a:solidFill>
              </a:defRPr>
            </a:lvl1pPr>
          </a:lstStyle>
          <a:p>
            <a:r>
              <a:rPr lang="en-US" noProof="1"/>
              <a:t>Folienüberschrift hinzufügen</a:t>
            </a:r>
          </a:p>
        </p:txBody>
      </p:sp>
      <p:sp>
        <p:nvSpPr>
          <p:cNvPr id="5" name="Content Placeholder 1">
            <a:extLst>
              <a:ext uri="{FF2B5EF4-FFF2-40B4-BE49-F238E27FC236}">
                <a16:creationId xmlns:a16="http://schemas.microsoft.com/office/drawing/2014/main" id="{4D46C5CB-CB38-4AD2-99D2-34C738DF30C0}"/>
              </a:ext>
            </a:extLst>
          </p:cNvPr>
          <p:cNvSpPr>
            <a:spLocks noGrp="1"/>
          </p:cNvSpPr>
          <p:nvPr>
            <p:ph sz="quarter" idx="1" hasCustomPrompt="1"/>
          </p:nvPr>
        </p:nvSpPr>
        <p:spPr>
          <a:xfrm>
            <a:off x="259080" y="1295400"/>
            <a:ext cx="10452100" cy="416814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6" name="Slide Number Placeholder 5"/>
          <p:cNvSpPr>
            <a:spLocks noGrp="1"/>
          </p:cNvSpPr>
          <p:nvPr>
            <p:ph type="sldNum" sz="quarter" idx="12"/>
          </p:nvPr>
        </p:nvSpPr>
        <p:spPr>
          <a:xfrm>
            <a:off x="266699" y="5923478"/>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Tree>
    <p:extLst>
      <p:ext uri="{BB962C8B-B14F-4D97-AF65-F5344CB8AC3E}">
        <p14:creationId xmlns:p14="http://schemas.microsoft.com/office/powerpoint/2010/main" val="4156331841"/>
      </p:ext>
    </p:extLst>
  </p:cSld>
  <p:clrMapOvr>
    <a:masterClrMapping/>
  </p:clrMapOvr>
  <p:extLst>
    <p:ext uri="{DCECCB84-F9BA-43D5-87BE-67443E8EF086}">
      <p15:sldGuideLst xmlns:p15="http://schemas.microsoft.com/office/powerpoint/2012/main">
        <p15:guide id="0" pos="163" userDrawn="1">
          <p15:clr>
            <a:srgbClr val="FBAE40"/>
          </p15:clr>
        </p15:guide>
        <p15:guide id="1" pos="6747" userDrawn="1">
          <p15:clr>
            <a:srgbClr val="FBAE40"/>
          </p15:clr>
        </p15:guide>
        <p15:guide id="10" orient="horz" pos="163" userDrawn="1">
          <p15:clr>
            <a:srgbClr val="FBAE40"/>
          </p15:clr>
        </p15:guide>
        <p15:guide id="11" orient="horz" pos="408" userDrawn="1">
          <p15:clr>
            <a:srgbClr val="FBAE40"/>
          </p15:clr>
        </p15:guide>
        <p15:guide id="15" orient="horz" pos="652" userDrawn="1">
          <p15:clr>
            <a:srgbClr val="FBAE40"/>
          </p15:clr>
        </p15:guide>
        <p15:guide id="16" orient="horz" pos="816" userDrawn="1">
          <p15:clr>
            <a:srgbClr val="FBAE40"/>
          </p15:clr>
        </p15:guide>
        <p15:guide id="17" orient="horz" pos="3441"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plit vertical ">
    <p:spTree>
      <p:nvGrpSpPr>
        <p:cNvPr id="1" name=""/>
        <p:cNvGrpSpPr/>
        <p:nvPr/>
      </p:nvGrpSpPr>
      <p:grpSpPr>
        <a:xfrm>
          <a:off x="0" y="0"/>
          <a:ext cx="0" cy="0"/>
          <a:chOff x="0" y="0"/>
          <a:chExt cx="0" cy="0"/>
        </a:xfrm>
      </p:grpSpPr>
      <p:sp>
        <p:nvSpPr>
          <p:cNvPr id="18" name="Freihandform: Form 17">
            <a:extLst>
              <a:ext uri="{FF2B5EF4-FFF2-40B4-BE49-F238E27FC236}">
                <a16:creationId xmlns:a16="http://schemas.microsoft.com/office/drawing/2014/main" id="{CC85B92C-CEA1-B1A6-4D15-68BA84C81FDE}"/>
              </a:ext>
            </a:extLst>
          </p:cNvPr>
          <p:cNvSpPr/>
          <p:nvPr userDrawn="1"/>
        </p:nvSpPr>
        <p:spPr>
          <a:xfrm>
            <a:off x="1" y="1"/>
            <a:ext cx="10969625" cy="5821412"/>
          </a:xfrm>
          <a:custGeom>
            <a:avLst/>
            <a:gdLst>
              <a:gd name="connsiteX0" fmla="*/ 0 w 10969625"/>
              <a:gd name="connsiteY0" fmla="*/ 0 h 5821412"/>
              <a:gd name="connsiteX1" fmla="*/ 10969625 w 10969625"/>
              <a:gd name="connsiteY1" fmla="*/ 0 h 5821412"/>
              <a:gd name="connsiteX2" fmla="*/ 10969625 w 10969625"/>
              <a:gd name="connsiteY2" fmla="*/ 5252612 h 5821412"/>
              <a:gd name="connsiteX3" fmla="*/ 0 w 10969625"/>
              <a:gd name="connsiteY3" fmla="*/ 5821412 h 5821412"/>
            </a:gdLst>
            <a:ahLst/>
            <a:cxnLst>
              <a:cxn ang="0">
                <a:pos x="connsiteX0" y="connsiteY0"/>
              </a:cxn>
              <a:cxn ang="0">
                <a:pos x="connsiteX1" y="connsiteY1"/>
              </a:cxn>
              <a:cxn ang="0">
                <a:pos x="connsiteX2" y="connsiteY2"/>
              </a:cxn>
              <a:cxn ang="0">
                <a:pos x="connsiteX3" y="connsiteY3"/>
              </a:cxn>
            </a:cxnLst>
            <a:rect l="l" t="t" r="r" b="b"/>
            <a:pathLst>
              <a:path w="10969625" h="5821412">
                <a:moveTo>
                  <a:pt x="0" y="0"/>
                </a:moveTo>
                <a:lnTo>
                  <a:pt x="10969625" y="0"/>
                </a:lnTo>
                <a:lnTo>
                  <a:pt x="10969625" y="5252612"/>
                </a:lnTo>
                <a:lnTo>
                  <a:pt x="0" y="5821412"/>
                </a:lnTo>
                <a:close/>
              </a:path>
            </a:pathLst>
          </a:custGeom>
          <a:solidFill>
            <a:schemeClr val="accent1"/>
          </a:solidFill>
          <a:ln w="9525" cap="flat" cmpd="sng" algn="ctr">
            <a:noFill/>
            <a:prstDash val="solid"/>
          </a:ln>
          <a:effectLst/>
        </p:spPr>
        <p:txBody>
          <a:bodyPr wrap="square" rtlCol="0" anchor="ctr">
            <a:noAutofit/>
          </a:bodyPr>
          <a:lstStyle/>
          <a:p>
            <a:pPr marL="0" marR="0" indent="0" algn="ctr" defTabSz="914400" eaLnBrk="1" fontAlgn="auto" latinLnBrk="0" hangingPunct="1">
              <a:lnSpc>
                <a:spcPct val="100000"/>
              </a:lnSpc>
              <a:spcBef>
                <a:spcPts val="0"/>
              </a:spcBef>
              <a:spcAft>
                <a:spcPts val="0"/>
              </a:spcAft>
              <a:buClrTx/>
              <a:buSzTx/>
              <a:buFontTx/>
              <a:buNone/>
              <a:tabLst/>
            </a:pPr>
            <a:endParaRPr kumimoji="0" lang="en-US" sz="1800" b="0" i="0" u="none" strike="noStrike" kern="0" cap="none" spc="0" normalizeH="0" baseline="0" noProof="0" dirty="0">
              <a:ln>
                <a:noFill/>
              </a:ln>
              <a:solidFill>
                <a:srgbClr val="000000"/>
              </a:solidFill>
              <a:effectLst/>
              <a:uLnTx/>
              <a:uFillTx/>
              <a:latin typeface="Bosch Office Sans"/>
              <a:ea typeface="+mn-ea"/>
              <a:cs typeface="+mn-cs"/>
            </a:endParaRPr>
          </a:p>
        </p:txBody>
      </p:sp>
      <p:sp>
        <p:nvSpPr>
          <p:cNvPr id="5" name="Slide Number Placeholder 4"/>
          <p:cNvSpPr>
            <a:spLocks noGrp="1"/>
          </p:cNvSpPr>
          <p:nvPr>
            <p:ph type="sldNum" sz="quarter" idx="12"/>
          </p:nvPr>
        </p:nvSpPr>
        <p:spPr>
          <a:xfrm>
            <a:off x="266699" y="5923478"/>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
        <p:nvSpPr>
          <p:cNvPr id="4" name="Text Placeholder 3">
            <a:extLst>
              <a:ext uri="{FF2B5EF4-FFF2-40B4-BE49-F238E27FC236}">
                <a16:creationId xmlns:a16="http://schemas.microsoft.com/office/drawing/2014/main" id="{DA63EE3D-5B1A-EE02-BCE2-D4A0FE325CBC}"/>
              </a:ext>
            </a:extLst>
          </p:cNvPr>
          <p:cNvSpPr>
            <a:spLocks noGrp="1"/>
          </p:cNvSpPr>
          <p:nvPr>
            <p:ph type="body" sz="quarter" idx="2"/>
          </p:nvPr>
        </p:nvSpPr>
        <p:spPr>
          <a:xfrm>
            <a:off x="5683308" y="1371600"/>
            <a:ext cx="5018314" cy="4087298"/>
          </a:xfrm>
        </p:spPr>
        <p:txBody>
          <a:bodyPr/>
          <a:lstStyle>
            <a:lvl1pPr>
              <a:defRPr sz="2400" b="1">
                <a:solidFill>
                  <a:schemeClr val="bg1"/>
                </a:solidFill>
                <a:latin typeface="+mj-lt"/>
              </a:defRPr>
            </a:lvl1pPr>
            <a:lvl2pPr>
              <a:defRPr sz="2400" b="1">
                <a:solidFill>
                  <a:schemeClr val="bg1"/>
                </a:solidFill>
                <a:latin typeface="+mj-lt"/>
              </a:defRPr>
            </a:lvl2pPr>
            <a:lvl3pPr>
              <a:defRPr sz="2400" b="1">
                <a:solidFill>
                  <a:schemeClr val="bg1"/>
                </a:solidFill>
                <a:latin typeface="+mj-lt"/>
              </a:defRPr>
            </a:lvl3pPr>
            <a:lvl4pPr>
              <a:defRPr sz="2400" b="1">
                <a:solidFill>
                  <a:schemeClr val="bg1"/>
                </a:solidFill>
                <a:latin typeface="+mj-lt"/>
              </a:defRPr>
            </a:lvl4pPr>
            <a:lvl5pPr>
              <a:defRPr sz="2400" b="1">
                <a:solidFill>
                  <a:schemeClr val="bg1"/>
                </a:solidFill>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20" name="Bildplatzhalter 19">
            <a:extLst>
              <a:ext uri="{FF2B5EF4-FFF2-40B4-BE49-F238E27FC236}">
                <a16:creationId xmlns:a16="http://schemas.microsoft.com/office/drawing/2014/main" id="{21315564-2908-E39A-1AE8-D9CEE3539F37}"/>
              </a:ext>
            </a:extLst>
          </p:cNvPr>
          <p:cNvSpPr>
            <a:spLocks noGrp="1"/>
          </p:cNvSpPr>
          <p:nvPr>
            <p:ph type="pic" sz="quarter" idx="1" hasCustomPrompt="1"/>
          </p:nvPr>
        </p:nvSpPr>
        <p:spPr>
          <a:xfrm>
            <a:off x="1" y="1"/>
            <a:ext cx="5486400" cy="5821413"/>
          </a:xfrm>
          <a:custGeom>
            <a:avLst/>
            <a:gdLst>
              <a:gd name="connsiteX0" fmla="*/ 0 w 5486400"/>
              <a:gd name="connsiteY0" fmla="*/ 0 h 5821413"/>
              <a:gd name="connsiteX1" fmla="*/ 5486400 w 5486400"/>
              <a:gd name="connsiteY1" fmla="*/ 0 h 5821413"/>
              <a:gd name="connsiteX2" fmla="*/ 5486400 w 5486400"/>
              <a:gd name="connsiteY2" fmla="*/ 5536931 h 5821413"/>
              <a:gd name="connsiteX3" fmla="*/ 0 w 5486400"/>
              <a:gd name="connsiteY3" fmla="*/ 5821413 h 5821413"/>
            </a:gdLst>
            <a:ahLst/>
            <a:cxnLst>
              <a:cxn ang="0">
                <a:pos x="connsiteX0" y="connsiteY0"/>
              </a:cxn>
              <a:cxn ang="0">
                <a:pos x="connsiteX1" y="connsiteY1"/>
              </a:cxn>
              <a:cxn ang="0">
                <a:pos x="connsiteX2" y="connsiteY2"/>
              </a:cxn>
              <a:cxn ang="0">
                <a:pos x="connsiteX3" y="connsiteY3"/>
              </a:cxn>
            </a:cxnLst>
            <a:rect l="l" t="t" r="r" b="b"/>
            <a:pathLst>
              <a:path w="5486400" h="5821413">
                <a:moveTo>
                  <a:pt x="0" y="0"/>
                </a:moveTo>
                <a:lnTo>
                  <a:pt x="5486400" y="0"/>
                </a:lnTo>
                <a:lnTo>
                  <a:pt x="5486400" y="5536931"/>
                </a:lnTo>
                <a:lnTo>
                  <a:pt x="0" y="5821413"/>
                </a:lnTo>
                <a:close/>
              </a:path>
            </a:pathLst>
          </a:custGeom>
          <a:solidFill>
            <a:srgbClr val="FFE6E7"/>
          </a:solidFill>
        </p:spPr>
        <p:txBody>
          <a:bodyPr wrap="square" anchor="ctr">
            <a:noAutofit/>
          </a:bodyPr>
          <a:lstStyle>
            <a:lvl1pPr marL="0" indent="0" algn="ctr">
              <a:lnSpc>
                <a:spcPct val="550000"/>
              </a:lnSpc>
              <a:buFontTx/>
              <a:buNone/>
              <a:defRPr sz="1200"/>
            </a:lvl1pPr>
          </a:lstStyle>
          <a:p>
            <a:r>
              <a:rPr lang="en-US"/>
              <a:t>Bild hinzufügen</a:t>
            </a:r>
          </a:p>
        </p:txBody>
      </p:sp>
      <p:sp>
        <p:nvSpPr>
          <p:cNvPr id="14" name="Title 1">
            <a:extLst>
              <a:ext uri="{FF2B5EF4-FFF2-40B4-BE49-F238E27FC236}">
                <a16:creationId xmlns:a16="http://schemas.microsoft.com/office/drawing/2014/main" id="{F10EE55D-35FD-EB98-A902-8C0417DB53D2}"/>
              </a:ext>
            </a:extLst>
          </p:cNvPr>
          <p:cNvSpPr>
            <a:spLocks noGrp="1"/>
          </p:cNvSpPr>
          <p:nvPr>
            <p:ph type="ctrTitle" hasCustomPrompt="1"/>
          </p:nvPr>
        </p:nvSpPr>
        <p:spPr>
          <a:xfrm>
            <a:off x="4679999" y="259200"/>
            <a:ext cx="6026101" cy="914400"/>
          </a:xfrm>
          <a:solidFill>
            <a:schemeClr val="accent2"/>
          </a:solidFill>
          <a:ln w="0">
            <a:noFill/>
          </a:ln>
          <a:effectLst/>
        </p:spPr>
        <p:txBody>
          <a:bodyPr wrap="none" lIns="230400" tIns="169200" rIns="230400" bIns="50400" anchor="t" anchorCtr="0">
            <a:noAutofit/>
          </a:bodyPr>
          <a:lstStyle>
            <a:lvl1pPr algn="l">
              <a:lnSpc>
                <a:spcPts val="5400"/>
              </a:lnSpc>
              <a:defRPr sz="5000" b="1" i="0" cap="none" baseline="0">
                <a:solidFill>
                  <a:schemeClr val="accent1"/>
                </a:solidFill>
                <a:latin typeface="+mj-lt"/>
              </a:defRPr>
            </a:lvl1pPr>
          </a:lstStyle>
          <a:p>
            <a:r>
              <a:rPr lang="en-US" noProof="1"/>
              <a:t>Titel hinzufügen</a:t>
            </a:r>
          </a:p>
        </p:txBody>
      </p:sp>
    </p:spTree>
    <p:extLst>
      <p:ext uri="{BB962C8B-B14F-4D97-AF65-F5344CB8AC3E}">
        <p14:creationId xmlns:p14="http://schemas.microsoft.com/office/powerpoint/2010/main" val="2697667911"/>
      </p:ext>
    </p:extLst>
  </p:cSld>
  <p:clrMapOvr>
    <a:masterClrMapping/>
  </p:clrMapOvr>
  <p:extLst>
    <p:ext uri="{DCECCB84-F9BA-43D5-87BE-67443E8EF086}">
      <p15:sldGuideLst xmlns:p15="http://schemas.microsoft.com/office/powerpoint/2012/main">
        <p15:guide id="1" orient="horz" pos="855" userDrawn="1">
          <p15:clr>
            <a:srgbClr val="FBAE40"/>
          </p15:clr>
        </p15:guide>
        <p15:guide id="2" orient="horz" pos="3440" userDrawn="1">
          <p15:clr>
            <a:srgbClr val="FBAE40"/>
          </p15:clr>
        </p15:guide>
        <p15:guide id="3" pos="166" userDrawn="1">
          <p15:clr>
            <a:srgbClr val="FBAE40"/>
          </p15:clr>
        </p15:guide>
        <p15:guide id="4" pos="6744" userDrawn="1">
          <p15:clr>
            <a:srgbClr val="FBAE40"/>
          </p15:clr>
        </p15:guide>
        <p15:guide id="5" orient="horz" pos="162"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4 content dark ">
    <p:spTree>
      <p:nvGrpSpPr>
        <p:cNvPr id="1" name=""/>
        <p:cNvGrpSpPr/>
        <p:nvPr/>
      </p:nvGrpSpPr>
      <p:grpSpPr>
        <a:xfrm>
          <a:off x="0" y="0"/>
          <a:ext cx="0" cy="0"/>
          <a:chOff x="0" y="0"/>
          <a:chExt cx="0" cy="0"/>
        </a:xfrm>
      </p:grpSpPr>
      <p:sp>
        <p:nvSpPr>
          <p:cNvPr id="4" name="BackgroundPicture2">
            <a:extLst>
              <a:ext uri="{FF2B5EF4-FFF2-40B4-BE49-F238E27FC236}">
                <a16:creationId xmlns:a16="http://schemas.microsoft.com/office/drawing/2014/main" id="{9F4F8A00-0989-FEAD-D127-59325AD26110}"/>
              </a:ext>
            </a:extLst>
          </p:cNvPr>
          <p:cNvSpPr/>
          <p:nvPr userDrawn="1"/>
        </p:nvSpPr>
        <p:spPr>
          <a:xfrm rot="10800000">
            <a:off x="0" y="5252612"/>
            <a:ext cx="10969626" cy="918001"/>
          </a:xfrm>
          <a:custGeom>
            <a:avLst/>
            <a:gdLst/>
            <a:ahLst/>
            <a:cxnLst/>
            <a:rect l="0" t="0" r="0" b="0"/>
            <a:pathLst>
              <a:path w="10969626" h="918001">
                <a:moveTo>
                  <a:pt x="0" y="0"/>
                </a:moveTo>
                <a:lnTo>
                  <a:pt x="10969625" y="0"/>
                </a:lnTo>
                <a:lnTo>
                  <a:pt x="10969625" y="349200"/>
                </a:lnTo>
                <a:lnTo>
                  <a:pt x="0" y="91800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close/>
              </a:path>
            </a:pathLst>
          </a:custGeom>
          <a:solidFill>
            <a:schemeClr val="accent1"/>
          </a:solidFill>
          <a:ln w="9525" cap="flat" cmpd="sng" algn="ctr">
            <a:no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tabLst/>
            </a:pPr>
            <a:endParaRPr kumimoji="0" lang="en-US" sz="1800" b="0" i="0" u="none" strike="noStrike" kern="0" cap="none" spc="0" normalizeH="0" baseline="0" noProof="0" dirty="0">
              <a:ln>
                <a:noFill/>
              </a:ln>
              <a:solidFill>
                <a:srgbClr val="000000"/>
              </a:solidFill>
              <a:effectLst/>
              <a:uLnTx/>
              <a:uFillTx/>
              <a:latin typeface="Bosch Office Sans"/>
              <a:ea typeface="+mn-ea"/>
              <a:cs typeface="+mn-cs"/>
            </a:endParaRPr>
          </a:p>
        </p:txBody>
      </p:sp>
      <p:pic>
        <p:nvPicPr>
          <p:cNvPr id="7" name="Logo">
            <a:extLst>
              <a:ext uri="{FF2B5EF4-FFF2-40B4-BE49-F238E27FC236}">
                <a16:creationId xmlns:a16="http://schemas.microsoft.com/office/drawing/2014/main" id="{29C23F0C-EB63-1D22-28D2-C6B83FB9B24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7917" b="40255"/>
          <a:stretch/>
        </p:blipFill>
        <p:spPr>
          <a:xfrm>
            <a:off x="9703435" y="5581387"/>
            <a:ext cx="1104740" cy="438441"/>
          </a:xfrm>
          <a:prstGeom prst="rect">
            <a:avLst/>
          </a:prstGeom>
        </p:spPr>
      </p:pic>
      <p:sp>
        <p:nvSpPr>
          <p:cNvPr id="10" name="Footer">
            <a:extLst>
              <a:ext uri="{FF2B5EF4-FFF2-40B4-BE49-F238E27FC236}">
                <a16:creationId xmlns:a16="http://schemas.microsoft.com/office/drawing/2014/main" id="{A06149E1-C7E9-E474-E1DD-47C75CD7DB77}"/>
              </a:ext>
            </a:extLst>
          </p:cNvPr>
          <p:cNvSpPr txBox="1"/>
          <p:nvPr userDrawn="1"/>
        </p:nvSpPr>
        <p:spPr>
          <a:xfrm>
            <a:off x="593090" y="5935261"/>
            <a:ext cx="8850948" cy="122116"/>
          </a:xfrm>
          <a:prstGeom prst="rect">
            <a:avLst/>
          </a:prstGeom>
          <a:noFill/>
        </p:spPr>
        <p:txBody>
          <a:bodyPr wrap="square" lIns="0" tIns="0" rIns="0" bIns="0" rtlCol="0">
            <a:noAutofit/>
          </a:bodyPr>
          <a:lstStyle/>
          <a:p>
            <a:pPr marL="0" marR="0" lvl="0" indent="0" algn="l" defTabSz="914400" rtl="0" eaLnBrk="1" fontAlgn="auto" latinLnBrk="0" hangingPunct="1">
              <a:lnSpc>
                <a:spcPct val="107000"/>
              </a:lnSpc>
              <a:spcBef>
                <a:spcPts val="0"/>
              </a:spcBef>
              <a:spcAft>
                <a:spcPts val="100"/>
              </a:spcAft>
              <a:buClrTx/>
              <a:buSzTx/>
              <a:buFontTx/>
              <a:buNone/>
              <a:tabLst/>
              <a:defRPr/>
            </a:pPr>
            <a:r>
              <a:rPr lang="en-US" sz="600" kern="0" baseline="0" noProof="1">
                <a:solidFill>
                  <a:srgbClr val="A3BAC8"/>
                </a:solidFill>
                <a:latin typeface="+mn-lt"/>
              </a:rPr>
              <a:t>DC-AT/ESP1 | 06.06.2023 | © Bosch Rexroth AG 2023. Alle Rechte vorbehalten, auch bzgl. jeder Verfügung, Verwertung, Reproduktion, Bearbeitung, Weitergabe sowie für den Fall von Schutzrechtsanmeldungen.</a:t>
            </a:r>
          </a:p>
          <a:p>
            <a:pPr marL="0" marR="0" lvl="0" indent="0" algn="l" defTabSz="914400" rtl="0" eaLnBrk="1" fontAlgn="auto" latinLnBrk="0" hangingPunct="1">
              <a:lnSpc>
                <a:spcPct val="107000"/>
              </a:lnSpc>
              <a:spcBef>
                <a:spcPts val="0"/>
              </a:spcBef>
              <a:spcAft>
                <a:spcPts val="100"/>
              </a:spcAft>
              <a:buClrTx/>
              <a:buSzTx/>
              <a:buFontTx/>
              <a:buNone/>
              <a:tabLst/>
              <a:defRPr/>
            </a:pPr>
            <a:endParaRPr lang="en-US" sz="600" kern="0" baseline="0" noProof="1">
              <a:solidFill>
                <a:schemeClr val="accent1"/>
              </a:solidFill>
              <a:latin typeface="+mn-lt"/>
            </a:endParaRPr>
          </a:p>
          <a:p>
            <a:pPr marR="0" defTabSz="914400" eaLnBrk="1" fontAlgn="auto" latinLnBrk="0" hangingPunct="1">
              <a:lnSpc>
                <a:spcPct val="107000"/>
              </a:lnSpc>
              <a:spcBef>
                <a:spcPts val="0"/>
              </a:spcBef>
              <a:spcAft>
                <a:spcPts val="100"/>
              </a:spcAft>
              <a:buClrTx/>
              <a:buSzTx/>
              <a:buFontTx/>
              <a:buNone/>
              <a:tabLst/>
            </a:pPr>
            <a:endParaRPr kumimoji="0" lang="en-US" sz="600" b="0" i="0" u="none" strike="noStrike" kern="0" cap="none" spc="0" normalizeH="0" baseline="0" noProof="1">
              <a:ln>
                <a:noFill/>
              </a:ln>
              <a:solidFill>
                <a:srgbClr val="000000"/>
              </a:solidFill>
              <a:effectLst/>
              <a:uLnTx/>
              <a:uFillTx/>
              <a:latin typeface="+mn-lt"/>
            </a:endParaRPr>
          </a:p>
        </p:txBody>
      </p:sp>
      <p:sp>
        <p:nvSpPr>
          <p:cNvPr id="2" name="Chapter_titleonly">
            <a:extLst>
              <a:ext uri="{FF2B5EF4-FFF2-40B4-BE49-F238E27FC236}">
                <a16:creationId xmlns:a16="http://schemas.microsoft.com/office/drawing/2014/main" id="{D8DBEFB5-7FD9-DE0E-BF93-9044327DD412}"/>
              </a:ext>
            </a:extLst>
          </p:cNvPr>
          <p:cNvSpPr>
            <a:spLocks noGrp="1"/>
          </p:cNvSpPr>
          <p:nvPr>
            <p:ph type="body" idx="15" hasCustomPrompt="1"/>
          </p:nvPr>
        </p:nvSpPr>
        <p:spPr>
          <a:xfrm>
            <a:off x="259080" y="259200"/>
            <a:ext cx="10452100" cy="388800"/>
          </a:xfrm>
        </p:spPr>
        <p:txBody>
          <a:bodyPr vert="horz" lIns="0" tIns="0" rIns="0" bIns="0" rtlCol="0">
            <a:noAutofit/>
          </a:bodyPr>
          <a:lstStyle>
            <a:lvl1pPr algn="l" defTabSz="914333" rtl="0" eaLnBrk="1" latinLnBrk="0" hangingPunct="1">
              <a:lnSpc>
                <a:spcPct val="89000"/>
              </a:lnSpc>
              <a:spcBef>
                <a:spcPts val="500"/>
              </a:spcBef>
              <a:buNone/>
              <a:defRPr lang="en-US" sz="2400" b="1" kern="1200" baseline="0" noProof="1">
                <a:solidFill>
                  <a:srgbClr val="00B9E5"/>
                </a:solidFill>
                <a:latin typeface="+mj-lt"/>
                <a:ea typeface="+mj-ea"/>
                <a:cs typeface="+mj-cs"/>
              </a:defRPr>
            </a:lvl1pPr>
          </a:lstStyle>
          <a:p>
            <a:pPr marL="0" lvl="0" indent="0">
              <a:spcBef>
                <a:spcPts val="0"/>
              </a:spcBef>
              <a:buFont typeface="Wingdings 3" panose="05040102010807070707" pitchFamily="18" charset="2"/>
            </a:pPr>
            <a:r>
              <a:rPr lang="en-US" noProof="1"/>
              <a:t>Kapitel­überschrift hinzufügen</a:t>
            </a:r>
          </a:p>
        </p:txBody>
      </p:sp>
      <p:sp>
        <p:nvSpPr>
          <p:cNvPr id="19" name="slide_title">
            <a:extLst>
              <a:ext uri="{FF2B5EF4-FFF2-40B4-BE49-F238E27FC236}">
                <a16:creationId xmlns:a16="http://schemas.microsoft.com/office/drawing/2014/main" id="{DF7F8884-B1F7-469D-8614-E93F2AA1E3DD}"/>
              </a:ext>
            </a:extLst>
          </p:cNvPr>
          <p:cNvSpPr>
            <a:spLocks noGrp="1"/>
          </p:cNvSpPr>
          <p:nvPr>
            <p:ph type="title" sz="quarter" hasCustomPrompt="1"/>
          </p:nvPr>
        </p:nvSpPr>
        <p:spPr>
          <a:xfrm>
            <a:off x="259080" y="648000"/>
            <a:ext cx="10452100" cy="388800"/>
          </a:xfrm>
        </p:spPr>
        <p:txBody>
          <a:bodyPr/>
          <a:lstStyle>
            <a:lvl1pPr>
              <a:defRPr lang="en-US" sz="2400" b="1" kern="1200" baseline="0" noProof="1">
                <a:solidFill>
                  <a:srgbClr val="00B9E5"/>
                </a:solidFill>
                <a:latin typeface="+mj-lt"/>
                <a:ea typeface="+mj-ea"/>
                <a:cs typeface="+mj-cs"/>
              </a:defRPr>
            </a:lvl1pPr>
          </a:lstStyle>
          <a:p>
            <a:r>
              <a:rPr lang="en-US" noProof="1"/>
              <a:t>Folienüberschrift hinzufügen</a:t>
            </a:r>
          </a:p>
        </p:txBody>
      </p:sp>
      <p:sp>
        <p:nvSpPr>
          <p:cNvPr id="5" name="Content Placeholder 1"/>
          <p:cNvSpPr>
            <a:spLocks noGrp="1"/>
          </p:cNvSpPr>
          <p:nvPr>
            <p:ph sz="half" idx="1" hasCustomPrompt="1"/>
          </p:nvPr>
        </p:nvSpPr>
        <p:spPr>
          <a:xfrm>
            <a:off x="259080" y="1295399"/>
            <a:ext cx="2515870" cy="416814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8" name="Content Placeholder 2"/>
          <p:cNvSpPr>
            <a:spLocks noGrp="1"/>
          </p:cNvSpPr>
          <p:nvPr>
            <p:ph sz="half" idx="2" hasCustomPrompt="1"/>
          </p:nvPr>
        </p:nvSpPr>
        <p:spPr>
          <a:xfrm>
            <a:off x="2904490" y="1295400"/>
            <a:ext cx="2515870" cy="416814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6" name="Content Placeholder 3"/>
          <p:cNvSpPr>
            <a:spLocks noGrp="1"/>
          </p:cNvSpPr>
          <p:nvPr>
            <p:ph sz="half" idx="3" hasCustomPrompt="1"/>
          </p:nvPr>
        </p:nvSpPr>
        <p:spPr>
          <a:xfrm>
            <a:off x="5549900" y="1295399"/>
            <a:ext cx="2515870" cy="416814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9" name="Content Placeholder 4"/>
          <p:cNvSpPr>
            <a:spLocks noGrp="1"/>
          </p:cNvSpPr>
          <p:nvPr>
            <p:ph sz="half" idx="4" hasCustomPrompt="1"/>
          </p:nvPr>
        </p:nvSpPr>
        <p:spPr>
          <a:xfrm>
            <a:off x="8195310" y="1295400"/>
            <a:ext cx="2515870" cy="416814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3" name="Slide Number Placeholder 2"/>
          <p:cNvSpPr>
            <a:spLocks noGrp="1"/>
          </p:cNvSpPr>
          <p:nvPr>
            <p:ph type="sldNum" sz="quarter" idx="12"/>
          </p:nvPr>
        </p:nvSpPr>
        <p:spPr>
          <a:xfrm>
            <a:off x="266699" y="5923478"/>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
        <p:nvSpPr>
          <p:cNvPr id="14" name="Rectangle7">
            <a:extLst>
              <a:ext uri="{FF2B5EF4-FFF2-40B4-BE49-F238E27FC236}">
                <a16:creationId xmlns:a16="http://schemas.microsoft.com/office/drawing/2014/main" id="{3A9A741C-7644-4810-ABAF-465822FC0D76}"/>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Tree>
    <p:extLst>
      <p:ext uri="{BB962C8B-B14F-4D97-AF65-F5344CB8AC3E}">
        <p14:creationId xmlns:p14="http://schemas.microsoft.com/office/powerpoint/2010/main" val="1061336952"/>
      </p:ext>
    </p:extLst>
  </p:cSld>
  <p:clrMapOvr>
    <a:masterClrMapping/>
  </p:clrMapOvr>
  <p:extLst>
    <p:ext uri="{DCECCB84-F9BA-43D5-87BE-67443E8EF086}">
      <p15:sldGuideLst xmlns:p15="http://schemas.microsoft.com/office/powerpoint/2012/main">
        <p15:guide id="0" pos="163" userDrawn="1">
          <p15:clr>
            <a:srgbClr val="FBAE40"/>
          </p15:clr>
        </p15:guide>
        <p15:guide id="1" pos="6747" userDrawn="1">
          <p15:clr>
            <a:srgbClr val="FBAE40"/>
          </p15:clr>
        </p15:guide>
        <p15:guide id="5" pos="1748" userDrawn="1">
          <p15:clr>
            <a:srgbClr val="FBAE40"/>
          </p15:clr>
        </p15:guide>
        <p15:guide id="6" pos="3496" userDrawn="1">
          <p15:clr>
            <a:srgbClr val="FBAE40"/>
          </p15:clr>
        </p15:guide>
        <p15:guide id="7" pos="5080" userDrawn="1">
          <p15:clr>
            <a:srgbClr val="FBAE40"/>
          </p15:clr>
        </p15:guide>
        <p15:guide id="8" pos="1829" userDrawn="1">
          <p15:clr>
            <a:srgbClr val="FBAE40"/>
          </p15:clr>
        </p15:guide>
        <p15:guide id="9" pos="3414" userDrawn="1">
          <p15:clr>
            <a:srgbClr val="FBAE40"/>
          </p15:clr>
        </p15:guide>
        <p15:guide id="10" pos="5162" userDrawn="1">
          <p15:clr>
            <a:srgbClr val="FBAE40"/>
          </p15:clr>
        </p15:guide>
        <p15:guide id="11" orient="horz" pos="408" userDrawn="1">
          <p15:clr>
            <a:srgbClr val="FBAE40"/>
          </p15:clr>
        </p15:guide>
        <p15:guide id="14" orient="horz" pos="163" userDrawn="1">
          <p15:clr>
            <a:srgbClr val="FBAE40"/>
          </p15:clr>
        </p15:guide>
        <p15:guide id="15" orient="horz" pos="651" userDrawn="1">
          <p15:clr>
            <a:srgbClr val="FBAE40"/>
          </p15:clr>
        </p15:guide>
        <p15:guide id="17" orient="horz" pos="3441" userDrawn="1">
          <p15:clr>
            <a:srgbClr val="FBAE40"/>
          </p15:clr>
        </p15:guide>
        <p15:guide id="18" orient="horz" pos="816"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 content light ">
    <p:bg>
      <p:bgRef idx="1001">
        <a:schemeClr val="bg1"/>
      </p:bgRef>
    </p:bg>
    <p:spTree>
      <p:nvGrpSpPr>
        <p:cNvPr id="1" name=""/>
        <p:cNvGrpSpPr/>
        <p:nvPr/>
      </p:nvGrpSpPr>
      <p:grpSpPr>
        <a:xfrm>
          <a:off x="0" y="0"/>
          <a:ext cx="0" cy="0"/>
          <a:chOff x="0" y="0"/>
          <a:chExt cx="0" cy="0"/>
        </a:xfrm>
      </p:grpSpPr>
      <p:sp>
        <p:nvSpPr>
          <p:cNvPr id="2" name="Chapter_titleonly">
            <a:extLst>
              <a:ext uri="{FF2B5EF4-FFF2-40B4-BE49-F238E27FC236}">
                <a16:creationId xmlns:a16="http://schemas.microsoft.com/office/drawing/2014/main" id="{D8DBEFB5-7FD9-DE0E-BF93-9044327DD412}"/>
              </a:ext>
            </a:extLst>
          </p:cNvPr>
          <p:cNvSpPr>
            <a:spLocks noGrp="1"/>
          </p:cNvSpPr>
          <p:nvPr>
            <p:ph type="body" idx="15" hasCustomPrompt="1"/>
          </p:nvPr>
        </p:nvSpPr>
        <p:spPr>
          <a:xfrm>
            <a:off x="259080" y="259200"/>
            <a:ext cx="10452100" cy="388800"/>
          </a:xfrm>
        </p:spPr>
        <p:txBody>
          <a:bodyPr vert="horz" lIns="0" tIns="0" rIns="0" bIns="0" rtlCol="0">
            <a:noAutofit/>
          </a:bodyPr>
          <a:lstStyle>
            <a:lvl1pPr>
              <a:lnSpc>
                <a:spcPct val="89000"/>
              </a:lnSpc>
              <a:spcBef>
                <a:spcPts val="500"/>
              </a:spcBef>
              <a:buNone/>
              <a:defRPr lang="en-US" sz="2400" b="1" kern="1200" baseline="0" noProof="1">
                <a:solidFill>
                  <a:srgbClr val="00B9E5"/>
                </a:solidFill>
                <a:latin typeface="+mj-lt"/>
                <a:ea typeface="+mj-ea"/>
                <a:cs typeface="+mj-cs"/>
              </a:defRPr>
            </a:lvl1pPr>
          </a:lstStyle>
          <a:p>
            <a:pPr marL="0" lvl="0" indent="0">
              <a:spcBef>
                <a:spcPts val="0"/>
              </a:spcBef>
              <a:buFont typeface="Wingdings 3" panose="05040102010807070707" pitchFamily="18" charset="2"/>
            </a:pPr>
            <a:r>
              <a:rPr lang="en-US" noProof="1"/>
              <a:t>Kapitel­überschrift hinzufügen</a:t>
            </a:r>
          </a:p>
        </p:txBody>
      </p:sp>
      <p:sp>
        <p:nvSpPr>
          <p:cNvPr id="19" name="slide_title">
            <a:extLst>
              <a:ext uri="{FF2B5EF4-FFF2-40B4-BE49-F238E27FC236}">
                <a16:creationId xmlns:a16="http://schemas.microsoft.com/office/drawing/2014/main" id="{DF7F8884-B1F7-469D-8614-E93F2AA1E3DD}"/>
              </a:ext>
            </a:extLst>
          </p:cNvPr>
          <p:cNvSpPr>
            <a:spLocks noGrp="1"/>
          </p:cNvSpPr>
          <p:nvPr>
            <p:ph type="title" sz="quarter" hasCustomPrompt="1"/>
          </p:nvPr>
        </p:nvSpPr>
        <p:spPr>
          <a:xfrm>
            <a:off x="259080" y="648000"/>
            <a:ext cx="10452100" cy="388800"/>
          </a:xfrm>
        </p:spPr>
        <p:txBody>
          <a:bodyPr/>
          <a:lstStyle>
            <a:lvl1pPr>
              <a:defRPr lang="en-US" sz="2400" b="1" kern="1200" baseline="0" noProof="1">
                <a:solidFill>
                  <a:srgbClr val="00B9E5"/>
                </a:solidFill>
                <a:latin typeface="+mj-lt"/>
                <a:ea typeface="+mj-ea"/>
                <a:cs typeface="+mj-cs"/>
              </a:defRPr>
            </a:lvl1pPr>
          </a:lstStyle>
          <a:p>
            <a:r>
              <a:rPr lang="en-US" noProof="1"/>
              <a:t>Folienüberschrift hinzufügen</a:t>
            </a:r>
          </a:p>
        </p:txBody>
      </p:sp>
      <p:sp>
        <p:nvSpPr>
          <p:cNvPr id="5" name="Content Placeholder 1"/>
          <p:cNvSpPr>
            <a:spLocks noGrp="1"/>
          </p:cNvSpPr>
          <p:nvPr>
            <p:ph sz="half" idx="1" hasCustomPrompt="1"/>
          </p:nvPr>
        </p:nvSpPr>
        <p:spPr>
          <a:xfrm>
            <a:off x="259080" y="1295399"/>
            <a:ext cx="2515870" cy="416814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8" name="Content Placeholder 2"/>
          <p:cNvSpPr>
            <a:spLocks noGrp="1"/>
          </p:cNvSpPr>
          <p:nvPr>
            <p:ph sz="half" idx="2" hasCustomPrompt="1"/>
          </p:nvPr>
        </p:nvSpPr>
        <p:spPr>
          <a:xfrm>
            <a:off x="2904490" y="1295400"/>
            <a:ext cx="2515870" cy="416814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6" name="Content Placeholder 3"/>
          <p:cNvSpPr>
            <a:spLocks noGrp="1"/>
          </p:cNvSpPr>
          <p:nvPr>
            <p:ph sz="half" idx="3" hasCustomPrompt="1"/>
          </p:nvPr>
        </p:nvSpPr>
        <p:spPr>
          <a:xfrm>
            <a:off x="5549900" y="1295399"/>
            <a:ext cx="2515870" cy="416814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9" name="Content Placeholder 4"/>
          <p:cNvSpPr>
            <a:spLocks noGrp="1"/>
          </p:cNvSpPr>
          <p:nvPr>
            <p:ph sz="half" idx="4" hasCustomPrompt="1"/>
          </p:nvPr>
        </p:nvSpPr>
        <p:spPr>
          <a:xfrm>
            <a:off x="8195310" y="1295400"/>
            <a:ext cx="2515870" cy="416814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3" name="Slide Number Placeholder 2"/>
          <p:cNvSpPr>
            <a:spLocks noGrp="1"/>
          </p:cNvSpPr>
          <p:nvPr>
            <p:ph type="sldNum" sz="quarter" idx="12"/>
          </p:nvPr>
        </p:nvSpPr>
        <p:spPr>
          <a:xfrm>
            <a:off x="266699" y="5923478"/>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
        <p:nvSpPr>
          <p:cNvPr id="14" name="Rectangle7">
            <a:extLst>
              <a:ext uri="{FF2B5EF4-FFF2-40B4-BE49-F238E27FC236}">
                <a16:creationId xmlns:a16="http://schemas.microsoft.com/office/drawing/2014/main" id="{3A9A741C-7644-4810-ABAF-465822FC0D76}"/>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Tree>
    <p:extLst>
      <p:ext uri="{BB962C8B-B14F-4D97-AF65-F5344CB8AC3E}">
        <p14:creationId xmlns:p14="http://schemas.microsoft.com/office/powerpoint/2010/main" val="176311460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0" pos="163" userDrawn="1">
          <p15:clr>
            <a:srgbClr val="FBAE40"/>
          </p15:clr>
        </p15:guide>
        <p15:guide id="1" pos="6747" userDrawn="1">
          <p15:clr>
            <a:srgbClr val="FBAE40"/>
          </p15:clr>
        </p15:guide>
        <p15:guide id="5" pos="1748" userDrawn="1">
          <p15:clr>
            <a:srgbClr val="FBAE40"/>
          </p15:clr>
        </p15:guide>
        <p15:guide id="6" pos="3496" userDrawn="1">
          <p15:clr>
            <a:srgbClr val="FBAE40"/>
          </p15:clr>
        </p15:guide>
        <p15:guide id="7" pos="5080" userDrawn="1">
          <p15:clr>
            <a:srgbClr val="FBAE40"/>
          </p15:clr>
        </p15:guide>
        <p15:guide id="8" pos="1829" userDrawn="1">
          <p15:clr>
            <a:srgbClr val="FBAE40"/>
          </p15:clr>
        </p15:guide>
        <p15:guide id="9" pos="3414" userDrawn="1">
          <p15:clr>
            <a:srgbClr val="FBAE40"/>
          </p15:clr>
        </p15:guide>
        <p15:guide id="10" pos="5162" userDrawn="1">
          <p15:clr>
            <a:srgbClr val="FBAE40"/>
          </p15:clr>
        </p15:guide>
        <p15:guide id="11" orient="horz" pos="408" userDrawn="1">
          <p15:clr>
            <a:srgbClr val="FBAE40"/>
          </p15:clr>
        </p15:guide>
        <p15:guide id="14" orient="horz" pos="163" userDrawn="1">
          <p15:clr>
            <a:srgbClr val="FBAE40"/>
          </p15:clr>
        </p15:guide>
        <p15:guide id="15" orient="horz" pos="653" userDrawn="1">
          <p15:clr>
            <a:srgbClr val="FBAE40"/>
          </p15:clr>
        </p15:guide>
        <p15:guide id="17" orient="horz" pos="3441" userDrawn="1">
          <p15:clr>
            <a:srgbClr val="FBAE40"/>
          </p15:clr>
        </p15:guide>
        <p15:guide id="18" orient="horz" pos="816"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2 x 2 content dark ">
    <p:spTree>
      <p:nvGrpSpPr>
        <p:cNvPr id="1" name=""/>
        <p:cNvGrpSpPr/>
        <p:nvPr/>
      </p:nvGrpSpPr>
      <p:grpSpPr>
        <a:xfrm>
          <a:off x="0" y="0"/>
          <a:ext cx="0" cy="0"/>
          <a:chOff x="0" y="0"/>
          <a:chExt cx="0" cy="0"/>
        </a:xfrm>
      </p:grpSpPr>
      <p:sp>
        <p:nvSpPr>
          <p:cNvPr id="4" name="BackgroundPicture2">
            <a:extLst>
              <a:ext uri="{FF2B5EF4-FFF2-40B4-BE49-F238E27FC236}">
                <a16:creationId xmlns:a16="http://schemas.microsoft.com/office/drawing/2014/main" id="{359291F1-565C-F218-4CE2-BD3E99D3A801}"/>
              </a:ext>
            </a:extLst>
          </p:cNvPr>
          <p:cNvSpPr/>
          <p:nvPr userDrawn="1"/>
        </p:nvSpPr>
        <p:spPr>
          <a:xfrm rot="10800000">
            <a:off x="0" y="5252612"/>
            <a:ext cx="10969626" cy="918001"/>
          </a:xfrm>
          <a:custGeom>
            <a:avLst/>
            <a:gdLst/>
            <a:ahLst/>
            <a:cxnLst/>
            <a:rect l="0" t="0" r="0" b="0"/>
            <a:pathLst>
              <a:path w="10969626" h="918001">
                <a:moveTo>
                  <a:pt x="0" y="0"/>
                </a:moveTo>
                <a:lnTo>
                  <a:pt x="10969625" y="0"/>
                </a:lnTo>
                <a:lnTo>
                  <a:pt x="10969625" y="349200"/>
                </a:lnTo>
                <a:lnTo>
                  <a:pt x="0" y="91800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close/>
              </a:path>
            </a:pathLst>
          </a:custGeom>
          <a:solidFill>
            <a:schemeClr val="accent1"/>
          </a:solidFill>
          <a:ln w="9525" cap="flat" cmpd="sng" algn="ctr">
            <a:no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tabLst/>
            </a:pPr>
            <a:endParaRPr kumimoji="0" lang="en-US" sz="1800" b="0" i="0" u="none" strike="noStrike" kern="0" cap="none" spc="0" normalizeH="0" baseline="0" noProof="0" dirty="0">
              <a:ln>
                <a:noFill/>
              </a:ln>
              <a:solidFill>
                <a:srgbClr val="000000"/>
              </a:solidFill>
              <a:effectLst/>
              <a:uLnTx/>
              <a:uFillTx/>
              <a:latin typeface="Bosch Office Sans"/>
              <a:ea typeface="+mn-ea"/>
              <a:cs typeface="+mn-cs"/>
            </a:endParaRPr>
          </a:p>
        </p:txBody>
      </p:sp>
      <p:pic>
        <p:nvPicPr>
          <p:cNvPr id="7" name="Logo">
            <a:extLst>
              <a:ext uri="{FF2B5EF4-FFF2-40B4-BE49-F238E27FC236}">
                <a16:creationId xmlns:a16="http://schemas.microsoft.com/office/drawing/2014/main" id="{4F473A07-BA6A-88A5-8BE3-01DDC66EFE8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7917" b="40255"/>
          <a:stretch/>
        </p:blipFill>
        <p:spPr>
          <a:xfrm>
            <a:off x="9703435" y="5581387"/>
            <a:ext cx="1104740" cy="438441"/>
          </a:xfrm>
          <a:prstGeom prst="rect">
            <a:avLst/>
          </a:prstGeom>
        </p:spPr>
      </p:pic>
      <p:sp>
        <p:nvSpPr>
          <p:cNvPr id="10" name="Footer">
            <a:extLst>
              <a:ext uri="{FF2B5EF4-FFF2-40B4-BE49-F238E27FC236}">
                <a16:creationId xmlns:a16="http://schemas.microsoft.com/office/drawing/2014/main" id="{EF6C1B0E-9C94-35D8-89B6-B28F9E8E27D7}"/>
              </a:ext>
            </a:extLst>
          </p:cNvPr>
          <p:cNvSpPr txBox="1"/>
          <p:nvPr userDrawn="1"/>
        </p:nvSpPr>
        <p:spPr>
          <a:xfrm>
            <a:off x="593090" y="5935261"/>
            <a:ext cx="8850948" cy="122116"/>
          </a:xfrm>
          <a:prstGeom prst="rect">
            <a:avLst/>
          </a:prstGeom>
          <a:noFill/>
        </p:spPr>
        <p:txBody>
          <a:bodyPr wrap="square" lIns="0" tIns="0" rIns="0" bIns="0" rtlCol="0">
            <a:noAutofit/>
          </a:bodyPr>
          <a:lstStyle/>
          <a:p>
            <a:pPr marL="0" marR="0" lvl="0" indent="0" algn="l" defTabSz="914400" rtl="0" eaLnBrk="1" fontAlgn="auto" latinLnBrk="0" hangingPunct="1">
              <a:lnSpc>
                <a:spcPct val="107000"/>
              </a:lnSpc>
              <a:spcBef>
                <a:spcPts val="0"/>
              </a:spcBef>
              <a:spcAft>
                <a:spcPts val="100"/>
              </a:spcAft>
              <a:buClrTx/>
              <a:buSzTx/>
              <a:buFontTx/>
              <a:buNone/>
              <a:tabLst/>
              <a:defRPr/>
            </a:pPr>
            <a:r>
              <a:rPr lang="en-US" sz="600" kern="0" baseline="0" noProof="1">
                <a:solidFill>
                  <a:srgbClr val="A3BAC8"/>
                </a:solidFill>
                <a:latin typeface="+mn-lt"/>
              </a:rPr>
              <a:t>DC-AT/ESP1 | 06.06.2023 | © Bosch Rexroth AG 2023. Alle Rechte vorbehalten, auch bzgl. jeder Verfügung, Verwertung, Reproduktion, Bearbeitung, Weitergabe sowie für den Fall von Schutzrechtsanmeldungen.</a:t>
            </a:r>
          </a:p>
          <a:p>
            <a:pPr marL="0" marR="0" lvl="0" indent="0" algn="l" defTabSz="914400" rtl="0" eaLnBrk="1" fontAlgn="auto" latinLnBrk="0" hangingPunct="1">
              <a:lnSpc>
                <a:spcPct val="107000"/>
              </a:lnSpc>
              <a:spcBef>
                <a:spcPts val="0"/>
              </a:spcBef>
              <a:spcAft>
                <a:spcPts val="100"/>
              </a:spcAft>
              <a:buClrTx/>
              <a:buSzTx/>
              <a:buFontTx/>
              <a:buNone/>
              <a:tabLst/>
              <a:defRPr/>
            </a:pPr>
            <a:endParaRPr lang="en-US" sz="600" kern="0" baseline="0" noProof="1">
              <a:solidFill>
                <a:schemeClr val="accent1"/>
              </a:solidFill>
              <a:latin typeface="+mn-lt"/>
            </a:endParaRPr>
          </a:p>
          <a:p>
            <a:pPr marR="0" defTabSz="914400" eaLnBrk="1" fontAlgn="auto" latinLnBrk="0" hangingPunct="1">
              <a:lnSpc>
                <a:spcPct val="107000"/>
              </a:lnSpc>
              <a:spcBef>
                <a:spcPts val="0"/>
              </a:spcBef>
              <a:spcAft>
                <a:spcPts val="100"/>
              </a:spcAft>
              <a:buClrTx/>
              <a:buSzTx/>
              <a:buFontTx/>
              <a:buNone/>
              <a:tabLst/>
            </a:pPr>
            <a:endParaRPr kumimoji="0" lang="en-US" sz="600" b="0" i="0" u="none" strike="noStrike" kern="0" cap="none" spc="0" normalizeH="0" baseline="0" noProof="1">
              <a:ln>
                <a:noFill/>
              </a:ln>
              <a:solidFill>
                <a:srgbClr val="000000"/>
              </a:solidFill>
              <a:effectLst/>
              <a:uLnTx/>
              <a:uFillTx/>
              <a:latin typeface="+mn-lt"/>
            </a:endParaRPr>
          </a:p>
        </p:txBody>
      </p:sp>
      <p:sp>
        <p:nvSpPr>
          <p:cNvPr id="2" name="Chapter_titleonly">
            <a:extLst>
              <a:ext uri="{FF2B5EF4-FFF2-40B4-BE49-F238E27FC236}">
                <a16:creationId xmlns:a16="http://schemas.microsoft.com/office/drawing/2014/main" id="{6372C0C5-D72E-7D9D-6C6C-76C096623AC6}"/>
              </a:ext>
            </a:extLst>
          </p:cNvPr>
          <p:cNvSpPr>
            <a:spLocks noGrp="1"/>
          </p:cNvSpPr>
          <p:nvPr>
            <p:ph type="body" idx="15" hasCustomPrompt="1"/>
          </p:nvPr>
        </p:nvSpPr>
        <p:spPr>
          <a:xfrm>
            <a:off x="259080" y="259200"/>
            <a:ext cx="10452100" cy="388800"/>
          </a:xfrm>
        </p:spPr>
        <p:txBody>
          <a:bodyPr vert="horz" lIns="0" tIns="0" rIns="0" bIns="0" rtlCol="0">
            <a:noAutofit/>
          </a:bodyPr>
          <a:lstStyle>
            <a:lvl1pPr algn="l" defTabSz="914333" rtl="0" eaLnBrk="1" latinLnBrk="0" hangingPunct="1">
              <a:lnSpc>
                <a:spcPct val="89000"/>
              </a:lnSpc>
              <a:spcBef>
                <a:spcPts val="500"/>
              </a:spcBef>
              <a:buNone/>
              <a:defRPr lang="en-US" sz="2400" b="1" kern="1200" baseline="0" noProof="1">
                <a:solidFill>
                  <a:srgbClr val="00B9E5"/>
                </a:solidFill>
                <a:latin typeface="+mj-lt"/>
                <a:ea typeface="+mj-ea"/>
                <a:cs typeface="+mj-cs"/>
              </a:defRPr>
            </a:lvl1pPr>
          </a:lstStyle>
          <a:p>
            <a:pPr marL="0" lvl="0" indent="0">
              <a:spcBef>
                <a:spcPts val="0"/>
              </a:spcBef>
              <a:buFont typeface="Wingdings 3" panose="05040102010807070707" pitchFamily="18" charset="2"/>
            </a:pPr>
            <a:r>
              <a:rPr lang="en-US" noProof="1"/>
              <a:t>Kapitel­überschrift hinzufügen</a:t>
            </a:r>
          </a:p>
        </p:txBody>
      </p:sp>
      <p:sp>
        <p:nvSpPr>
          <p:cNvPr id="19" name="slide_title">
            <a:extLst>
              <a:ext uri="{FF2B5EF4-FFF2-40B4-BE49-F238E27FC236}">
                <a16:creationId xmlns:a16="http://schemas.microsoft.com/office/drawing/2014/main" id="{0CD4A6A4-B685-4664-A9F2-206AFF03DCDC}"/>
              </a:ext>
            </a:extLst>
          </p:cNvPr>
          <p:cNvSpPr>
            <a:spLocks noGrp="1"/>
          </p:cNvSpPr>
          <p:nvPr>
            <p:ph type="title" sz="quarter" hasCustomPrompt="1"/>
          </p:nvPr>
        </p:nvSpPr>
        <p:spPr>
          <a:xfrm>
            <a:off x="259080" y="648000"/>
            <a:ext cx="10452100" cy="388800"/>
          </a:xfrm>
        </p:spPr>
        <p:txBody>
          <a:bodyPr/>
          <a:lstStyle>
            <a:lvl1pPr>
              <a:defRPr lang="en-US" sz="2400" b="1" kern="1200" baseline="0" noProof="1">
                <a:solidFill>
                  <a:srgbClr val="00B9E5"/>
                </a:solidFill>
                <a:latin typeface="+mj-lt"/>
                <a:ea typeface="+mj-ea"/>
                <a:cs typeface="+mj-cs"/>
              </a:defRPr>
            </a:lvl1pPr>
          </a:lstStyle>
          <a:p>
            <a:r>
              <a:rPr lang="en-US" noProof="1"/>
              <a:t>Folienüberschrift hinzufügen</a:t>
            </a:r>
          </a:p>
        </p:txBody>
      </p:sp>
      <p:sp>
        <p:nvSpPr>
          <p:cNvPr id="5" name="Content Placeholder 1"/>
          <p:cNvSpPr>
            <a:spLocks noGrp="1"/>
          </p:cNvSpPr>
          <p:nvPr>
            <p:ph sz="half" idx="1" hasCustomPrompt="1"/>
          </p:nvPr>
        </p:nvSpPr>
        <p:spPr>
          <a:xfrm>
            <a:off x="259080" y="1295400"/>
            <a:ext cx="485902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6" name="Content Placeholder 2"/>
          <p:cNvSpPr>
            <a:spLocks noGrp="1"/>
          </p:cNvSpPr>
          <p:nvPr>
            <p:ph sz="half" idx="3" hasCustomPrompt="1"/>
          </p:nvPr>
        </p:nvSpPr>
        <p:spPr>
          <a:xfrm>
            <a:off x="5852160" y="1295400"/>
            <a:ext cx="485902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8" name="Content Placeholder 3"/>
          <p:cNvSpPr>
            <a:spLocks noGrp="1"/>
          </p:cNvSpPr>
          <p:nvPr>
            <p:ph sz="half" idx="2" hasCustomPrompt="1"/>
          </p:nvPr>
        </p:nvSpPr>
        <p:spPr>
          <a:xfrm>
            <a:off x="259080" y="3444239"/>
            <a:ext cx="485902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9" name="Content Placeholder 4"/>
          <p:cNvSpPr>
            <a:spLocks noGrp="1"/>
          </p:cNvSpPr>
          <p:nvPr>
            <p:ph sz="half" idx="4" hasCustomPrompt="1"/>
          </p:nvPr>
        </p:nvSpPr>
        <p:spPr>
          <a:xfrm>
            <a:off x="5852160" y="3444239"/>
            <a:ext cx="485902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3" name="Slide Number Placeholder 2"/>
          <p:cNvSpPr>
            <a:spLocks noGrp="1"/>
          </p:cNvSpPr>
          <p:nvPr>
            <p:ph type="sldNum" sz="quarter" idx="12"/>
          </p:nvPr>
        </p:nvSpPr>
        <p:spPr>
          <a:xfrm>
            <a:off x="266699" y="5923478"/>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
        <p:nvSpPr>
          <p:cNvPr id="14" name="Rectangle7">
            <a:extLst>
              <a:ext uri="{FF2B5EF4-FFF2-40B4-BE49-F238E27FC236}">
                <a16:creationId xmlns:a16="http://schemas.microsoft.com/office/drawing/2014/main" id="{43F0E5D0-784C-433E-AAB0-40D43C1BCBAB}"/>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Tree>
    <p:extLst>
      <p:ext uri="{BB962C8B-B14F-4D97-AF65-F5344CB8AC3E}">
        <p14:creationId xmlns:p14="http://schemas.microsoft.com/office/powerpoint/2010/main" val="2776284197"/>
      </p:ext>
    </p:extLst>
  </p:cSld>
  <p:clrMapOvr>
    <a:masterClrMapping/>
  </p:clrMapOvr>
  <p:extLst>
    <p:ext uri="{DCECCB84-F9BA-43D5-87BE-67443E8EF086}">
      <p15:sldGuideLst xmlns:p15="http://schemas.microsoft.com/office/powerpoint/2012/main">
        <p15:guide id="0" pos="163" userDrawn="1">
          <p15:clr>
            <a:srgbClr val="FBAE40"/>
          </p15:clr>
        </p15:guide>
        <p15:guide id="1" pos="6747" userDrawn="1">
          <p15:clr>
            <a:srgbClr val="FBAE40"/>
          </p15:clr>
        </p15:guide>
        <p15:guide id="5" pos="3224" userDrawn="1">
          <p15:clr>
            <a:srgbClr val="FBAE40"/>
          </p15:clr>
        </p15:guide>
        <p15:guide id="6" pos="3686" userDrawn="1">
          <p15:clr>
            <a:srgbClr val="FBAE40"/>
          </p15:clr>
        </p15:guide>
        <p15:guide id="10" orient="horz" pos="163" userDrawn="1">
          <p15:clr>
            <a:srgbClr val="FBAE40"/>
          </p15:clr>
        </p15:guide>
        <p15:guide id="11" orient="horz" pos="408" userDrawn="1">
          <p15:clr>
            <a:srgbClr val="FBAE40"/>
          </p15:clr>
        </p15:guide>
        <p15:guide id="14" orient="horz" pos="653" userDrawn="1">
          <p15:clr>
            <a:srgbClr val="FBAE40"/>
          </p15:clr>
        </p15:guide>
        <p15:guide id="15" orient="horz" pos="816" userDrawn="1">
          <p15:clr>
            <a:srgbClr val="FBAE40"/>
          </p15:clr>
        </p15:guide>
        <p15:guide id="16" orient="horz" pos="2088" userDrawn="1">
          <p15:clr>
            <a:srgbClr val="FBAE40"/>
          </p15:clr>
        </p15:guide>
        <p15:guide id="18" orient="horz" pos="2169" userDrawn="1">
          <p15:clr>
            <a:srgbClr val="FBAE40"/>
          </p15:clr>
        </p15:guide>
        <p15:guide id="19" orient="horz" pos="3441"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 x 2 content light ">
    <p:spTree>
      <p:nvGrpSpPr>
        <p:cNvPr id="1" name=""/>
        <p:cNvGrpSpPr/>
        <p:nvPr/>
      </p:nvGrpSpPr>
      <p:grpSpPr>
        <a:xfrm>
          <a:off x="0" y="0"/>
          <a:ext cx="0" cy="0"/>
          <a:chOff x="0" y="0"/>
          <a:chExt cx="0" cy="0"/>
        </a:xfrm>
      </p:grpSpPr>
      <p:sp>
        <p:nvSpPr>
          <p:cNvPr id="2" name="Chapter_titleonly">
            <a:extLst>
              <a:ext uri="{FF2B5EF4-FFF2-40B4-BE49-F238E27FC236}">
                <a16:creationId xmlns:a16="http://schemas.microsoft.com/office/drawing/2014/main" id="{6372C0C5-D72E-7D9D-6C6C-76C096623AC6}"/>
              </a:ext>
            </a:extLst>
          </p:cNvPr>
          <p:cNvSpPr>
            <a:spLocks noGrp="1"/>
          </p:cNvSpPr>
          <p:nvPr>
            <p:ph type="body" idx="15" hasCustomPrompt="1"/>
          </p:nvPr>
        </p:nvSpPr>
        <p:spPr>
          <a:xfrm>
            <a:off x="259080" y="259200"/>
            <a:ext cx="10452100" cy="388800"/>
          </a:xfrm>
        </p:spPr>
        <p:txBody>
          <a:bodyPr vert="horz" lIns="0" tIns="0" rIns="0" bIns="0" rtlCol="0">
            <a:noAutofit/>
          </a:bodyPr>
          <a:lstStyle>
            <a:lvl1pPr>
              <a:lnSpc>
                <a:spcPct val="89000"/>
              </a:lnSpc>
              <a:buNone/>
              <a:defRPr lang="en-US" sz="2400" b="1" kern="1200" baseline="0" noProof="1">
                <a:solidFill>
                  <a:srgbClr val="00B9E5"/>
                </a:solidFill>
                <a:latin typeface="+mj-lt"/>
                <a:ea typeface="+mj-ea"/>
                <a:cs typeface="+mj-cs"/>
              </a:defRPr>
            </a:lvl1pPr>
          </a:lstStyle>
          <a:p>
            <a:pPr marL="0" lvl="0" indent="0">
              <a:spcBef>
                <a:spcPts val="0"/>
              </a:spcBef>
              <a:buFont typeface="Wingdings 3" panose="05040102010807070707" pitchFamily="18" charset="2"/>
            </a:pPr>
            <a:r>
              <a:rPr lang="en-US" noProof="1"/>
              <a:t>Kapitel­überschrift hinzufügen</a:t>
            </a:r>
          </a:p>
        </p:txBody>
      </p:sp>
      <p:sp>
        <p:nvSpPr>
          <p:cNvPr id="19" name="slide_title">
            <a:extLst>
              <a:ext uri="{FF2B5EF4-FFF2-40B4-BE49-F238E27FC236}">
                <a16:creationId xmlns:a16="http://schemas.microsoft.com/office/drawing/2014/main" id="{0CD4A6A4-B685-4664-A9F2-206AFF03DCDC}"/>
              </a:ext>
            </a:extLst>
          </p:cNvPr>
          <p:cNvSpPr>
            <a:spLocks noGrp="1"/>
          </p:cNvSpPr>
          <p:nvPr>
            <p:ph type="title" sz="quarter" hasCustomPrompt="1"/>
          </p:nvPr>
        </p:nvSpPr>
        <p:spPr>
          <a:xfrm>
            <a:off x="259080" y="648000"/>
            <a:ext cx="10452100" cy="388800"/>
          </a:xfrm>
        </p:spPr>
        <p:txBody>
          <a:bodyPr/>
          <a:lstStyle>
            <a:lvl1pPr>
              <a:defRPr lang="en-US" sz="2400" b="1" kern="1200" baseline="0" noProof="1">
                <a:solidFill>
                  <a:srgbClr val="00B9E5"/>
                </a:solidFill>
                <a:latin typeface="+mj-lt"/>
                <a:ea typeface="+mj-ea"/>
                <a:cs typeface="+mj-cs"/>
              </a:defRPr>
            </a:lvl1pPr>
          </a:lstStyle>
          <a:p>
            <a:r>
              <a:rPr lang="en-US" noProof="1"/>
              <a:t>Folienüberschrift hinzufügen</a:t>
            </a:r>
          </a:p>
        </p:txBody>
      </p:sp>
      <p:sp>
        <p:nvSpPr>
          <p:cNvPr id="5" name="Content Placeholder 1"/>
          <p:cNvSpPr>
            <a:spLocks noGrp="1"/>
          </p:cNvSpPr>
          <p:nvPr>
            <p:ph sz="half" idx="1" hasCustomPrompt="1"/>
          </p:nvPr>
        </p:nvSpPr>
        <p:spPr>
          <a:xfrm>
            <a:off x="259080" y="1295400"/>
            <a:ext cx="485902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6" name="Content Placeholder 2"/>
          <p:cNvSpPr>
            <a:spLocks noGrp="1"/>
          </p:cNvSpPr>
          <p:nvPr>
            <p:ph sz="half" idx="3" hasCustomPrompt="1"/>
          </p:nvPr>
        </p:nvSpPr>
        <p:spPr>
          <a:xfrm>
            <a:off x="5852160" y="1295400"/>
            <a:ext cx="485902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8" name="Content Placeholder 3"/>
          <p:cNvSpPr>
            <a:spLocks noGrp="1"/>
          </p:cNvSpPr>
          <p:nvPr>
            <p:ph sz="half" idx="2" hasCustomPrompt="1"/>
          </p:nvPr>
        </p:nvSpPr>
        <p:spPr>
          <a:xfrm>
            <a:off x="259080" y="3444239"/>
            <a:ext cx="485902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9" name="Content Placeholder 4"/>
          <p:cNvSpPr>
            <a:spLocks noGrp="1"/>
          </p:cNvSpPr>
          <p:nvPr>
            <p:ph sz="half" idx="4" hasCustomPrompt="1"/>
          </p:nvPr>
        </p:nvSpPr>
        <p:spPr>
          <a:xfrm>
            <a:off x="5852160" y="3444239"/>
            <a:ext cx="485902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3" name="Slide Number Placeholder 2"/>
          <p:cNvSpPr>
            <a:spLocks noGrp="1"/>
          </p:cNvSpPr>
          <p:nvPr>
            <p:ph type="sldNum" sz="quarter" idx="12"/>
          </p:nvPr>
        </p:nvSpPr>
        <p:spPr>
          <a:xfrm>
            <a:off x="266699" y="5923478"/>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
        <p:nvSpPr>
          <p:cNvPr id="14" name="Rectangle7">
            <a:extLst>
              <a:ext uri="{FF2B5EF4-FFF2-40B4-BE49-F238E27FC236}">
                <a16:creationId xmlns:a16="http://schemas.microsoft.com/office/drawing/2014/main" id="{43F0E5D0-784C-433E-AAB0-40D43C1BCBAB}"/>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Tree>
    <p:extLst>
      <p:ext uri="{BB962C8B-B14F-4D97-AF65-F5344CB8AC3E}">
        <p14:creationId xmlns:p14="http://schemas.microsoft.com/office/powerpoint/2010/main" val="151935903"/>
      </p:ext>
    </p:extLst>
  </p:cSld>
  <p:clrMapOvr>
    <a:masterClrMapping/>
  </p:clrMapOvr>
  <p:extLst>
    <p:ext uri="{DCECCB84-F9BA-43D5-87BE-67443E8EF086}">
      <p15:sldGuideLst xmlns:p15="http://schemas.microsoft.com/office/powerpoint/2012/main">
        <p15:guide id="0" pos="163" userDrawn="1">
          <p15:clr>
            <a:srgbClr val="FBAE40"/>
          </p15:clr>
        </p15:guide>
        <p15:guide id="1" pos="6747" userDrawn="1">
          <p15:clr>
            <a:srgbClr val="FBAE40"/>
          </p15:clr>
        </p15:guide>
        <p15:guide id="5" pos="3224" userDrawn="1">
          <p15:clr>
            <a:srgbClr val="FBAE40"/>
          </p15:clr>
        </p15:guide>
        <p15:guide id="6" pos="3686" userDrawn="1">
          <p15:clr>
            <a:srgbClr val="FBAE40"/>
          </p15:clr>
        </p15:guide>
        <p15:guide id="10" orient="horz" pos="163" userDrawn="1">
          <p15:clr>
            <a:srgbClr val="FBAE40"/>
          </p15:clr>
        </p15:guide>
        <p15:guide id="11" orient="horz" pos="408" userDrawn="1">
          <p15:clr>
            <a:srgbClr val="FBAE40"/>
          </p15:clr>
        </p15:guide>
        <p15:guide id="14" orient="horz" pos="653" userDrawn="1">
          <p15:clr>
            <a:srgbClr val="FBAE40"/>
          </p15:clr>
        </p15:guide>
        <p15:guide id="15" orient="horz" pos="810" userDrawn="1">
          <p15:clr>
            <a:srgbClr val="FBAE40"/>
          </p15:clr>
        </p15:guide>
        <p15:guide id="16" orient="horz" pos="2088" userDrawn="1">
          <p15:clr>
            <a:srgbClr val="FBAE40"/>
          </p15:clr>
        </p15:guide>
        <p15:guide id="18" orient="horz" pos="2169" userDrawn="1">
          <p15:clr>
            <a:srgbClr val="FBAE40"/>
          </p15:clr>
        </p15:guide>
        <p15:guide id="19" orient="horz" pos="3441"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3 x 2 content dark ">
    <p:spTree>
      <p:nvGrpSpPr>
        <p:cNvPr id="1" name=""/>
        <p:cNvGrpSpPr/>
        <p:nvPr/>
      </p:nvGrpSpPr>
      <p:grpSpPr>
        <a:xfrm>
          <a:off x="0" y="0"/>
          <a:ext cx="0" cy="0"/>
          <a:chOff x="0" y="0"/>
          <a:chExt cx="0" cy="0"/>
        </a:xfrm>
      </p:grpSpPr>
      <p:sp>
        <p:nvSpPr>
          <p:cNvPr id="4" name="BackgroundPicture2">
            <a:extLst>
              <a:ext uri="{FF2B5EF4-FFF2-40B4-BE49-F238E27FC236}">
                <a16:creationId xmlns:a16="http://schemas.microsoft.com/office/drawing/2014/main" id="{1F7F4591-4F3A-F059-FE88-E0C99517F055}"/>
              </a:ext>
            </a:extLst>
          </p:cNvPr>
          <p:cNvSpPr/>
          <p:nvPr userDrawn="1"/>
        </p:nvSpPr>
        <p:spPr>
          <a:xfrm rot="10800000">
            <a:off x="0" y="5252612"/>
            <a:ext cx="10969626" cy="918001"/>
          </a:xfrm>
          <a:custGeom>
            <a:avLst/>
            <a:gdLst/>
            <a:ahLst/>
            <a:cxnLst/>
            <a:rect l="0" t="0" r="0" b="0"/>
            <a:pathLst>
              <a:path w="10969626" h="918001">
                <a:moveTo>
                  <a:pt x="0" y="0"/>
                </a:moveTo>
                <a:lnTo>
                  <a:pt x="10969625" y="0"/>
                </a:lnTo>
                <a:lnTo>
                  <a:pt x="10969625" y="349200"/>
                </a:lnTo>
                <a:lnTo>
                  <a:pt x="0" y="91800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close/>
              </a:path>
            </a:pathLst>
          </a:custGeom>
          <a:solidFill>
            <a:schemeClr val="accent1"/>
          </a:solidFill>
          <a:ln w="9525" cap="flat" cmpd="sng" algn="ctr">
            <a:no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tabLst/>
            </a:pPr>
            <a:endParaRPr kumimoji="0" lang="en-US" sz="1800" b="0" i="0" u="none" strike="noStrike" kern="0" cap="none" spc="0" normalizeH="0" baseline="0" noProof="0" dirty="0">
              <a:ln>
                <a:noFill/>
              </a:ln>
              <a:solidFill>
                <a:srgbClr val="000000"/>
              </a:solidFill>
              <a:effectLst/>
              <a:uLnTx/>
              <a:uFillTx/>
              <a:latin typeface="Bosch Office Sans"/>
              <a:ea typeface="+mn-ea"/>
              <a:cs typeface="+mn-cs"/>
            </a:endParaRPr>
          </a:p>
        </p:txBody>
      </p:sp>
      <p:pic>
        <p:nvPicPr>
          <p:cNvPr id="7" name="Logo">
            <a:extLst>
              <a:ext uri="{FF2B5EF4-FFF2-40B4-BE49-F238E27FC236}">
                <a16:creationId xmlns:a16="http://schemas.microsoft.com/office/drawing/2014/main" id="{AB3D9825-4CC4-DB18-4D42-83E09589E65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7917" b="40255"/>
          <a:stretch/>
        </p:blipFill>
        <p:spPr>
          <a:xfrm>
            <a:off x="9703435" y="5581387"/>
            <a:ext cx="1104740" cy="438441"/>
          </a:xfrm>
          <a:prstGeom prst="rect">
            <a:avLst/>
          </a:prstGeom>
        </p:spPr>
      </p:pic>
      <p:sp>
        <p:nvSpPr>
          <p:cNvPr id="12" name="Footer">
            <a:extLst>
              <a:ext uri="{FF2B5EF4-FFF2-40B4-BE49-F238E27FC236}">
                <a16:creationId xmlns:a16="http://schemas.microsoft.com/office/drawing/2014/main" id="{36A6E8AA-C9D7-15B3-F28F-8101AC9B090D}"/>
              </a:ext>
            </a:extLst>
          </p:cNvPr>
          <p:cNvSpPr txBox="1"/>
          <p:nvPr userDrawn="1"/>
        </p:nvSpPr>
        <p:spPr>
          <a:xfrm>
            <a:off x="593090" y="5935261"/>
            <a:ext cx="8850948" cy="122116"/>
          </a:xfrm>
          <a:prstGeom prst="rect">
            <a:avLst/>
          </a:prstGeom>
          <a:noFill/>
        </p:spPr>
        <p:txBody>
          <a:bodyPr wrap="square" lIns="0" tIns="0" rIns="0" bIns="0" rtlCol="0">
            <a:noAutofit/>
          </a:bodyPr>
          <a:lstStyle/>
          <a:p>
            <a:pPr marL="0" marR="0" lvl="0" indent="0" algn="l" defTabSz="914400" rtl="0" eaLnBrk="1" fontAlgn="auto" latinLnBrk="0" hangingPunct="1">
              <a:lnSpc>
                <a:spcPct val="107000"/>
              </a:lnSpc>
              <a:spcBef>
                <a:spcPts val="0"/>
              </a:spcBef>
              <a:spcAft>
                <a:spcPts val="100"/>
              </a:spcAft>
              <a:buClrTx/>
              <a:buSzTx/>
              <a:buFontTx/>
              <a:buNone/>
              <a:tabLst/>
              <a:defRPr/>
            </a:pPr>
            <a:r>
              <a:rPr lang="en-US" sz="600" kern="0" baseline="0" noProof="1">
                <a:solidFill>
                  <a:srgbClr val="A3BAC8"/>
                </a:solidFill>
                <a:latin typeface="+mn-lt"/>
              </a:rPr>
              <a:t>DC-AT/ESP1 | 06.06.2023 | © Bosch Rexroth AG 2023. Alle Rechte vorbehalten, auch bzgl. jeder Verfügung, Verwertung, Reproduktion, Bearbeitung, Weitergabe sowie für den Fall von Schutzrechtsanmeldungen.</a:t>
            </a:r>
          </a:p>
          <a:p>
            <a:pPr marL="0" marR="0" lvl="0" indent="0" algn="l" defTabSz="914400" rtl="0" eaLnBrk="1" fontAlgn="auto" latinLnBrk="0" hangingPunct="1">
              <a:lnSpc>
                <a:spcPct val="107000"/>
              </a:lnSpc>
              <a:spcBef>
                <a:spcPts val="0"/>
              </a:spcBef>
              <a:spcAft>
                <a:spcPts val="100"/>
              </a:spcAft>
              <a:buClrTx/>
              <a:buSzTx/>
              <a:buFontTx/>
              <a:buNone/>
              <a:tabLst/>
              <a:defRPr/>
            </a:pPr>
            <a:endParaRPr lang="en-US" sz="600" kern="0" baseline="0" noProof="1">
              <a:solidFill>
                <a:schemeClr val="accent1"/>
              </a:solidFill>
              <a:latin typeface="+mn-lt"/>
            </a:endParaRPr>
          </a:p>
          <a:p>
            <a:pPr marR="0" defTabSz="914400" eaLnBrk="1" fontAlgn="auto" latinLnBrk="0" hangingPunct="1">
              <a:lnSpc>
                <a:spcPct val="107000"/>
              </a:lnSpc>
              <a:spcBef>
                <a:spcPts val="0"/>
              </a:spcBef>
              <a:spcAft>
                <a:spcPts val="100"/>
              </a:spcAft>
              <a:buClrTx/>
              <a:buSzTx/>
              <a:buFontTx/>
              <a:buNone/>
              <a:tabLst/>
            </a:pPr>
            <a:endParaRPr kumimoji="0" lang="en-US" sz="600" b="0" i="0" u="none" strike="noStrike" kern="0" cap="none" spc="0" normalizeH="0" baseline="0" noProof="1">
              <a:ln>
                <a:noFill/>
              </a:ln>
              <a:solidFill>
                <a:srgbClr val="000000"/>
              </a:solidFill>
              <a:effectLst/>
              <a:uLnTx/>
              <a:uFillTx/>
              <a:latin typeface="+mn-lt"/>
            </a:endParaRPr>
          </a:p>
        </p:txBody>
      </p:sp>
      <p:sp>
        <p:nvSpPr>
          <p:cNvPr id="2" name="Chapter_titleonly">
            <a:extLst>
              <a:ext uri="{FF2B5EF4-FFF2-40B4-BE49-F238E27FC236}">
                <a16:creationId xmlns:a16="http://schemas.microsoft.com/office/drawing/2014/main" id="{F3D71E1B-DBA6-809E-FDB6-D0134DEB0E30}"/>
              </a:ext>
            </a:extLst>
          </p:cNvPr>
          <p:cNvSpPr>
            <a:spLocks noGrp="1"/>
          </p:cNvSpPr>
          <p:nvPr>
            <p:ph type="body" idx="15" hasCustomPrompt="1"/>
          </p:nvPr>
        </p:nvSpPr>
        <p:spPr>
          <a:xfrm>
            <a:off x="259080" y="259200"/>
            <a:ext cx="10452100" cy="388800"/>
          </a:xfrm>
        </p:spPr>
        <p:txBody>
          <a:bodyPr vert="horz" lIns="0" tIns="0" rIns="0" bIns="0" rtlCol="0">
            <a:noAutofit/>
          </a:bodyPr>
          <a:lstStyle>
            <a:lvl1pPr algn="l" defTabSz="914333" rtl="0" eaLnBrk="1" latinLnBrk="0" hangingPunct="1">
              <a:lnSpc>
                <a:spcPct val="89000"/>
              </a:lnSpc>
              <a:spcBef>
                <a:spcPts val="500"/>
              </a:spcBef>
              <a:buNone/>
              <a:defRPr lang="en-US" sz="2400" b="1" kern="1200" baseline="0" noProof="1">
                <a:solidFill>
                  <a:srgbClr val="00B9E5"/>
                </a:solidFill>
                <a:latin typeface="+mj-lt"/>
                <a:ea typeface="+mj-ea"/>
                <a:cs typeface="+mj-cs"/>
              </a:defRPr>
            </a:lvl1pPr>
          </a:lstStyle>
          <a:p>
            <a:pPr marL="0" lvl="0" indent="0">
              <a:spcBef>
                <a:spcPts val="0"/>
              </a:spcBef>
              <a:buFont typeface="Wingdings 3" panose="05040102010807070707" pitchFamily="18" charset="2"/>
            </a:pPr>
            <a:r>
              <a:rPr lang="en-US" noProof="1"/>
              <a:t>Kapitel­überschrift hinzufügen</a:t>
            </a:r>
          </a:p>
        </p:txBody>
      </p:sp>
      <p:sp>
        <p:nvSpPr>
          <p:cNvPr id="21" name="slide_title">
            <a:extLst>
              <a:ext uri="{FF2B5EF4-FFF2-40B4-BE49-F238E27FC236}">
                <a16:creationId xmlns:a16="http://schemas.microsoft.com/office/drawing/2014/main" id="{37C7D613-AF63-4D59-A3E7-00A3988669EF}"/>
              </a:ext>
            </a:extLst>
          </p:cNvPr>
          <p:cNvSpPr>
            <a:spLocks noGrp="1"/>
          </p:cNvSpPr>
          <p:nvPr>
            <p:ph type="title" sz="quarter" hasCustomPrompt="1"/>
          </p:nvPr>
        </p:nvSpPr>
        <p:spPr>
          <a:xfrm>
            <a:off x="259080" y="648000"/>
            <a:ext cx="10452100" cy="388800"/>
          </a:xfrm>
        </p:spPr>
        <p:txBody>
          <a:bodyPr/>
          <a:lstStyle>
            <a:lvl1pPr>
              <a:defRPr lang="en-US" sz="2400" b="1" kern="1200" baseline="0" noProof="1">
                <a:solidFill>
                  <a:srgbClr val="00B9E5"/>
                </a:solidFill>
                <a:latin typeface="+mj-lt"/>
                <a:ea typeface="+mj-ea"/>
                <a:cs typeface="+mj-cs"/>
              </a:defRPr>
            </a:lvl1pPr>
          </a:lstStyle>
          <a:p>
            <a:r>
              <a:rPr lang="en-US" noProof="1"/>
              <a:t>Folienüberschrift hinzufügen</a:t>
            </a:r>
          </a:p>
        </p:txBody>
      </p:sp>
      <p:sp>
        <p:nvSpPr>
          <p:cNvPr id="5" name="Content Placeholder 1"/>
          <p:cNvSpPr>
            <a:spLocks noGrp="1"/>
          </p:cNvSpPr>
          <p:nvPr>
            <p:ph sz="half" idx="1" hasCustomPrompt="1"/>
          </p:nvPr>
        </p:nvSpPr>
        <p:spPr>
          <a:xfrm>
            <a:off x="259080" y="1295399"/>
            <a:ext cx="312928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6" name="Content Placeholder 2"/>
          <p:cNvSpPr>
            <a:spLocks noGrp="1"/>
          </p:cNvSpPr>
          <p:nvPr>
            <p:ph sz="half" idx="3" hasCustomPrompt="1"/>
          </p:nvPr>
        </p:nvSpPr>
        <p:spPr>
          <a:xfrm>
            <a:off x="3910330" y="1295400"/>
            <a:ext cx="312928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8" name="Content Placeholder 3"/>
          <p:cNvSpPr>
            <a:spLocks noGrp="1"/>
          </p:cNvSpPr>
          <p:nvPr>
            <p:ph sz="half" idx="5" hasCustomPrompt="1"/>
          </p:nvPr>
        </p:nvSpPr>
        <p:spPr>
          <a:xfrm>
            <a:off x="7561580" y="1295400"/>
            <a:ext cx="312928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9" name="Content Placeholder 4"/>
          <p:cNvSpPr>
            <a:spLocks noGrp="1"/>
          </p:cNvSpPr>
          <p:nvPr>
            <p:ph sz="half" idx="2" hasCustomPrompt="1"/>
          </p:nvPr>
        </p:nvSpPr>
        <p:spPr>
          <a:xfrm>
            <a:off x="259080" y="3444240"/>
            <a:ext cx="312928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0" name="Content Placeholder 5"/>
          <p:cNvSpPr>
            <a:spLocks noGrp="1"/>
          </p:cNvSpPr>
          <p:nvPr>
            <p:ph sz="half" idx="4" hasCustomPrompt="1"/>
          </p:nvPr>
        </p:nvSpPr>
        <p:spPr>
          <a:xfrm>
            <a:off x="3910330" y="3444240"/>
            <a:ext cx="312928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1" name="Content Placeholder 6"/>
          <p:cNvSpPr>
            <a:spLocks noGrp="1"/>
          </p:cNvSpPr>
          <p:nvPr>
            <p:ph sz="half" idx="6" hasCustomPrompt="1"/>
          </p:nvPr>
        </p:nvSpPr>
        <p:spPr>
          <a:xfrm>
            <a:off x="7561580" y="3444240"/>
            <a:ext cx="312928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3" name="Slide Number Placeholder 2"/>
          <p:cNvSpPr>
            <a:spLocks noGrp="1"/>
          </p:cNvSpPr>
          <p:nvPr>
            <p:ph type="sldNum" sz="quarter" idx="12"/>
          </p:nvPr>
        </p:nvSpPr>
        <p:spPr>
          <a:xfrm>
            <a:off x="266699" y="5923478"/>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
        <p:nvSpPr>
          <p:cNvPr id="16" name="Rectangle7">
            <a:extLst>
              <a:ext uri="{FF2B5EF4-FFF2-40B4-BE49-F238E27FC236}">
                <a16:creationId xmlns:a16="http://schemas.microsoft.com/office/drawing/2014/main" id="{C680F8C7-4715-4E6C-829A-E87F16C03BB3}"/>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Tree>
    <p:extLst>
      <p:ext uri="{BB962C8B-B14F-4D97-AF65-F5344CB8AC3E}">
        <p14:creationId xmlns:p14="http://schemas.microsoft.com/office/powerpoint/2010/main" val="485564271"/>
      </p:ext>
    </p:extLst>
  </p:cSld>
  <p:clrMapOvr>
    <a:masterClrMapping/>
  </p:clrMapOvr>
  <p:extLst>
    <p:ext uri="{DCECCB84-F9BA-43D5-87BE-67443E8EF086}">
      <p15:sldGuideLst xmlns:p15="http://schemas.microsoft.com/office/powerpoint/2012/main">
        <p15:guide id="0" pos="163" userDrawn="1">
          <p15:clr>
            <a:srgbClr val="FBAE40"/>
          </p15:clr>
        </p15:guide>
        <p15:guide id="1" pos="6736" userDrawn="1">
          <p15:clr>
            <a:srgbClr val="FBAE40"/>
          </p15:clr>
        </p15:guide>
        <p15:guide id="5" pos="2134" userDrawn="1">
          <p15:clr>
            <a:srgbClr val="FBAE40"/>
          </p15:clr>
        </p15:guide>
        <p15:guide id="6" pos="2463" userDrawn="1">
          <p15:clr>
            <a:srgbClr val="FBAE40"/>
          </p15:clr>
        </p15:guide>
        <p15:guide id="7" pos="4434" userDrawn="1">
          <p15:clr>
            <a:srgbClr val="FBAE40"/>
          </p15:clr>
        </p15:guide>
        <p15:guide id="8" pos="4763" userDrawn="1">
          <p15:clr>
            <a:srgbClr val="FBAE40"/>
          </p15:clr>
        </p15:guide>
        <p15:guide id="10" orient="horz" pos="163" userDrawn="1">
          <p15:clr>
            <a:srgbClr val="FBAE40"/>
          </p15:clr>
        </p15:guide>
        <p15:guide id="11" orient="horz" pos="408" userDrawn="1">
          <p15:clr>
            <a:srgbClr val="FBAE40"/>
          </p15:clr>
        </p15:guide>
        <p15:guide id="15" orient="horz" pos="2087" userDrawn="1">
          <p15:clr>
            <a:srgbClr val="FBAE40"/>
          </p15:clr>
        </p15:guide>
        <p15:guide id="18" orient="horz" pos="816" userDrawn="1">
          <p15:clr>
            <a:srgbClr val="FBAE40"/>
          </p15:clr>
        </p15:guide>
        <p15:guide id="19" orient="horz" pos="2088" userDrawn="1">
          <p15:clr>
            <a:srgbClr val="FBAE40"/>
          </p15:clr>
        </p15:guide>
        <p15:guide id="20" orient="horz" pos="2169" userDrawn="1">
          <p15:clr>
            <a:srgbClr val="FBAE40"/>
          </p15:clr>
        </p15:guide>
        <p15:guide id="21" orient="horz" pos="3441" userDrawn="1">
          <p15:clr>
            <a:srgbClr val="FBAE40"/>
          </p15:clr>
        </p15:guide>
        <p15:guide id="27" orient="horz" pos="652"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 x 2 content light ">
    <p:spTree>
      <p:nvGrpSpPr>
        <p:cNvPr id="1" name=""/>
        <p:cNvGrpSpPr/>
        <p:nvPr/>
      </p:nvGrpSpPr>
      <p:grpSpPr>
        <a:xfrm>
          <a:off x="0" y="0"/>
          <a:ext cx="0" cy="0"/>
          <a:chOff x="0" y="0"/>
          <a:chExt cx="0" cy="0"/>
        </a:xfrm>
      </p:grpSpPr>
      <p:sp>
        <p:nvSpPr>
          <p:cNvPr id="2" name="Chapter_titleonly">
            <a:extLst>
              <a:ext uri="{FF2B5EF4-FFF2-40B4-BE49-F238E27FC236}">
                <a16:creationId xmlns:a16="http://schemas.microsoft.com/office/drawing/2014/main" id="{F3D71E1B-DBA6-809E-FDB6-D0134DEB0E30}"/>
              </a:ext>
            </a:extLst>
          </p:cNvPr>
          <p:cNvSpPr>
            <a:spLocks noGrp="1"/>
          </p:cNvSpPr>
          <p:nvPr>
            <p:ph type="body" idx="15" hasCustomPrompt="1"/>
          </p:nvPr>
        </p:nvSpPr>
        <p:spPr>
          <a:xfrm>
            <a:off x="259080" y="259200"/>
            <a:ext cx="10452100" cy="388800"/>
          </a:xfrm>
        </p:spPr>
        <p:txBody>
          <a:bodyPr vert="horz" lIns="0" tIns="0" rIns="0" bIns="0" rtlCol="0">
            <a:noAutofit/>
          </a:bodyPr>
          <a:lstStyle>
            <a:lvl1pPr algn="l" defTabSz="914333" rtl="0" eaLnBrk="1" latinLnBrk="0" hangingPunct="1">
              <a:lnSpc>
                <a:spcPct val="89000"/>
              </a:lnSpc>
              <a:spcBef>
                <a:spcPts val="500"/>
              </a:spcBef>
              <a:buNone/>
              <a:defRPr lang="en-US" sz="2400" b="1" kern="1200" baseline="0" noProof="1">
                <a:solidFill>
                  <a:srgbClr val="00B9E5"/>
                </a:solidFill>
                <a:latin typeface="+mj-lt"/>
                <a:ea typeface="+mj-ea"/>
                <a:cs typeface="+mj-cs"/>
              </a:defRPr>
            </a:lvl1pPr>
          </a:lstStyle>
          <a:p>
            <a:pPr marL="0" lvl="0" indent="0">
              <a:spcBef>
                <a:spcPts val="0"/>
              </a:spcBef>
              <a:buFont typeface="Wingdings 3" panose="05040102010807070707" pitchFamily="18" charset="2"/>
            </a:pPr>
            <a:r>
              <a:rPr lang="en-US" noProof="1"/>
              <a:t>Kapitel­überschrift hinzufügen</a:t>
            </a:r>
          </a:p>
        </p:txBody>
      </p:sp>
      <p:sp>
        <p:nvSpPr>
          <p:cNvPr id="21" name="slide_title">
            <a:extLst>
              <a:ext uri="{FF2B5EF4-FFF2-40B4-BE49-F238E27FC236}">
                <a16:creationId xmlns:a16="http://schemas.microsoft.com/office/drawing/2014/main" id="{37C7D613-AF63-4D59-A3E7-00A3988669EF}"/>
              </a:ext>
            </a:extLst>
          </p:cNvPr>
          <p:cNvSpPr>
            <a:spLocks noGrp="1"/>
          </p:cNvSpPr>
          <p:nvPr>
            <p:ph type="title" sz="quarter" hasCustomPrompt="1"/>
          </p:nvPr>
        </p:nvSpPr>
        <p:spPr>
          <a:xfrm>
            <a:off x="259080" y="648000"/>
            <a:ext cx="10452100" cy="388800"/>
          </a:xfrm>
        </p:spPr>
        <p:txBody>
          <a:bodyPr/>
          <a:lstStyle>
            <a:lvl1pPr>
              <a:defRPr lang="en-US" sz="2400" b="1" kern="1200" baseline="0" noProof="1">
                <a:solidFill>
                  <a:srgbClr val="00B9E5"/>
                </a:solidFill>
                <a:latin typeface="+mj-lt"/>
                <a:ea typeface="+mj-ea"/>
                <a:cs typeface="+mj-cs"/>
              </a:defRPr>
            </a:lvl1pPr>
          </a:lstStyle>
          <a:p>
            <a:r>
              <a:rPr lang="en-US" noProof="1"/>
              <a:t>Folienüberschrift hinzufügen</a:t>
            </a:r>
          </a:p>
        </p:txBody>
      </p:sp>
      <p:sp>
        <p:nvSpPr>
          <p:cNvPr id="5" name="Content Placeholder 1"/>
          <p:cNvSpPr>
            <a:spLocks noGrp="1"/>
          </p:cNvSpPr>
          <p:nvPr>
            <p:ph sz="half" idx="1" hasCustomPrompt="1"/>
          </p:nvPr>
        </p:nvSpPr>
        <p:spPr>
          <a:xfrm>
            <a:off x="259080" y="1295399"/>
            <a:ext cx="312928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6" name="Content Placeholder 2"/>
          <p:cNvSpPr>
            <a:spLocks noGrp="1"/>
          </p:cNvSpPr>
          <p:nvPr>
            <p:ph sz="half" idx="3" hasCustomPrompt="1"/>
          </p:nvPr>
        </p:nvSpPr>
        <p:spPr>
          <a:xfrm>
            <a:off x="3910330" y="1295400"/>
            <a:ext cx="312928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8" name="Content Placeholder 3"/>
          <p:cNvSpPr>
            <a:spLocks noGrp="1"/>
          </p:cNvSpPr>
          <p:nvPr>
            <p:ph sz="half" idx="5" hasCustomPrompt="1"/>
          </p:nvPr>
        </p:nvSpPr>
        <p:spPr>
          <a:xfrm>
            <a:off x="7561580" y="1295400"/>
            <a:ext cx="312928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9" name="Content Placeholder 4"/>
          <p:cNvSpPr>
            <a:spLocks noGrp="1"/>
          </p:cNvSpPr>
          <p:nvPr>
            <p:ph sz="half" idx="2" hasCustomPrompt="1"/>
          </p:nvPr>
        </p:nvSpPr>
        <p:spPr>
          <a:xfrm>
            <a:off x="259080" y="3444240"/>
            <a:ext cx="312928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0" name="Content Placeholder 5"/>
          <p:cNvSpPr>
            <a:spLocks noGrp="1"/>
          </p:cNvSpPr>
          <p:nvPr>
            <p:ph sz="half" idx="4" hasCustomPrompt="1"/>
          </p:nvPr>
        </p:nvSpPr>
        <p:spPr>
          <a:xfrm>
            <a:off x="3910330" y="3444240"/>
            <a:ext cx="312928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1" name="Content Placeholder 6"/>
          <p:cNvSpPr>
            <a:spLocks noGrp="1"/>
          </p:cNvSpPr>
          <p:nvPr>
            <p:ph sz="half" idx="6" hasCustomPrompt="1"/>
          </p:nvPr>
        </p:nvSpPr>
        <p:spPr>
          <a:xfrm>
            <a:off x="7561580" y="3444240"/>
            <a:ext cx="312928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3" name="Slide Number Placeholder 2"/>
          <p:cNvSpPr>
            <a:spLocks noGrp="1"/>
          </p:cNvSpPr>
          <p:nvPr>
            <p:ph type="sldNum" sz="quarter" idx="12"/>
          </p:nvPr>
        </p:nvSpPr>
        <p:spPr>
          <a:xfrm>
            <a:off x="266699" y="5923478"/>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
        <p:nvSpPr>
          <p:cNvPr id="16" name="Rectangle7">
            <a:extLst>
              <a:ext uri="{FF2B5EF4-FFF2-40B4-BE49-F238E27FC236}">
                <a16:creationId xmlns:a16="http://schemas.microsoft.com/office/drawing/2014/main" id="{C680F8C7-4715-4E6C-829A-E87F16C03BB3}"/>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Tree>
    <p:extLst>
      <p:ext uri="{BB962C8B-B14F-4D97-AF65-F5344CB8AC3E}">
        <p14:creationId xmlns:p14="http://schemas.microsoft.com/office/powerpoint/2010/main" val="1482577220"/>
      </p:ext>
    </p:extLst>
  </p:cSld>
  <p:clrMapOvr>
    <a:masterClrMapping/>
  </p:clrMapOvr>
  <p:extLst>
    <p:ext uri="{DCECCB84-F9BA-43D5-87BE-67443E8EF086}">
      <p15:sldGuideLst xmlns:p15="http://schemas.microsoft.com/office/powerpoint/2012/main">
        <p15:guide id="0" pos="163" userDrawn="1">
          <p15:clr>
            <a:srgbClr val="FBAE40"/>
          </p15:clr>
        </p15:guide>
        <p15:guide id="1" pos="6736" userDrawn="1">
          <p15:clr>
            <a:srgbClr val="FBAE40"/>
          </p15:clr>
        </p15:guide>
        <p15:guide id="5" pos="2134" userDrawn="1">
          <p15:clr>
            <a:srgbClr val="FBAE40"/>
          </p15:clr>
        </p15:guide>
        <p15:guide id="6" pos="2463" userDrawn="1">
          <p15:clr>
            <a:srgbClr val="FBAE40"/>
          </p15:clr>
        </p15:guide>
        <p15:guide id="7" pos="4434" userDrawn="1">
          <p15:clr>
            <a:srgbClr val="FBAE40"/>
          </p15:clr>
        </p15:guide>
        <p15:guide id="8" pos="4763" userDrawn="1">
          <p15:clr>
            <a:srgbClr val="FBAE40"/>
          </p15:clr>
        </p15:guide>
        <p15:guide id="10" orient="horz" pos="163" userDrawn="1">
          <p15:clr>
            <a:srgbClr val="FBAE40"/>
          </p15:clr>
        </p15:guide>
        <p15:guide id="11" orient="horz" pos="408" userDrawn="1">
          <p15:clr>
            <a:srgbClr val="FBAE40"/>
          </p15:clr>
        </p15:guide>
        <p15:guide id="15" orient="horz" pos="2087" userDrawn="1">
          <p15:clr>
            <a:srgbClr val="FBAE40"/>
          </p15:clr>
        </p15:guide>
        <p15:guide id="18" orient="horz" pos="816" userDrawn="1">
          <p15:clr>
            <a:srgbClr val="FBAE40"/>
          </p15:clr>
        </p15:guide>
        <p15:guide id="19" orient="horz" pos="2088" userDrawn="1">
          <p15:clr>
            <a:srgbClr val="FBAE40"/>
          </p15:clr>
        </p15:guide>
        <p15:guide id="20" orient="horz" pos="2169" userDrawn="1">
          <p15:clr>
            <a:srgbClr val="FBAE40"/>
          </p15:clr>
        </p15:guide>
        <p15:guide id="21" orient="horz" pos="3441" userDrawn="1">
          <p15:clr>
            <a:srgbClr val="FBAE40"/>
          </p15:clr>
        </p15:guide>
        <p15:guide id="27" orient="horz" pos="652"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4 x 2 content dark ">
    <p:spTree>
      <p:nvGrpSpPr>
        <p:cNvPr id="1" name=""/>
        <p:cNvGrpSpPr/>
        <p:nvPr/>
      </p:nvGrpSpPr>
      <p:grpSpPr>
        <a:xfrm>
          <a:off x="0" y="0"/>
          <a:ext cx="0" cy="0"/>
          <a:chOff x="0" y="0"/>
          <a:chExt cx="0" cy="0"/>
        </a:xfrm>
      </p:grpSpPr>
      <p:sp>
        <p:nvSpPr>
          <p:cNvPr id="4" name="BackgroundPicture2">
            <a:extLst>
              <a:ext uri="{FF2B5EF4-FFF2-40B4-BE49-F238E27FC236}">
                <a16:creationId xmlns:a16="http://schemas.microsoft.com/office/drawing/2014/main" id="{65CB7899-BD7D-F20D-A74C-931A3B68CABA}"/>
              </a:ext>
            </a:extLst>
          </p:cNvPr>
          <p:cNvSpPr/>
          <p:nvPr userDrawn="1"/>
        </p:nvSpPr>
        <p:spPr>
          <a:xfrm rot="10800000">
            <a:off x="0" y="5252612"/>
            <a:ext cx="10969626" cy="918001"/>
          </a:xfrm>
          <a:custGeom>
            <a:avLst/>
            <a:gdLst/>
            <a:ahLst/>
            <a:cxnLst/>
            <a:rect l="0" t="0" r="0" b="0"/>
            <a:pathLst>
              <a:path w="10969626" h="918001">
                <a:moveTo>
                  <a:pt x="0" y="0"/>
                </a:moveTo>
                <a:lnTo>
                  <a:pt x="10969625" y="0"/>
                </a:lnTo>
                <a:lnTo>
                  <a:pt x="10969625" y="349200"/>
                </a:lnTo>
                <a:lnTo>
                  <a:pt x="0" y="91800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close/>
              </a:path>
            </a:pathLst>
          </a:custGeom>
          <a:solidFill>
            <a:schemeClr val="accent1"/>
          </a:solidFill>
          <a:ln w="9525" cap="flat" cmpd="sng" algn="ctr">
            <a:no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tabLst/>
            </a:pPr>
            <a:endParaRPr kumimoji="0" lang="en-US" sz="1800" b="0" i="0" u="none" strike="noStrike" kern="0" cap="none" spc="0" normalizeH="0" baseline="0" noProof="0" dirty="0">
              <a:ln>
                <a:noFill/>
              </a:ln>
              <a:solidFill>
                <a:srgbClr val="000000"/>
              </a:solidFill>
              <a:effectLst/>
              <a:uLnTx/>
              <a:uFillTx/>
              <a:latin typeface="Bosch Office Sans"/>
              <a:ea typeface="+mn-ea"/>
              <a:cs typeface="+mn-cs"/>
            </a:endParaRPr>
          </a:p>
        </p:txBody>
      </p:sp>
      <p:pic>
        <p:nvPicPr>
          <p:cNvPr id="7" name="Logo">
            <a:extLst>
              <a:ext uri="{FF2B5EF4-FFF2-40B4-BE49-F238E27FC236}">
                <a16:creationId xmlns:a16="http://schemas.microsoft.com/office/drawing/2014/main" id="{F3EC7E27-8B63-8F3F-5011-7C4E91B996F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7917" b="40255"/>
          <a:stretch/>
        </p:blipFill>
        <p:spPr>
          <a:xfrm>
            <a:off x="9703435" y="5581387"/>
            <a:ext cx="1104740" cy="438441"/>
          </a:xfrm>
          <a:prstGeom prst="rect">
            <a:avLst/>
          </a:prstGeom>
        </p:spPr>
      </p:pic>
      <p:sp>
        <p:nvSpPr>
          <p:cNvPr id="12" name="Footer">
            <a:extLst>
              <a:ext uri="{FF2B5EF4-FFF2-40B4-BE49-F238E27FC236}">
                <a16:creationId xmlns:a16="http://schemas.microsoft.com/office/drawing/2014/main" id="{7CC9E950-335A-16D5-8726-BCB98FCB8AE4}"/>
              </a:ext>
            </a:extLst>
          </p:cNvPr>
          <p:cNvSpPr txBox="1"/>
          <p:nvPr userDrawn="1"/>
        </p:nvSpPr>
        <p:spPr>
          <a:xfrm>
            <a:off x="593090" y="5935261"/>
            <a:ext cx="8850948" cy="122116"/>
          </a:xfrm>
          <a:prstGeom prst="rect">
            <a:avLst/>
          </a:prstGeom>
          <a:noFill/>
        </p:spPr>
        <p:txBody>
          <a:bodyPr wrap="square" lIns="0" tIns="0" rIns="0" bIns="0" rtlCol="0">
            <a:noAutofit/>
          </a:bodyPr>
          <a:lstStyle/>
          <a:p>
            <a:pPr marL="0" marR="0" lvl="0" indent="0" algn="l" defTabSz="914400" rtl="0" eaLnBrk="1" fontAlgn="auto" latinLnBrk="0" hangingPunct="1">
              <a:lnSpc>
                <a:spcPct val="107000"/>
              </a:lnSpc>
              <a:spcBef>
                <a:spcPts val="0"/>
              </a:spcBef>
              <a:spcAft>
                <a:spcPts val="100"/>
              </a:spcAft>
              <a:buClrTx/>
              <a:buSzTx/>
              <a:buFontTx/>
              <a:buNone/>
              <a:tabLst/>
              <a:defRPr/>
            </a:pPr>
            <a:r>
              <a:rPr lang="en-US" sz="600" kern="0" baseline="0" noProof="1">
                <a:solidFill>
                  <a:srgbClr val="A3BAC8"/>
                </a:solidFill>
                <a:latin typeface="+mn-lt"/>
              </a:rPr>
              <a:t>DC-AT/ESP1 | 06.06.2023 | © Bosch Rexroth AG 2023. Alle Rechte vorbehalten, auch bzgl. jeder Verfügung, Verwertung, Reproduktion, Bearbeitung, Weitergabe sowie für den Fall von Schutzrechtsanmeldungen.</a:t>
            </a:r>
          </a:p>
          <a:p>
            <a:pPr marL="0" marR="0" lvl="0" indent="0" algn="l" defTabSz="914400" rtl="0" eaLnBrk="1" fontAlgn="auto" latinLnBrk="0" hangingPunct="1">
              <a:lnSpc>
                <a:spcPct val="107000"/>
              </a:lnSpc>
              <a:spcBef>
                <a:spcPts val="0"/>
              </a:spcBef>
              <a:spcAft>
                <a:spcPts val="100"/>
              </a:spcAft>
              <a:buClrTx/>
              <a:buSzTx/>
              <a:buFontTx/>
              <a:buNone/>
              <a:tabLst/>
              <a:defRPr/>
            </a:pPr>
            <a:endParaRPr lang="en-US" sz="600" kern="0" baseline="0" noProof="1">
              <a:solidFill>
                <a:schemeClr val="accent1"/>
              </a:solidFill>
              <a:latin typeface="+mn-lt"/>
            </a:endParaRPr>
          </a:p>
          <a:p>
            <a:pPr marR="0" defTabSz="914400" eaLnBrk="1" fontAlgn="auto" latinLnBrk="0" hangingPunct="1">
              <a:lnSpc>
                <a:spcPct val="107000"/>
              </a:lnSpc>
              <a:spcBef>
                <a:spcPts val="0"/>
              </a:spcBef>
              <a:spcAft>
                <a:spcPts val="100"/>
              </a:spcAft>
              <a:buClrTx/>
              <a:buSzTx/>
              <a:buFontTx/>
              <a:buNone/>
              <a:tabLst/>
            </a:pPr>
            <a:endParaRPr kumimoji="0" lang="en-US" sz="600" b="0" i="0" u="none" strike="noStrike" kern="0" cap="none" spc="0" normalizeH="0" baseline="0" noProof="1">
              <a:ln>
                <a:noFill/>
              </a:ln>
              <a:solidFill>
                <a:srgbClr val="000000"/>
              </a:solidFill>
              <a:effectLst/>
              <a:uLnTx/>
              <a:uFillTx/>
              <a:latin typeface="+mn-lt"/>
            </a:endParaRPr>
          </a:p>
        </p:txBody>
      </p:sp>
      <p:sp>
        <p:nvSpPr>
          <p:cNvPr id="2" name="Chapter_titleonly">
            <a:extLst>
              <a:ext uri="{FF2B5EF4-FFF2-40B4-BE49-F238E27FC236}">
                <a16:creationId xmlns:a16="http://schemas.microsoft.com/office/drawing/2014/main" id="{B0C8B8C5-F767-0B03-C680-4DF16170D066}"/>
              </a:ext>
            </a:extLst>
          </p:cNvPr>
          <p:cNvSpPr>
            <a:spLocks noGrp="1"/>
          </p:cNvSpPr>
          <p:nvPr>
            <p:ph type="body" idx="15" hasCustomPrompt="1"/>
          </p:nvPr>
        </p:nvSpPr>
        <p:spPr>
          <a:xfrm>
            <a:off x="259080" y="259200"/>
            <a:ext cx="10452100" cy="388800"/>
          </a:xfrm>
        </p:spPr>
        <p:txBody>
          <a:bodyPr vert="horz" lIns="0" tIns="0" rIns="0" bIns="0" rtlCol="0">
            <a:noAutofit/>
          </a:bodyPr>
          <a:lstStyle>
            <a:lvl1pPr algn="l" defTabSz="914333" rtl="0" eaLnBrk="1" latinLnBrk="0" hangingPunct="1">
              <a:lnSpc>
                <a:spcPct val="89000"/>
              </a:lnSpc>
              <a:spcBef>
                <a:spcPts val="500"/>
              </a:spcBef>
              <a:buNone/>
              <a:defRPr lang="en-US" sz="2400" b="1" kern="1200" baseline="0" noProof="1">
                <a:solidFill>
                  <a:srgbClr val="00B9E5"/>
                </a:solidFill>
                <a:latin typeface="+mj-lt"/>
                <a:ea typeface="+mj-ea"/>
                <a:cs typeface="+mj-cs"/>
              </a:defRPr>
            </a:lvl1pPr>
          </a:lstStyle>
          <a:p>
            <a:pPr marL="0" lvl="0" indent="0">
              <a:spcBef>
                <a:spcPts val="0"/>
              </a:spcBef>
              <a:buFont typeface="Wingdings 3" panose="05040102010807070707" pitchFamily="18" charset="2"/>
            </a:pPr>
            <a:r>
              <a:rPr lang="en-US" noProof="1"/>
              <a:t>Kapitel­überschrift hinzufügen</a:t>
            </a:r>
          </a:p>
        </p:txBody>
      </p:sp>
      <p:sp>
        <p:nvSpPr>
          <p:cNvPr id="24" name="slide_title">
            <a:extLst>
              <a:ext uri="{FF2B5EF4-FFF2-40B4-BE49-F238E27FC236}">
                <a16:creationId xmlns:a16="http://schemas.microsoft.com/office/drawing/2014/main" id="{311701A3-045D-4465-A625-85AD8C2B322E}"/>
              </a:ext>
            </a:extLst>
          </p:cNvPr>
          <p:cNvSpPr>
            <a:spLocks noGrp="1"/>
          </p:cNvSpPr>
          <p:nvPr>
            <p:ph type="title" sz="quarter" hasCustomPrompt="1"/>
          </p:nvPr>
        </p:nvSpPr>
        <p:spPr>
          <a:xfrm>
            <a:off x="259080" y="648000"/>
            <a:ext cx="10452100" cy="388800"/>
          </a:xfrm>
        </p:spPr>
        <p:txBody>
          <a:bodyPr/>
          <a:lstStyle>
            <a:lvl1pPr>
              <a:defRPr lang="en-US" sz="2400" b="1" kern="1200" baseline="0" noProof="1">
                <a:solidFill>
                  <a:srgbClr val="00B9E5"/>
                </a:solidFill>
                <a:latin typeface="+mj-lt"/>
                <a:ea typeface="+mj-ea"/>
                <a:cs typeface="+mj-cs"/>
              </a:defRPr>
            </a:lvl1pPr>
          </a:lstStyle>
          <a:p>
            <a:r>
              <a:rPr lang="en-US" noProof="1"/>
              <a:t>Folienüberschrift hinzufügen</a:t>
            </a:r>
          </a:p>
        </p:txBody>
      </p:sp>
      <p:sp>
        <p:nvSpPr>
          <p:cNvPr id="5" name="Content Placeholder 1"/>
          <p:cNvSpPr>
            <a:spLocks noGrp="1"/>
          </p:cNvSpPr>
          <p:nvPr>
            <p:ph sz="half" idx="1" hasCustomPrompt="1"/>
          </p:nvPr>
        </p:nvSpPr>
        <p:spPr>
          <a:xfrm>
            <a:off x="259080" y="1295399"/>
            <a:ext cx="251587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6" name="Content Placeholder 2"/>
          <p:cNvSpPr>
            <a:spLocks noGrp="1"/>
          </p:cNvSpPr>
          <p:nvPr>
            <p:ph sz="half" idx="3" hasCustomPrompt="1"/>
          </p:nvPr>
        </p:nvSpPr>
        <p:spPr>
          <a:xfrm>
            <a:off x="2904490" y="1295400"/>
            <a:ext cx="251587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7" name="Content Placeholder 3">
            <a:extLst>
              <a:ext uri="{FF2B5EF4-FFF2-40B4-BE49-F238E27FC236}">
                <a16:creationId xmlns:a16="http://schemas.microsoft.com/office/drawing/2014/main" id="{58468F8D-277D-4F1A-84A1-62122010643F}"/>
              </a:ext>
            </a:extLst>
          </p:cNvPr>
          <p:cNvSpPr>
            <a:spLocks noGrp="1"/>
          </p:cNvSpPr>
          <p:nvPr>
            <p:ph sz="half" idx="5" hasCustomPrompt="1"/>
          </p:nvPr>
        </p:nvSpPr>
        <p:spPr>
          <a:xfrm>
            <a:off x="5549900" y="1295399"/>
            <a:ext cx="251587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8" name="Content Placeholder 4"/>
          <p:cNvSpPr>
            <a:spLocks noGrp="1"/>
          </p:cNvSpPr>
          <p:nvPr>
            <p:ph sz="half" idx="7" hasCustomPrompt="1"/>
          </p:nvPr>
        </p:nvSpPr>
        <p:spPr>
          <a:xfrm>
            <a:off x="8195310" y="1295400"/>
            <a:ext cx="251587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9" name="Content Placeholder 5"/>
          <p:cNvSpPr>
            <a:spLocks noGrp="1"/>
          </p:cNvSpPr>
          <p:nvPr>
            <p:ph sz="half" idx="2" hasCustomPrompt="1"/>
          </p:nvPr>
        </p:nvSpPr>
        <p:spPr>
          <a:xfrm>
            <a:off x="259080" y="3444240"/>
            <a:ext cx="251587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0" name="Content Placeholder 6"/>
          <p:cNvSpPr>
            <a:spLocks noGrp="1"/>
          </p:cNvSpPr>
          <p:nvPr>
            <p:ph sz="half" idx="4" hasCustomPrompt="1"/>
          </p:nvPr>
        </p:nvSpPr>
        <p:spPr>
          <a:xfrm>
            <a:off x="2904490" y="3444240"/>
            <a:ext cx="251587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8" name="Content Placeholder 7">
            <a:extLst>
              <a:ext uri="{FF2B5EF4-FFF2-40B4-BE49-F238E27FC236}">
                <a16:creationId xmlns:a16="http://schemas.microsoft.com/office/drawing/2014/main" id="{B143799E-2832-49D7-9953-45BACACA7549}"/>
              </a:ext>
            </a:extLst>
          </p:cNvPr>
          <p:cNvSpPr>
            <a:spLocks noGrp="1"/>
          </p:cNvSpPr>
          <p:nvPr>
            <p:ph sz="half" idx="6" hasCustomPrompt="1"/>
          </p:nvPr>
        </p:nvSpPr>
        <p:spPr>
          <a:xfrm>
            <a:off x="5549900" y="3444240"/>
            <a:ext cx="251587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1" name="Content Placeholder 8"/>
          <p:cNvSpPr>
            <a:spLocks noGrp="1"/>
          </p:cNvSpPr>
          <p:nvPr>
            <p:ph sz="half" idx="8" hasCustomPrompt="1"/>
          </p:nvPr>
        </p:nvSpPr>
        <p:spPr>
          <a:xfrm>
            <a:off x="8195310" y="3444240"/>
            <a:ext cx="251587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3" name="Slide Number Placeholder 2"/>
          <p:cNvSpPr>
            <a:spLocks noGrp="1"/>
          </p:cNvSpPr>
          <p:nvPr>
            <p:ph type="sldNum" sz="quarter" idx="12"/>
          </p:nvPr>
        </p:nvSpPr>
        <p:spPr>
          <a:xfrm>
            <a:off x="266699" y="5923478"/>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
        <p:nvSpPr>
          <p:cNvPr id="21" name="Rectangle7">
            <a:extLst>
              <a:ext uri="{FF2B5EF4-FFF2-40B4-BE49-F238E27FC236}">
                <a16:creationId xmlns:a16="http://schemas.microsoft.com/office/drawing/2014/main" id="{60F530EA-2EFB-4DC6-BA26-465D18FD265B}"/>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Tree>
    <p:extLst>
      <p:ext uri="{BB962C8B-B14F-4D97-AF65-F5344CB8AC3E}">
        <p14:creationId xmlns:p14="http://schemas.microsoft.com/office/powerpoint/2010/main" val="1955418092"/>
      </p:ext>
    </p:extLst>
  </p:cSld>
  <p:clrMapOvr>
    <a:masterClrMapping/>
  </p:clrMapOvr>
  <p:extLst>
    <p:ext uri="{DCECCB84-F9BA-43D5-87BE-67443E8EF086}">
      <p15:sldGuideLst xmlns:p15="http://schemas.microsoft.com/office/powerpoint/2012/main">
        <p15:guide id="0" pos="162" userDrawn="1">
          <p15:clr>
            <a:srgbClr val="FBAE40"/>
          </p15:clr>
        </p15:guide>
        <p15:guide id="1" pos="6744" userDrawn="1">
          <p15:clr>
            <a:srgbClr val="FBAE40"/>
          </p15:clr>
        </p15:guide>
        <p15:guide id="5" pos="1748" userDrawn="1">
          <p15:clr>
            <a:srgbClr val="FBAE40"/>
          </p15:clr>
        </p15:guide>
        <p15:guide id="6" pos="1829" userDrawn="1">
          <p15:clr>
            <a:srgbClr val="FBAE40"/>
          </p15:clr>
        </p15:guide>
        <p15:guide id="7" pos="3414" userDrawn="1">
          <p15:clr>
            <a:srgbClr val="FBAE40"/>
          </p15:clr>
        </p15:guide>
        <p15:guide id="8" pos="5162" userDrawn="1">
          <p15:clr>
            <a:srgbClr val="FBAE40"/>
          </p15:clr>
        </p15:guide>
        <p15:guide id="10" orient="horz" pos="162" userDrawn="1">
          <p15:clr>
            <a:srgbClr val="FBAE40"/>
          </p15:clr>
        </p15:guide>
        <p15:guide id="11" orient="horz" pos="408" userDrawn="1">
          <p15:clr>
            <a:srgbClr val="FBAE40"/>
          </p15:clr>
        </p15:guide>
        <p15:guide id="14" orient="horz" pos="813" userDrawn="1">
          <p15:clr>
            <a:srgbClr val="FBAE40"/>
          </p15:clr>
        </p15:guide>
        <p15:guide id="16" pos="3496" userDrawn="1">
          <p15:clr>
            <a:srgbClr val="FBAE40"/>
          </p15:clr>
        </p15:guide>
        <p15:guide id="17" pos="5080" userDrawn="1">
          <p15:clr>
            <a:srgbClr val="FBAE40"/>
          </p15:clr>
        </p15:guide>
        <p15:guide id="24" orient="horz" pos="2169" userDrawn="1">
          <p15:clr>
            <a:srgbClr val="FBAE40"/>
          </p15:clr>
        </p15:guide>
        <p15:guide id="25" orient="horz" pos="3441" userDrawn="1">
          <p15:clr>
            <a:srgbClr val="FBAE40"/>
          </p15:clr>
        </p15:guide>
        <p15:guide id="31" orient="horz" pos="652" userDrawn="1">
          <p15:clr>
            <a:srgbClr val="FBAE40"/>
          </p15:clr>
        </p15:guide>
        <p15:guide id="32" orient="horz" pos="2086"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4 x 2 content light ">
    <p:spTree>
      <p:nvGrpSpPr>
        <p:cNvPr id="1" name=""/>
        <p:cNvGrpSpPr/>
        <p:nvPr/>
      </p:nvGrpSpPr>
      <p:grpSpPr>
        <a:xfrm>
          <a:off x="0" y="0"/>
          <a:ext cx="0" cy="0"/>
          <a:chOff x="0" y="0"/>
          <a:chExt cx="0" cy="0"/>
        </a:xfrm>
      </p:grpSpPr>
      <p:sp>
        <p:nvSpPr>
          <p:cNvPr id="2" name="Chapter_titleonly">
            <a:extLst>
              <a:ext uri="{FF2B5EF4-FFF2-40B4-BE49-F238E27FC236}">
                <a16:creationId xmlns:a16="http://schemas.microsoft.com/office/drawing/2014/main" id="{B0C8B8C5-F767-0B03-C680-4DF16170D066}"/>
              </a:ext>
            </a:extLst>
          </p:cNvPr>
          <p:cNvSpPr>
            <a:spLocks noGrp="1"/>
          </p:cNvSpPr>
          <p:nvPr>
            <p:ph type="body" idx="15" hasCustomPrompt="1"/>
          </p:nvPr>
        </p:nvSpPr>
        <p:spPr>
          <a:xfrm>
            <a:off x="259080" y="259200"/>
            <a:ext cx="10452100" cy="388800"/>
          </a:xfrm>
        </p:spPr>
        <p:txBody>
          <a:bodyPr vert="horz" lIns="0" tIns="0" rIns="0" bIns="0" rtlCol="0">
            <a:noAutofit/>
          </a:bodyPr>
          <a:lstStyle>
            <a:lvl1pPr>
              <a:lnSpc>
                <a:spcPct val="89000"/>
              </a:lnSpc>
              <a:spcBef>
                <a:spcPts val="500"/>
              </a:spcBef>
              <a:buNone/>
              <a:defRPr lang="en-US" sz="2400" b="1" kern="1200" baseline="0" noProof="1">
                <a:solidFill>
                  <a:srgbClr val="00B9E5"/>
                </a:solidFill>
                <a:latin typeface="+mj-lt"/>
                <a:ea typeface="+mj-ea"/>
                <a:cs typeface="+mj-cs"/>
              </a:defRPr>
            </a:lvl1pPr>
          </a:lstStyle>
          <a:p>
            <a:pPr marL="0" lvl="0" indent="0">
              <a:spcBef>
                <a:spcPts val="0"/>
              </a:spcBef>
              <a:buFont typeface="Wingdings 3" panose="05040102010807070707" pitchFamily="18" charset="2"/>
            </a:pPr>
            <a:r>
              <a:rPr lang="en-US" noProof="1"/>
              <a:t>Kapitel­überschrift hinzufügen</a:t>
            </a:r>
          </a:p>
        </p:txBody>
      </p:sp>
      <p:sp>
        <p:nvSpPr>
          <p:cNvPr id="24" name="slide_title">
            <a:extLst>
              <a:ext uri="{FF2B5EF4-FFF2-40B4-BE49-F238E27FC236}">
                <a16:creationId xmlns:a16="http://schemas.microsoft.com/office/drawing/2014/main" id="{311701A3-045D-4465-A625-85AD8C2B322E}"/>
              </a:ext>
            </a:extLst>
          </p:cNvPr>
          <p:cNvSpPr>
            <a:spLocks noGrp="1"/>
          </p:cNvSpPr>
          <p:nvPr>
            <p:ph type="title" sz="quarter" hasCustomPrompt="1"/>
          </p:nvPr>
        </p:nvSpPr>
        <p:spPr>
          <a:xfrm>
            <a:off x="259080" y="648000"/>
            <a:ext cx="10452100" cy="388800"/>
          </a:xfrm>
        </p:spPr>
        <p:txBody>
          <a:bodyPr/>
          <a:lstStyle>
            <a:lvl1pPr>
              <a:defRPr lang="en-US" sz="2400" b="1" kern="1200" baseline="0" noProof="1">
                <a:solidFill>
                  <a:srgbClr val="00B9E5"/>
                </a:solidFill>
                <a:latin typeface="+mj-lt"/>
                <a:ea typeface="+mj-ea"/>
                <a:cs typeface="+mj-cs"/>
              </a:defRPr>
            </a:lvl1pPr>
          </a:lstStyle>
          <a:p>
            <a:r>
              <a:rPr lang="en-US" noProof="1"/>
              <a:t>Folienüberschrift hinzufügen</a:t>
            </a:r>
          </a:p>
        </p:txBody>
      </p:sp>
      <p:sp>
        <p:nvSpPr>
          <p:cNvPr id="5" name="Content Placeholder 1"/>
          <p:cNvSpPr>
            <a:spLocks noGrp="1"/>
          </p:cNvSpPr>
          <p:nvPr>
            <p:ph sz="half" idx="1" hasCustomPrompt="1"/>
          </p:nvPr>
        </p:nvSpPr>
        <p:spPr>
          <a:xfrm>
            <a:off x="259080" y="1295399"/>
            <a:ext cx="251587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6" name="Content Placeholder 2"/>
          <p:cNvSpPr>
            <a:spLocks noGrp="1"/>
          </p:cNvSpPr>
          <p:nvPr>
            <p:ph sz="half" idx="3" hasCustomPrompt="1"/>
          </p:nvPr>
        </p:nvSpPr>
        <p:spPr>
          <a:xfrm>
            <a:off x="2904490" y="1295400"/>
            <a:ext cx="251587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7" name="Content Placeholder 3">
            <a:extLst>
              <a:ext uri="{FF2B5EF4-FFF2-40B4-BE49-F238E27FC236}">
                <a16:creationId xmlns:a16="http://schemas.microsoft.com/office/drawing/2014/main" id="{58468F8D-277D-4F1A-84A1-62122010643F}"/>
              </a:ext>
            </a:extLst>
          </p:cNvPr>
          <p:cNvSpPr>
            <a:spLocks noGrp="1"/>
          </p:cNvSpPr>
          <p:nvPr>
            <p:ph sz="half" idx="5" hasCustomPrompt="1"/>
          </p:nvPr>
        </p:nvSpPr>
        <p:spPr>
          <a:xfrm>
            <a:off x="5549900" y="1295399"/>
            <a:ext cx="251587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8" name="Content Placeholder 4"/>
          <p:cNvSpPr>
            <a:spLocks noGrp="1"/>
          </p:cNvSpPr>
          <p:nvPr>
            <p:ph sz="half" idx="7" hasCustomPrompt="1"/>
          </p:nvPr>
        </p:nvSpPr>
        <p:spPr>
          <a:xfrm>
            <a:off x="8195310" y="1295400"/>
            <a:ext cx="251587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9" name="Content Placeholder 5"/>
          <p:cNvSpPr>
            <a:spLocks noGrp="1"/>
          </p:cNvSpPr>
          <p:nvPr>
            <p:ph sz="half" idx="2" hasCustomPrompt="1"/>
          </p:nvPr>
        </p:nvSpPr>
        <p:spPr>
          <a:xfrm>
            <a:off x="259080" y="3444240"/>
            <a:ext cx="251587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0" name="Content Placeholder 6"/>
          <p:cNvSpPr>
            <a:spLocks noGrp="1"/>
          </p:cNvSpPr>
          <p:nvPr>
            <p:ph sz="half" idx="4" hasCustomPrompt="1"/>
          </p:nvPr>
        </p:nvSpPr>
        <p:spPr>
          <a:xfrm>
            <a:off x="2904490" y="3444240"/>
            <a:ext cx="251587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8" name="Content Placeholder 7">
            <a:extLst>
              <a:ext uri="{FF2B5EF4-FFF2-40B4-BE49-F238E27FC236}">
                <a16:creationId xmlns:a16="http://schemas.microsoft.com/office/drawing/2014/main" id="{B143799E-2832-49D7-9953-45BACACA7549}"/>
              </a:ext>
            </a:extLst>
          </p:cNvPr>
          <p:cNvSpPr>
            <a:spLocks noGrp="1"/>
          </p:cNvSpPr>
          <p:nvPr>
            <p:ph sz="half" idx="6" hasCustomPrompt="1"/>
          </p:nvPr>
        </p:nvSpPr>
        <p:spPr>
          <a:xfrm>
            <a:off x="5549900" y="3444240"/>
            <a:ext cx="251587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1" name="Content Placeholder 8"/>
          <p:cNvSpPr>
            <a:spLocks noGrp="1"/>
          </p:cNvSpPr>
          <p:nvPr>
            <p:ph sz="half" idx="8" hasCustomPrompt="1"/>
          </p:nvPr>
        </p:nvSpPr>
        <p:spPr>
          <a:xfrm>
            <a:off x="8195310" y="3444240"/>
            <a:ext cx="251587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3" name="Slide Number Placeholder 2"/>
          <p:cNvSpPr>
            <a:spLocks noGrp="1"/>
          </p:cNvSpPr>
          <p:nvPr>
            <p:ph type="sldNum" sz="quarter" idx="12"/>
          </p:nvPr>
        </p:nvSpPr>
        <p:spPr>
          <a:xfrm>
            <a:off x="266699" y="5923478"/>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
        <p:nvSpPr>
          <p:cNvPr id="21" name="Rectangle7">
            <a:extLst>
              <a:ext uri="{FF2B5EF4-FFF2-40B4-BE49-F238E27FC236}">
                <a16:creationId xmlns:a16="http://schemas.microsoft.com/office/drawing/2014/main" id="{60F530EA-2EFB-4DC6-BA26-465D18FD265B}"/>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Tree>
    <p:extLst>
      <p:ext uri="{BB962C8B-B14F-4D97-AF65-F5344CB8AC3E}">
        <p14:creationId xmlns:p14="http://schemas.microsoft.com/office/powerpoint/2010/main" val="3371421479"/>
      </p:ext>
    </p:extLst>
  </p:cSld>
  <p:clrMapOvr>
    <a:masterClrMapping/>
  </p:clrMapOvr>
  <p:extLst>
    <p:ext uri="{DCECCB84-F9BA-43D5-87BE-67443E8EF086}">
      <p15:sldGuideLst xmlns:p15="http://schemas.microsoft.com/office/powerpoint/2012/main">
        <p15:guide id="0" pos="162" userDrawn="1">
          <p15:clr>
            <a:srgbClr val="FBAE40"/>
          </p15:clr>
        </p15:guide>
        <p15:guide id="1" pos="6744" userDrawn="1">
          <p15:clr>
            <a:srgbClr val="FBAE40"/>
          </p15:clr>
        </p15:guide>
        <p15:guide id="5" pos="1748" userDrawn="1">
          <p15:clr>
            <a:srgbClr val="FBAE40"/>
          </p15:clr>
        </p15:guide>
        <p15:guide id="6" pos="1829" userDrawn="1">
          <p15:clr>
            <a:srgbClr val="FBAE40"/>
          </p15:clr>
        </p15:guide>
        <p15:guide id="7" pos="3414" userDrawn="1">
          <p15:clr>
            <a:srgbClr val="FBAE40"/>
          </p15:clr>
        </p15:guide>
        <p15:guide id="8" pos="5162" userDrawn="1">
          <p15:clr>
            <a:srgbClr val="FBAE40"/>
          </p15:clr>
        </p15:guide>
        <p15:guide id="10" orient="horz" pos="162" userDrawn="1">
          <p15:clr>
            <a:srgbClr val="FBAE40"/>
          </p15:clr>
        </p15:guide>
        <p15:guide id="11" orient="horz" pos="408" userDrawn="1">
          <p15:clr>
            <a:srgbClr val="FBAE40"/>
          </p15:clr>
        </p15:guide>
        <p15:guide id="14" orient="horz" pos="813" userDrawn="1">
          <p15:clr>
            <a:srgbClr val="FBAE40"/>
          </p15:clr>
        </p15:guide>
        <p15:guide id="16" pos="3496" userDrawn="1">
          <p15:clr>
            <a:srgbClr val="FBAE40"/>
          </p15:clr>
        </p15:guide>
        <p15:guide id="17" pos="5080" userDrawn="1">
          <p15:clr>
            <a:srgbClr val="FBAE40"/>
          </p15:clr>
        </p15:guide>
        <p15:guide id="24" orient="horz" pos="2169" userDrawn="1">
          <p15:clr>
            <a:srgbClr val="FBAE40"/>
          </p15:clr>
        </p15:guide>
        <p15:guide id="25" orient="horz" pos="3441" userDrawn="1">
          <p15:clr>
            <a:srgbClr val="FBAE40"/>
          </p15:clr>
        </p15:guide>
        <p15:guide id="31" orient="horz" pos="652" userDrawn="1">
          <p15:clr>
            <a:srgbClr val="FBAE40"/>
          </p15:clr>
        </p15:guide>
        <p15:guide id="32" orient="horz" pos="2086"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1_Custom Title Slide">
    <p:bg>
      <p:bgPr>
        <a:blipFill dpi="0" rotWithShape="1">
          <a:blip r:embed="rId6">
            <a:lum/>
          </a:blip>
          <a:srcRect/>
          <a:stretch>
            <a:fillRect/>
          </a:stretch>
        </a:blipFill>
        <a:effectLst/>
      </p:bgPr>
    </p:bg>
    <p:spTree>
      <p:nvGrpSpPr>
        <p:cNvPr id="1" name=""/>
        <p:cNvGrpSpPr/>
        <p:nvPr/>
      </p:nvGrpSpPr>
      <p:grpSpPr>
        <a:xfrm>
          <a:off x="0" y="0"/>
          <a:ext cx="0" cy="0"/>
          <a:chOff x="0" y="0"/>
          <a:chExt cx="0" cy="0"/>
        </a:xfrm>
      </p:grpSpPr>
      <p:sp>
        <p:nvSpPr>
          <p:cNvPr id="12" name="Rechteck 11">
            <a:extLst>
              <a:ext uri="{FF2B5EF4-FFF2-40B4-BE49-F238E27FC236}">
                <a16:creationId xmlns:a16="http://schemas.microsoft.com/office/drawing/2014/main" id="{C683E0B1-27DF-4B21-928B-818D518D883A}"/>
              </a:ext>
            </a:extLst>
          </p:cNvPr>
          <p:cNvSpPr/>
          <p:nvPr userDrawn="1"/>
        </p:nvSpPr>
        <p:spPr>
          <a:xfrm>
            <a:off x="-634" y="5568950"/>
            <a:ext cx="10970260" cy="610869"/>
          </a:xfrm>
          <a:prstGeom prst="rect">
            <a:avLst/>
          </a:prstGeom>
          <a:solidFill>
            <a:schemeClr val="bg1"/>
          </a:solidFill>
          <a:ln w="9525" cap="flat" cmpd="sng" algn="ctr">
            <a:no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tabLst/>
            </a:pPr>
            <a:endParaRPr kumimoji="0" lang="en-US" sz="1800" b="0" i="0" u="none" strike="noStrike" kern="0" cap="none" spc="0" normalizeH="0" baseline="0" noProof="1">
              <a:ln>
                <a:noFill/>
              </a:ln>
              <a:solidFill>
                <a:srgbClr val="000000"/>
              </a:solidFill>
              <a:effectLst/>
              <a:uLnTx/>
              <a:uFillTx/>
              <a:latin typeface="Bosch Office Sans"/>
              <a:ea typeface="+mn-ea"/>
              <a:cs typeface="+mn-cs"/>
            </a:endParaRPr>
          </a:p>
        </p:txBody>
      </p:sp>
      <p:sp>
        <p:nvSpPr>
          <p:cNvPr id="10" name="Rechteck 9">
            <a:extLst>
              <a:ext uri="{FF2B5EF4-FFF2-40B4-BE49-F238E27FC236}">
                <a16:creationId xmlns:a16="http://schemas.microsoft.com/office/drawing/2014/main" id="{A5A69D4C-A446-4EC6-9EF9-1695CFE39AE5}"/>
              </a:ext>
            </a:extLst>
          </p:cNvPr>
          <p:cNvSpPr/>
          <p:nvPr userDrawn="1">
            <p:custDataLst>
              <p:tags r:id="rId1"/>
            </p:custDataLst>
          </p:nvPr>
        </p:nvSpPr>
        <p:spPr>
          <a:xfrm>
            <a:off x="0" y="5183504"/>
            <a:ext cx="10969625" cy="388620"/>
          </a:xfrm>
          <a:prstGeom prst="rect">
            <a:avLst/>
          </a:prstGeom>
          <a:gradFill flip="none" rotWithShape="1">
            <a:gsLst>
              <a:gs pos="49900">
                <a:schemeClr val="bg1">
                  <a:alpha val="0"/>
                </a:schemeClr>
              </a:gs>
              <a:gs pos="50000">
                <a:srgbClr val="FFFFFF"/>
              </a:gs>
            </a:gsLst>
            <a:lin ang="5286000" scaled="0"/>
            <a:tileRect/>
          </a:gradFill>
          <a:ln w="9525" cap="flat" cmpd="sng" algn="ctr">
            <a:noFill/>
            <a:prstDash val="solid"/>
          </a:ln>
          <a:effectLst/>
          <a:extLst>
            <a:ext uri="{53640926-AAD7-44D8-BBD7-CCE9431645EC}">
              <a14:shadowObscured xmlns:a14="http://schemas.microsoft.com/office/drawing/2010/main"/>
            </a:ext>
          </a:extLst>
        </p:spPr>
        <p:txBody>
          <a:bodyPr wrap="none" lIns="0" tIns="0" rIns="0" bIns="0" rtlCol="0" anchor="t">
            <a:noAutofit/>
          </a:bodyPr>
          <a:lstStyle/>
          <a:p>
            <a:pPr marL="0" marR="0" indent="0" algn="ctr" defTabSz="914400" eaLnBrk="1" fontAlgn="auto" latinLnBrk="0" hangingPunct="1">
              <a:lnSpc>
                <a:spcPct val="100000"/>
              </a:lnSpc>
              <a:spcBef>
                <a:spcPts val="0"/>
              </a:spcBef>
              <a:spcAft>
                <a:spcPts val="0"/>
              </a:spcAft>
              <a:buClrTx/>
              <a:buSzTx/>
              <a:buFontTx/>
              <a:buNone/>
              <a:tabLst/>
            </a:pPr>
            <a:endParaRPr kumimoji="0" lang="en-US" sz="1800" b="0" i="0" u="none" strike="noStrike" kern="0" cap="none" normalizeH="0" baseline="0" noProof="1">
              <a:ln>
                <a:noFill/>
              </a:ln>
              <a:effectLst/>
              <a:uLnTx/>
              <a:uFillTx/>
              <a:latin typeface="Bosch Office Sans"/>
              <a:ea typeface="+mn-ea"/>
              <a:cs typeface="+mn-cs"/>
            </a:endParaRPr>
          </a:p>
        </p:txBody>
      </p:sp>
      <p:sp>
        <p:nvSpPr>
          <p:cNvPr id="11" name="Rechteck 10">
            <a:extLst>
              <a:ext uri="{FF2B5EF4-FFF2-40B4-BE49-F238E27FC236}">
                <a16:creationId xmlns:a16="http://schemas.microsoft.com/office/drawing/2014/main" id="{84F81291-0BB3-4282-999F-8EDFB72BE6B7}"/>
              </a:ext>
            </a:extLst>
          </p:cNvPr>
          <p:cNvSpPr/>
          <p:nvPr userDrawn="1">
            <p:custDataLst>
              <p:tags r:id="rId2"/>
            </p:custDataLst>
          </p:nvPr>
        </p:nvSpPr>
        <p:spPr>
          <a:xfrm>
            <a:off x="0" y="218440"/>
            <a:ext cx="10969625" cy="388620"/>
          </a:xfrm>
          <a:prstGeom prst="rect">
            <a:avLst/>
          </a:prstGeom>
          <a:gradFill flip="none" rotWithShape="1">
            <a:gsLst>
              <a:gs pos="49900">
                <a:srgbClr val="FFFFFF"/>
              </a:gs>
              <a:gs pos="50000">
                <a:srgbClr val="FFFFFF">
                  <a:alpha val="0"/>
                </a:srgbClr>
              </a:gs>
            </a:gsLst>
            <a:lin ang="5286000" scaled="0"/>
            <a:tileRect/>
          </a:gradFill>
          <a:ln w="9525" cap="flat" cmpd="sng" algn="ctr">
            <a:noFill/>
            <a:prstDash val="solid"/>
          </a:ln>
          <a:effectLst/>
          <a:extLst>
            <a:ext uri="{53640926-AAD7-44D8-BBD7-CCE9431645EC}">
              <a14:shadowObscured xmlns:a14="http://schemas.microsoft.com/office/drawing/2010/main"/>
            </a:ext>
          </a:extLst>
        </p:spPr>
        <p:txBody>
          <a:bodyPr wrap="none" lIns="0" tIns="0" rIns="0" bIns="0" rtlCol="0" anchor="t">
            <a:noAutofit/>
          </a:bodyPr>
          <a:lstStyle/>
          <a:p>
            <a:pPr marL="0" marR="0" indent="0" algn="ctr" defTabSz="914400" eaLnBrk="1" fontAlgn="auto" latinLnBrk="0" hangingPunct="1">
              <a:lnSpc>
                <a:spcPct val="100000"/>
              </a:lnSpc>
              <a:spcBef>
                <a:spcPts val="0"/>
              </a:spcBef>
              <a:spcAft>
                <a:spcPts val="0"/>
              </a:spcAft>
              <a:buClrTx/>
              <a:buSzTx/>
              <a:buFontTx/>
              <a:buNone/>
              <a:tabLst/>
            </a:pPr>
            <a:endParaRPr kumimoji="0" lang="en-US" sz="1800" b="0" i="0" u="none" strike="noStrike" kern="0" cap="none" normalizeH="0" baseline="0" noProof="1">
              <a:ln>
                <a:noFill/>
              </a:ln>
              <a:effectLst/>
              <a:uLnTx/>
              <a:uFillTx/>
              <a:latin typeface="Bosch Office Sans"/>
              <a:ea typeface="+mn-ea"/>
              <a:cs typeface="+mn-cs"/>
            </a:endParaRPr>
          </a:p>
        </p:txBody>
      </p:sp>
      <p:sp>
        <p:nvSpPr>
          <p:cNvPr id="5" name="Rechteck 4">
            <a:extLst>
              <a:ext uri="{FF2B5EF4-FFF2-40B4-BE49-F238E27FC236}">
                <a16:creationId xmlns:a16="http://schemas.microsoft.com/office/drawing/2014/main" id="{69269FDD-E19A-4E8A-80DD-C5549C1FB430}"/>
              </a:ext>
            </a:extLst>
          </p:cNvPr>
          <p:cNvSpPr/>
          <p:nvPr userDrawn="1"/>
        </p:nvSpPr>
        <p:spPr>
          <a:xfrm>
            <a:off x="0" y="-1"/>
            <a:ext cx="10969625" cy="218439"/>
          </a:xfrm>
          <a:prstGeom prst="rect">
            <a:avLst/>
          </a:prstGeom>
          <a:solidFill>
            <a:schemeClr val="bg1"/>
          </a:solidFill>
          <a:ln w="9525" cap="flat" cmpd="sng" algn="ctr">
            <a:no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tabLst/>
            </a:pPr>
            <a:endParaRPr kumimoji="0" lang="en-US" sz="1800" b="0" i="0" u="none" strike="noStrike" kern="0" cap="none" spc="0" normalizeH="0" baseline="0" noProof="1">
              <a:ln>
                <a:noFill/>
              </a:ln>
              <a:solidFill>
                <a:srgbClr val="000000"/>
              </a:solidFill>
              <a:effectLst/>
              <a:uLnTx/>
              <a:uFillTx/>
              <a:latin typeface="Bosch Office Sans"/>
              <a:ea typeface="+mn-ea"/>
              <a:cs typeface="+mn-cs"/>
            </a:endParaRPr>
          </a:p>
        </p:txBody>
      </p:sp>
      <p:sp>
        <p:nvSpPr>
          <p:cNvPr id="6" name="Untertitel 2">
            <a:extLst>
              <a:ext uri="{FF2B5EF4-FFF2-40B4-BE49-F238E27FC236}">
                <a16:creationId xmlns:a16="http://schemas.microsoft.com/office/drawing/2014/main" id="{0D84C58A-C176-47E5-9BFB-4C39A331C533}"/>
              </a:ext>
            </a:extLst>
          </p:cNvPr>
          <p:cNvSpPr>
            <a:spLocks noGrp="1"/>
          </p:cNvSpPr>
          <p:nvPr userDrawn="1">
            <p:ph type="subTitle" idx="1" hasCustomPrompt="1"/>
          </p:nvPr>
        </p:nvSpPr>
        <p:spPr>
          <a:xfrm>
            <a:off x="0" y="1407161"/>
            <a:ext cx="5556614" cy="1067282"/>
          </a:xfrm>
          <a:solidFill>
            <a:schemeClr val="accent2"/>
          </a:solidFill>
        </p:spPr>
        <p:txBody>
          <a:bodyPr wrap="none" lIns="190800" tIns="108000" rIns="190800" bIns="126000">
            <a:spAutoFit/>
          </a:bodyPr>
          <a:lstStyle>
            <a:lvl1pPr marL="0" indent="0" algn="l">
              <a:lnSpc>
                <a:spcPct val="90000"/>
              </a:lnSpc>
              <a:spcBef>
                <a:spcPts val="0"/>
              </a:spcBef>
              <a:buNone/>
              <a:defRPr sz="60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1"/>
              <a:t>Please enter content</a:t>
            </a:r>
          </a:p>
        </p:txBody>
      </p:sp>
      <p:sp>
        <p:nvSpPr>
          <p:cNvPr id="8" name="Title 1">
            <a:extLst>
              <a:ext uri="{FF2B5EF4-FFF2-40B4-BE49-F238E27FC236}">
                <a16:creationId xmlns:a16="http://schemas.microsoft.com/office/drawing/2014/main" id="{7FD8C3B7-D4C2-49FB-A234-B9EF65EF0E25}"/>
              </a:ext>
            </a:extLst>
          </p:cNvPr>
          <p:cNvSpPr>
            <a:spLocks noGrp="1"/>
          </p:cNvSpPr>
          <p:nvPr userDrawn="1">
            <p:ph type="ctrTitle" hasCustomPrompt="1"/>
          </p:nvPr>
        </p:nvSpPr>
        <p:spPr>
          <a:xfrm>
            <a:off x="561340" y="237491"/>
            <a:ext cx="8805901" cy="1067282"/>
          </a:xfrm>
          <a:solidFill>
            <a:schemeClr val="accent2"/>
          </a:solidFill>
          <a:ln w="0">
            <a:noFill/>
          </a:ln>
          <a:effectLst/>
        </p:spPr>
        <p:txBody>
          <a:bodyPr wrap="none" lIns="190800" tIns="108000" rIns="190800" bIns="126000" anchor="t" anchorCtr="0">
            <a:spAutoFit/>
          </a:bodyPr>
          <a:lstStyle>
            <a:lvl1pPr algn="l">
              <a:lnSpc>
                <a:spcPct val="90000"/>
              </a:lnSpc>
              <a:defRPr sz="6000" b="1" i="0" cap="none" baseline="0">
                <a:solidFill>
                  <a:schemeClr val="bg1"/>
                </a:solidFill>
              </a:defRPr>
            </a:lvl1pPr>
          </a:lstStyle>
          <a:p>
            <a:r>
              <a:rPr lang="en-US" noProof="1"/>
              <a:t>Add Presentation Title</a:t>
            </a:r>
          </a:p>
        </p:txBody>
      </p:sp>
      <p:pic>
        <p:nvPicPr>
          <p:cNvPr id="7" name="Grafik 4" descr="logo1_d2.png">
            <a:extLst>
              <a:ext uri="{FF2B5EF4-FFF2-40B4-BE49-F238E27FC236}">
                <a16:creationId xmlns:a16="http://schemas.microsoft.com/office/drawing/2014/main" id="{EFF0EBDE-7B9D-4454-9B44-8763A24EC960}"/>
              </a:ext>
            </a:extLst>
          </p:cNvPr>
          <p:cNvPicPr>
            <a:picLocks noSelect="1"/>
          </p:cNvPicPr>
          <p:nvPr userDrawn="1">
            <p:custDataLst>
              <p:tags r:id="rId3"/>
            </p:custDataLst>
          </p:nvPr>
        </p:nvPicPr>
        <p:blipFill>
          <a:blip r:embed="rId7" cstate="print">
            <a:extLst>
              <a:ext uri="{28A0092B-C50C-407E-A947-70E740481C1C}">
                <a14:useLocalDpi xmlns:a14="http://schemas.microsoft.com/office/drawing/2010/main" val="0"/>
              </a:ext>
            </a:extLst>
          </a:blip>
          <a:stretch>
            <a:fillRect/>
          </a:stretch>
        </p:blipFill>
        <p:spPr>
          <a:xfrm>
            <a:off x="9681210" y="5571490"/>
            <a:ext cx="1046480" cy="443230"/>
          </a:xfrm>
          <a:prstGeom prst="rect">
            <a:avLst/>
          </a:prstGeom>
          <a:ln w="0">
            <a:noFill/>
          </a:ln>
          <a:effectLst/>
        </p:spPr>
      </p:pic>
      <p:pic>
        <p:nvPicPr>
          <p:cNvPr id="9" name="Grafik 3" descr="right_d2.png">
            <a:extLst>
              <a:ext uri="{FF2B5EF4-FFF2-40B4-BE49-F238E27FC236}">
                <a16:creationId xmlns:a16="http://schemas.microsoft.com/office/drawing/2014/main" id="{24DBB17F-A4BD-455D-A654-0625D135562B}"/>
              </a:ext>
            </a:extLst>
          </p:cNvPr>
          <p:cNvPicPr>
            <a:picLocks noSelect="1"/>
          </p:cNvPicPr>
          <p:nvPr userDrawn="1">
            <p:custDataLst>
              <p:tags r:id="rId4"/>
            </p:custDataLst>
          </p:nvPr>
        </p:nvPicPr>
        <p:blipFill>
          <a:blip r:embed="rId8">
            <a:extLst>
              <a:ext uri="{28A0092B-C50C-407E-A947-70E740481C1C}">
                <a14:useLocalDpi xmlns:a14="http://schemas.microsoft.com/office/drawing/2010/main" val="0"/>
              </a:ext>
            </a:extLst>
          </a:blip>
          <a:stretch>
            <a:fillRect/>
          </a:stretch>
        </p:blipFill>
        <p:spPr>
          <a:xfrm>
            <a:off x="0" y="6122670"/>
            <a:ext cx="10970260" cy="57150"/>
          </a:xfrm>
          <a:prstGeom prst="rect">
            <a:avLst/>
          </a:prstGeom>
          <a:ln w="0">
            <a:noFill/>
          </a:ln>
          <a:effectLst/>
        </p:spPr>
      </p:pic>
      <p:sp>
        <p:nvSpPr>
          <p:cNvPr id="3" name="Foliennummernplatzhalter 2">
            <a:extLst>
              <a:ext uri="{FF2B5EF4-FFF2-40B4-BE49-F238E27FC236}">
                <a16:creationId xmlns:a16="http://schemas.microsoft.com/office/drawing/2014/main" id="{AA81DA41-F292-40C5-8B91-FEB3047B8A86}"/>
              </a:ext>
            </a:extLst>
          </p:cNvPr>
          <p:cNvSpPr>
            <a:spLocks noGrp="1"/>
          </p:cNvSpPr>
          <p:nvPr userDrawn="1">
            <p:ph type="sldNum" sz="quarter" idx="12"/>
          </p:nvPr>
        </p:nvSpPr>
        <p:spPr>
          <a:xfrm>
            <a:off x="266700" y="5628640"/>
            <a:ext cx="288290" cy="410210"/>
          </a:xfrm>
          <a:prstGeom prst="rect">
            <a:avLst/>
          </a:prstGeom>
        </p:spPr>
        <p:txBody>
          <a:bodyPr/>
          <a:lstStyle>
            <a:lvl1pPr>
              <a:defRPr>
                <a:solidFill>
                  <a:schemeClr val="accent3"/>
                </a:solidFill>
              </a:defRPr>
            </a:lvl1pPr>
          </a:lstStyle>
          <a:p>
            <a:fld id="{4898AEC0-503E-4FA4-859C-D0F72D6E3F79}" type="slidenum">
              <a:rPr lang="en-US" noProof="1" dirty="0" smtClean="0"/>
              <a:pPr/>
              <a:t>‹#›</a:t>
            </a:fld>
            <a:endParaRPr lang="en-US" noProof="1"/>
          </a:p>
        </p:txBody>
      </p:sp>
      <p:sp>
        <p:nvSpPr>
          <p:cNvPr id="14" name="Bosch_footer_1">
            <a:extLst>
              <a:ext uri="{FF2B5EF4-FFF2-40B4-BE49-F238E27FC236}">
                <a16:creationId xmlns:a16="http://schemas.microsoft.com/office/drawing/2014/main" id="{D1CE8A44-3AC0-472A-8C62-0F0D75D5708D}"/>
              </a:ext>
            </a:extLst>
          </p:cNvPr>
          <p:cNvSpPr txBox="1"/>
          <p:nvPr userDrawn="1"/>
        </p:nvSpPr>
        <p:spPr>
          <a:xfrm>
            <a:off x="593090" y="5643880"/>
            <a:ext cx="9152890" cy="107950"/>
          </a:xfrm>
          <a:prstGeom prst="rect">
            <a:avLst/>
          </a:prstGeom>
          <a:noFill/>
        </p:spPr>
        <p:txBody>
          <a:bodyPr wrap="square" lIns="0" tIns="0" rIns="0" bIns="0" rtlCol="0">
            <a:noAutofit/>
          </a:bodyPr>
          <a:lstStyle/>
          <a:p>
            <a:pPr marR="0" defTabSz="914400" eaLnBrk="1" fontAlgn="auto" latinLnBrk="0" hangingPunct="1">
              <a:lnSpc>
                <a:spcPct val="107000"/>
              </a:lnSpc>
              <a:spcBef>
                <a:spcPts val="0"/>
              </a:spcBef>
              <a:spcAft>
                <a:spcPts val="100"/>
              </a:spcAft>
              <a:buClrTx/>
              <a:buSzTx/>
              <a:buFontTx/>
              <a:buNone/>
              <a:tabLst/>
            </a:pPr>
            <a:r>
              <a:rPr kumimoji="0" lang="en-US" sz="600" b="0" i="0" u="none" strike="noStrike" kern="0" cap="none" spc="0" normalizeH="0" baseline="0" noProof="1">
                <a:ln>
                  <a:noFill/>
                </a:ln>
                <a:solidFill>
                  <a:srgbClr val="002B49"/>
                </a:solidFill>
                <a:effectLst/>
                <a:uLnTx/>
                <a:uFillTx/>
                <a:latin typeface="Bosch Office Sans" pitchFamily="2" charset="0"/>
              </a:rPr>
              <a:t>DC-AT/ESP1 | 07.03.2023</a:t>
            </a:r>
          </a:p>
        </p:txBody>
      </p:sp>
      <p:sp>
        <p:nvSpPr>
          <p:cNvPr id="15" name="Bosch_footer_2">
            <a:extLst>
              <a:ext uri="{FF2B5EF4-FFF2-40B4-BE49-F238E27FC236}">
                <a16:creationId xmlns:a16="http://schemas.microsoft.com/office/drawing/2014/main" id="{6C61E22E-3D41-4D1A-87CD-07E2A899ACA0}"/>
              </a:ext>
            </a:extLst>
          </p:cNvPr>
          <p:cNvSpPr txBox="1"/>
          <p:nvPr userDrawn="1"/>
        </p:nvSpPr>
        <p:spPr>
          <a:xfrm>
            <a:off x="593090" y="5748656"/>
            <a:ext cx="9152890" cy="215900"/>
          </a:xfrm>
          <a:prstGeom prst="rect">
            <a:avLst/>
          </a:prstGeom>
          <a:noFill/>
        </p:spPr>
        <p:txBody>
          <a:bodyPr wrap="square" lIns="0" tIns="0" rIns="0" bIns="0" rtlCol="0">
            <a:noAutofit/>
          </a:bodyPr>
          <a:lstStyle/>
          <a:p>
            <a:pPr>
              <a:lnSpc>
                <a:spcPct val="120000"/>
              </a:lnSpc>
              <a:spcAft>
                <a:spcPts val="100"/>
              </a:spcAft>
            </a:pPr>
            <a:r>
              <a:rPr lang="en-US" sz="600" b="0" i="0" u="none" kern="0" baseline="0" noProof="1">
                <a:solidFill>
                  <a:srgbClr val="819EB1"/>
                </a:solidFill>
                <a:latin typeface="Bosch Office Sans" pitchFamily="2" charset="0"/>
              </a:rPr>
              <a:t>© Bosch Rexroth AG 2023. All rights reserved, also regarding any disposal, exploitation, reproduction, editing, distribution, as well as in the event of applications for industrial property rights.</a:t>
            </a:r>
          </a:p>
        </p:txBody>
      </p:sp>
    </p:spTree>
    <p:extLst>
      <p:ext uri="{BB962C8B-B14F-4D97-AF65-F5344CB8AC3E}">
        <p14:creationId xmlns:p14="http://schemas.microsoft.com/office/powerpoint/2010/main" val="93113255"/>
      </p:ext>
    </p:extLst>
  </p:cSld>
  <p:clrMapOvr>
    <a:masterClrMapping/>
  </p:clrMapOvr>
  <p:extLst>
    <p:ext uri="{DCECCB84-F9BA-43D5-87BE-67443E8EF086}">
      <p15:sldGuideLst xmlns:p15="http://schemas.microsoft.com/office/powerpoint/2012/main">
        <p15:guide id="12" pos="168">
          <p15:clr>
            <a:srgbClr val="FBAE40"/>
          </p15:clr>
        </p15:guide>
        <p15:guide id="15" pos="6139">
          <p15:clr>
            <a:srgbClr val="FBAE40"/>
          </p15:clr>
        </p15:guide>
        <p15:guide id="18" orient="horz" pos="3265">
          <p15:clr>
            <a:srgbClr val="FBAE40"/>
          </p15:clr>
        </p15:guide>
        <p15:guide id="23" orient="horz" pos="884">
          <p15:clr>
            <a:srgbClr val="FBAE40"/>
          </p15:clr>
        </p15:guide>
        <p15:guide id="24" orient="horz" pos="1558">
          <p15:clr>
            <a:srgbClr val="FBAE40"/>
          </p15:clr>
        </p15:guide>
        <p15:guide id="25" orient="horz" pos="149">
          <p15:clr>
            <a:srgbClr val="FBAE40"/>
          </p15:clr>
        </p15:guide>
        <p15:guide id="26" orient="horz" pos="82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userDrawn="1">
  <p:cSld name="Titelfolie">
    <p:spTree>
      <p:nvGrpSpPr>
        <p:cNvPr id="1" name=""/>
        <p:cNvGrpSpPr/>
        <p:nvPr/>
      </p:nvGrpSpPr>
      <p:grpSpPr>
        <a:xfrm>
          <a:off x="0" y="0"/>
          <a:ext cx="0" cy="0"/>
          <a:chOff x="0" y="0"/>
          <a:chExt cx="0" cy="0"/>
        </a:xfrm>
      </p:grpSpPr>
      <p:sp>
        <p:nvSpPr>
          <p:cNvPr id="3" name="Subtitle 2" hidden="1"/>
          <p:cNvSpPr>
            <a:spLocks noGrp="1"/>
          </p:cNvSpPr>
          <p:nvPr>
            <p:ph type="subTitle" idx="1"/>
            <p:custDataLst>
              <p:tags r:id="rId1"/>
            </p:custDataLst>
          </p:nvPr>
        </p:nvSpPr>
        <p:spPr>
          <a:xfrm>
            <a:off x="0" y="0"/>
            <a:ext cx="1270000" cy="127000"/>
          </a:xfrm>
          <a:prstGeom prst="rect">
            <a:avLst/>
          </a:prstGeom>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none" lIns="0" tIns="0" rIns="0" bIns="0" anchor="t">
            <a:noAutofit/>
          </a:bodyPr>
          <a:lstStyle>
            <a:lvl1pPr marL="0" indent="0" algn="l">
              <a:lnSpc>
                <a:spcPct val="100000"/>
              </a:lnSpc>
              <a:spcBef>
                <a:spcPts val="0"/>
              </a:spcBef>
              <a:spcAft>
                <a:spcPts val="0"/>
              </a:spcAft>
              <a:buClrTx/>
              <a:buSzPct val="100000"/>
              <a:buFontTx/>
              <a:buNone/>
              <a:defRPr sz="100" b="0" i="0" u="none" spc="0">
                <a:solidFill>
                  <a:schemeClr val="tx1"/>
                </a:solidFill>
                <a:latin typeface="Bosch Office Sans" pitchFamily="2" charset="0"/>
              </a:defRPr>
            </a:lvl1pPr>
            <a:lvl2pPr marL="411358" indent="0" algn="ctr">
              <a:buNone/>
              <a:defRPr sz="1799"/>
            </a:lvl2pPr>
            <a:lvl3pPr marL="822716" indent="0" algn="ctr">
              <a:buNone/>
              <a:defRPr sz="1619"/>
            </a:lvl3pPr>
            <a:lvl4pPr marL="1234075" indent="0" algn="ctr">
              <a:buNone/>
              <a:defRPr sz="1440"/>
            </a:lvl4pPr>
            <a:lvl5pPr marL="1645433" indent="0" algn="ctr">
              <a:buNone/>
              <a:defRPr sz="1440"/>
            </a:lvl5pPr>
            <a:lvl6pPr marL="2056792" indent="0" algn="ctr">
              <a:buNone/>
              <a:defRPr sz="1440"/>
            </a:lvl6pPr>
            <a:lvl7pPr marL="2468150" indent="0" algn="ctr">
              <a:buNone/>
              <a:defRPr sz="1440"/>
            </a:lvl7pPr>
            <a:lvl8pPr marL="2879509" indent="0" algn="ctr">
              <a:buNone/>
              <a:defRPr sz="1440"/>
            </a:lvl8pPr>
            <a:lvl9pPr marL="3290867" indent="0" algn="ctr">
              <a:buNone/>
              <a:defRPr sz="1440"/>
            </a:lvl9pPr>
          </a:lstStyle>
          <a:p>
            <a:r>
              <a:rPr lang="de-DE"/>
              <a:t>Formatvorlage des Untertitelmasters durch Klicken bearbeiten</a:t>
            </a:r>
            <a:endParaRPr lang="de-DE" dirty="0"/>
          </a:p>
        </p:txBody>
      </p:sp>
    </p:spTree>
    <p:extLst>
      <p:ext uri="{BB962C8B-B14F-4D97-AF65-F5344CB8AC3E}">
        <p14:creationId xmlns:p14="http://schemas.microsoft.com/office/powerpoint/2010/main" val="418621990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1_Benutzerdefinierte Titelfolie">
    <p:bg>
      <p:bgPr>
        <a:blipFill dpi="0" rotWithShape="1">
          <a:blip r:embed="rId6">
            <a:lum/>
          </a:blip>
          <a:srcRect/>
          <a:stretch>
            <a:fillRect/>
          </a:stretch>
        </a:blipFill>
        <a:effectLst/>
      </p:bgPr>
    </p:bg>
    <p:spTree>
      <p:nvGrpSpPr>
        <p:cNvPr id="1" name=""/>
        <p:cNvGrpSpPr/>
        <p:nvPr/>
      </p:nvGrpSpPr>
      <p:grpSpPr>
        <a:xfrm>
          <a:off x="0" y="0"/>
          <a:ext cx="0" cy="0"/>
          <a:chOff x="0" y="0"/>
          <a:chExt cx="0" cy="0"/>
        </a:xfrm>
      </p:grpSpPr>
      <p:sp>
        <p:nvSpPr>
          <p:cNvPr id="12" name="Rechteck 11">
            <a:extLst>
              <a:ext uri="{FF2B5EF4-FFF2-40B4-BE49-F238E27FC236}">
                <a16:creationId xmlns:a16="http://schemas.microsoft.com/office/drawing/2014/main" id="{C683E0B1-27DF-4B21-928B-818D518D883A}"/>
              </a:ext>
            </a:extLst>
          </p:cNvPr>
          <p:cNvSpPr/>
          <p:nvPr userDrawn="1"/>
        </p:nvSpPr>
        <p:spPr>
          <a:xfrm>
            <a:off x="-634" y="5568950"/>
            <a:ext cx="10970260" cy="610869"/>
          </a:xfrm>
          <a:prstGeom prst="rect">
            <a:avLst/>
          </a:prstGeom>
          <a:solidFill>
            <a:schemeClr val="bg1"/>
          </a:solidFill>
          <a:ln w="9525" cap="flat" cmpd="sng" algn="ctr">
            <a:no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tabLst/>
            </a:pPr>
            <a:endParaRPr kumimoji="0" lang="en-US" sz="1800" b="0" i="0" u="none" strike="noStrike" kern="0" cap="none" spc="0" normalizeH="0" baseline="0" noProof="1">
              <a:ln>
                <a:noFill/>
              </a:ln>
              <a:solidFill>
                <a:srgbClr val="000000"/>
              </a:solidFill>
              <a:effectLst/>
              <a:uLnTx/>
              <a:uFillTx/>
              <a:latin typeface="Bosch Office Sans"/>
              <a:ea typeface="+mn-ea"/>
              <a:cs typeface="+mn-cs"/>
            </a:endParaRPr>
          </a:p>
        </p:txBody>
      </p:sp>
      <p:sp>
        <p:nvSpPr>
          <p:cNvPr id="10" name="Rechteck 9">
            <a:extLst>
              <a:ext uri="{FF2B5EF4-FFF2-40B4-BE49-F238E27FC236}">
                <a16:creationId xmlns:a16="http://schemas.microsoft.com/office/drawing/2014/main" id="{A5A69D4C-A446-4EC6-9EF9-1695CFE39AE5}"/>
              </a:ext>
            </a:extLst>
          </p:cNvPr>
          <p:cNvSpPr/>
          <p:nvPr userDrawn="1">
            <p:custDataLst>
              <p:tags r:id="rId1"/>
            </p:custDataLst>
          </p:nvPr>
        </p:nvSpPr>
        <p:spPr>
          <a:xfrm>
            <a:off x="0" y="5183504"/>
            <a:ext cx="10969625" cy="388620"/>
          </a:xfrm>
          <a:prstGeom prst="rect">
            <a:avLst/>
          </a:prstGeom>
          <a:gradFill flip="none" rotWithShape="1">
            <a:gsLst>
              <a:gs pos="49900">
                <a:schemeClr val="bg1">
                  <a:alpha val="0"/>
                </a:schemeClr>
              </a:gs>
              <a:gs pos="50000">
                <a:srgbClr val="FFFFFF"/>
              </a:gs>
            </a:gsLst>
            <a:lin ang="5286000" scaled="0"/>
            <a:tileRect/>
          </a:gradFill>
          <a:ln w="9525" cap="flat" cmpd="sng" algn="ctr">
            <a:noFill/>
            <a:prstDash val="solid"/>
          </a:ln>
          <a:effectLst/>
          <a:extLst>
            <a:ext uri="{53640926-AAD7-44D8-BBD7-CCE9431645EC}">
              <a14:shadowObscured xmlns:a14="http://schemas.microsoft.com/office/drawing/2010/main"/>
            </a:ext>
          </a:extLst>
        </p:spPr>
        <p:txBody>
          <a:bodyPr wrap="none" lIns="0" tIns="0" rIns="0" bIns="0" rtlCol="0" anchor="t">
            <a:noAutofit/>
          </a:bodyPr>
          <a:lstStyle/>
          <a:p>
            <a:pPr marL="0" marR="0" indent="0" algn="ctr" defTabSz="914400" eaLnBrk="1" fontAlgn="auto" latinLnBrk="0" hangingPunct="1">
              <a:lnSpc>
                <a:spcPct val="100000"/>
              </a:lnSpc>
              <a:spcBef>
                <a:spcPts val="0"/>
              </a:spcBef>
              <a:spcAft>
                <a:spcPts val="0"/>
              </a:spcAft>
              <a:buClrTx/>
              <a:buSzTx/>
              <a:buFontTx/>
              <a:buNone/>
              <a:tabLst/>
            </a:pPr>
            <a:endParaRPr kumimoji="0" lang="en-US" sz="1800" b="0" i="0" u="none" strike="noStrike" kern="0" cap="none" normalizeH="0" baseline="0" noProof="1">
              <a:ln>
                <a:noFill/>
              </a:ln>
              <a:effectLst/>
              <a:uLnTx/>
              <a:uFillTx/>
              <a:latin typeface="Bosch Office Sans"/>
              <a:ea typeface="+mn-ea"/>
              <a:cs typeface="+mn-cs"/>
            </a:endParaRPr>
          </a:p>
        </p:txBody>
      </p:sp>
      <p:sp>
        <p:nvSpPr>
          <p:cNvPr id="11" name="Rechteck 10">
            <a:extLst>
              <a:ext uri="{FF2B5EF4-FFF2-40B4-BE49-F238E27FC236}">
                <a16:creationId xmlns:a16="http://schemas.microsoft.com/office/drawing/2014/main" id="{84F81291-0BB3-4282-999F-8EDFB72BE6B7}"/>
              </a:ext>
            </a:extLst>
          </p:cNvPr>
          <p:cNvSpPr/>
          <p:nvPr userDrawn="1">
            <p:custDataLst>
              <p:tags r:id="rId2"/>
            </p:custDataLst>
          </p:nvPr>
        </p:nvSpPr>
        <p:spPr>
          <a:xfrm>
            <a:off x="0" y="218440"/>
            <a:ext cx="10969625" cy="388620"/>
          </a:xfrm>
          <a:prstGeom prst="rect">
            <a:avLst/>
          </a:prstGeom>
          <a:gradFill flip="none" rotWithShape="1">
            <a:gsLst>
              <a:gs pos="49900">
                <a:srgbClr val="FFFFFF"/>
              </a:gs>
              <a:gs pos="50000">
                <a:srgbClr val="FFFFFF">
                  <a:alpha val="0"/>
                </a:srgbClr>
              </a:gs>
            </a:gsLst>
            <a:lin ang="5286000" scaled="0"/>
            <a:tileRect/>
          </a:gradFill>
          <a:ln w="9525" cap="flat" cmpd="sng" algn="ctr">
            <a:noFill/>
            <a:prstDash val="solid"/>
          </a:ln>
          <a:effectLst/>
          <a:extLst>
            <a:ext uri="{53640926-AAD7-44D8-BBD7-CCE9431645EC}">
              <a14:shadowObscured xmlns:a14="http://schemas.microsoft.com/office/drawing/2010/main"/>
            </a:ext>
          </a:extLst>
        </p:spPr>
        <p:txBody>
          <a:bodyPr wrap="none" lIns="0" tIns="0" rIns="0" bIns="0" rtlCol="0" anchor="t">
            <a:noAutofit/>
          </a:bodyPr>
          <a:lstStyle/>
          <a:p>
            <a:pPr marL="0" marR="0" indent="0" algn="ctr" defTabSz="914400" eaLnBrk="1" fontAlgn="auto" latinLnBrk="0" hangingPunct="1">
              <a:lnSpc>
                <a:spcPct val="100000"/>
              </a:lnSpc>
              <a:spcBef>
                <a:spcPts val="0"/>
              </a:spcBef>
              <a:spcAft>
                <a:spcPts val="0"/>
              </a:spcAft>
              <a:buClrTx/>
              <a:buSzTx/>
              <a:buFontTx/>
              <a:buNone/>
              <a:tabLst/>
            </a:pPr>
            <a:endParaRPr kumimoji="0" lang="en-US" sz="1800" b="0" i="0" u="none" strike="noStrike" kern="0" cap="none" normalizeH="0" baseline="0" noProof="1">
              <a:ln>
                <a:noFill/>
              </a:ln>
              <a:effectLst/>
              <a:uLnTx/>
              <a:uFillTx/>
              <a:latin typeface="Bosch Office Sans"/>
              <a:ea typeface="+mn-ea"/>
              <a:cs typeface="+mn-cs"/>
            </a:endParaRPr>
          </a:p>
        </p:txBody>
      </p:sp>
      <p:sp>
        <p:nvSpPr>
          <p:cNvPr id="5" name="Rechteck 4">
            <a:extLst>
              <a:ext uri="{FF2B5EF4-FFF2-40B4-BE49-F238E27FC236}">
                <a16:creationId xmlns:a16="http://schemas.microsoft.com/office/drawing/2014/main" id="{69269FDD-E19A-4E8A-80DD-C5549C1FB430}"/>
              </a:ext>
            </a:extLst>
          </p:cNvPr>
          <p:cNvSpPr/>
          <p:nvPr userDrawn="1"/>
        </p:nvSpPr>
        <p:spPr>
          <a:xfrm>
            <a:off x="0" y="-1"/>
            <a:ext cx="10969625" cy="218439"/>
          </a:xfrm>
          <a:prstGeom prst="rect">
            <a:avLst/>
          </a:prstGeom>
          <a:solidFill>
            <a:schemeClr val="bg1"/>
          </a:solidFill>
          <a:ln w="9525" cap="flat" cmpd="sng" algn="ctr">
            <a:no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tabLst/>
            </a:pPr>
            <a:endParaRPr kumimoji="0" lang="en-US" sz="1800" b="0" i="0" u="none" strike="noStrike" kern="0" cap="none" spc="0" normalizeH="0" baseline="0" noProof="1">
              <a:ln>
                <a:noFill/>
              </a:ln>
              <a:solidFill>
                <a:srgbClr val="000000"/>
              </a:solidFill>
              <a:effectLst/>
              <a:uLnTx/>
              <a:uFillTx/>
              <a:latin typeface="Bosch Office Sans"/>
              <a:ea typeface="+mn-ea"/>
              <a:cs typeface="+mn-cs"/>
            </a:endParaRPr>
          </a:p>
        </p:txBody>
      </p:sp>
      <p:sp>
        <p:nvSpPr>
          <p:cNvPr id="6" name="Untertitel 2">
            <a:extLst>
              <a:ext uri="{FF2B5EF4-FFF2-40B4-BE49-F238E27FC236}">
                <a16:creationId xmlns:a16="http://schemas.microsoft.com/office/drawing/2014/main" id="{0D84C58A-C176-47E5-9BFB-4C39A331C533}"/>
              </a:ext>
            </a:extLst>
          </p:cNvPr>
          <p:cNvSpPr>
            <a:spLocks noGrp="1"/>
          </p:cNvSpPr>
          <p:nvPr userDrawn="1">
            <p:ph type="subTitle" idx="1" hasCustomPrompt="1"/>
          </p:nvPr>
        </p:nvSpPr>
        <p:spPr>
          <a:xfrm>
            <a:off x="0" y="1407161"/>
            <a:ext cx="5556614" cy="1067282"/>
          </a:xfrm>
          <a:solidFill>
            <a:schemeClr val="accent2"/>
          </a:solidFill>
        </p:spPr>
        <p:txBody>
          <a:bodyPr wrap="none" lIns="190800" tIns="108000" rIns="190800" bIns="126000">
            <a:spAutoFit/>
          </a:bodyPr>
          <a:lstStyle>
            <a:lvl1pPr marL="0" indent="0" algn="l">
              <a:lnSpc>
                <a:spcPct val="90000"/>
              </a:lnSpc>
              <a:spcBef>
                <a:spcPts val="0"/>
              </a:spcBef>
              <a:buNone/>
              <a:defRPr sz="60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1"/>
              <a:t>Bitte Inhalt eingeben</a:t>
            </a:r>
          </a:p>
        </p:txBody>
      </p:sp>
      <p:sp>
        <p:nvSpPr>
          <p:cNvPr id="8" name="Title 1">
            <a:extLst>
              <a:ext uri="{FF2B5EF4-FFF2-40B4-BE49-F238E27FC236}">
                <a16:creationId xmlns:a16="http://schemas.microsoft.com/office/drawing/2014/main" id="{7FD8C3B7-D4C2-49FB-A234-B9EF65EF0E25}"/>
              </a:ext>
            </a:extLst>
          </p:cNvPr>
          <p:cNvSpPr>
            <a:spLocks noGrp="1"/>
          </p:cNvSpPr>
          <p:nvPr userDrawn="1">
            <p:ph type="ctrTitle" hasCustomPrompt="1"/>
          </p:nvPr>
        </p:nvSpPr>
        <p:spPr>
          <a:xfrm>
            <a:off x="561340" y="237491"/>
            <a:ext cx="8805901" cy="1067282"/>
          </a:xfrm>
          <a:solidFill>
            <a:schemeClr val="accent2"/>
          </a:solidFill>
          <a:ln w="0">
            <a:noFill/>
          </a:ln>
          <a:effectLst/>
        </p:spPr>
        <p:txBody>
          <a:bodyPr wrap="none" lIns="190800" tIns="108000" rIns="190800" bIns="126000" anchor="t" anchorCtr="0">
            <a:spAutoFit/>
          </a:bodyPr>
          <a:lstStyle>
            <a:lvl1pPr algn="l">
              <a:lnSpc>
                <a:spcPct val="90000"/>
              </a:lnSpc>
              <a:defRPr sz="6000" b="1" i="0" cap="none" baseline="0">
                <a:solidFill>
                  <a:schemeClr val="bg1"/>
                </a:solidFill>
              </a:defRPr>
            </a:lvl1pPr>
          </a:lstStyle>
          <a:p>
            <a:r>
              <a:rPr lang="en-US" noProof="1"/>
              <a:t>Präs. Titel hinzufügen</a:t>
            </a:r>
          </a:p>
        </p:txBody>
      </p:sp>
      <p:pic>
        <p:nvPicPr>
          <p:cNvPr id="7" name="Grafik 4" descr="logo1_d2.png">
            <a:extLst>
              <a:ext uri="{FF2B5EF4-FFF2-40B4-BE49-F238E27FC236}">
                <a16:creationId xmlns:a16="http://schemas.microsoft.com/office/drawing/2014/main" id="{EFF0EBDE-7B9D-4454-9B44-8763A24EC960}"/>
              </a:ext>
            </a:extLst>
          </p:cNvPr>
          <p:cNvPicPr>
            <a:picLocks noSelect="1"/>
          </p:cNvPicPr>
          <p:nvPr userDrawn="1">
            <p:custDataLst>
              <p:tags r:id="rId3"/>
            </p:custDataLst>
          </p:nvPr>
        </p:nvPicPr>
        <p:blipFill>
          <a:blip r:embed="rId7" cstate="print">
            <a:extLst>
              <a:ext uri="{28A0092B-C50C-407E-A947-70E740481C1C}">
                <a14:useLocalDpi xmlns:a14="http://schemas.microsoft.com/office/drawing/2010/main" val="0"/>
              </a:ext>
            </a:extLst>
          </a:blip>
          <a:stretch>
            <a:fillRect/>
          </a:stretch>
        </p:blipFill>
        <p:spPr>
          <a:xfrm>
            <a:off x="9681210" y="5571490"/>
            <a:ext cx="1046480" cy="443230"/>
          </a:xfrm>
          <a:prstGeom prst="rect">
            <a:avLst/>
          </a:prstGeom>
          <a:ln w="0">
            <a:noFill/>
          </a:ln>
          <a:effectLst/>
        </p:spPr>
      </p:pic>
      <p:pic>
        <p:nvPicPr>
          <p:cNvPr id="9" name="Grafik 3" descr="right_d2.png">
            <a:extLst>
              <a:ext uri="{FF2B5EF4-FFF2-40B4-BE49-F238E27FC236}">
                <a16:creationId xmlns:a16="http://schemas.microsoft.com/office/drawing/2014/main" id="{24DBB17F-A4BD-455D-A654-0625D135562B}"/>
              </a:ext>
            </a:extLst>
          </p:cNvPr>
          <p:cNvPicPr>
            <a:picLocks noSelect="1"/>
          </p:cNvPicPr>
          <p:nvPr userDrawn="1">
            <p:custDataLst>
              <p:tags r:id="rId4"/>
            </p:custDataLst>
          </p:nvPr>
        </p:nvPicPr>
        <p:blipFill>
          <a:blip r:embed="rId8">
            <a:extLst>
              <a:ext uri="{28A0092B-C50C-407E-A947-70E740481C1C}">
                <a14:useLocalDpi xmlns:a14="http://schemas.microsoft.com/office/drawing/2010/main" val="0"/>
              </a:ext>
            </a:extLst>
          </a:blip>
          <a:stretch>
            <a:fillRect/>
          </a:stretch>
        </p:blipFill>
        <p:spPr>
          <a:xfrm>
            <a:off x="0" y="6122670"/>
            <a:ext cx="10970260" cy="57150"/>
          </a:xfrm>
          <a:prstGeom prst="rect">
            <a:avLst/>
          </a:prstGeom>
          <a:ln w="0">
            <a:noFill/>
          </a:ln>
          <a:effectLst/>
        </p:spPr>
      </p:pic>
      <p:sp>
        <p:nvSpPr>
          <p:cNvPr id="3" name="Foliennummernplatzhalter 2">
            <a:extLst>
              <a:ext uri="{FF2B5EF4-FFF2-40B4-BE49-F238E27FC236}">
                <a16:creationId xmlns:a16="http://schemas.microsoft.com/office/drawing/2014/main" id="{AA81DA41-F292-40C5-8B91-FEB3047B8A86}"/>
              </a:ext>
            </a:extLst>
          </p:cNvPr>
          <p:cNvSpPr>
            <a:spLocks noGrp="1"/>
          </p:cNvSpPr>
          <p:nvPr userDrawn="1">
            <p:ph type="sldNum" sz="quarter" idx="12"/>
          </p:nvPr>
        </p:nvSpPr>
        <p:spPr>
          <a:xfrm>
            <a:off x="266700" y="5628640"/>
            <a:ext cx="288290" cy="410210"/>
          </a:xfrm>
          <a:prstGeom prst="rect">
            <a:avLst/>
          </a:prstGeom>
        </p:spPr>
        <p:txBody>
          <a:bodyPr/>
          <a:lstStyle>
            <a:lvl1pPr>
              <a:defRPr>
                <a:solidFill>
                  <a:schemeClr val="accent3"/>
                </a:solidFill>
              </a:defRPr>
            </a:lvl1pPr>
          </a:lstStyle>
          <a:p>
            <a:fld id="{4898AEC0-503E-4FA4-859C-D0F72D6E3F79}" type="slidenum">
              <a:rPr lang="en-US" noProof="1" dirty="0" smtClean="0"/>
              <a:pPr/>
              <a:t>‹#›</a:t>
            </a:fld>
            <a:endParaRPr lang="en-US" noProof="1"/>
          </a:p>
        </p:txBody>
      </p:sp>
      <p:sp>
        <p:nvSpPr>
          <p:cNvPr id="14" name="Bosch_footer_1">
            <a:extLst>
              <a:ext uri="{FF2B5EF4-FFF2-40B4-BE49-F238E27FC236}">
                <a16:creationId xmlns:a16="http://schemas.microsoft.com/office/drawing/2014/main" id="{D1CE8A44-3AC0-472A-8C62-0F0D75D5708D}"/>
              </a:ext>
            </a:extLst>
          </p:cNvPr>
          <p:cNvSpPr txBox="1"/>
          <p:nvPr userDrawn="1"/>
        </p:nvSpPr>
        <p:spPr>
          <a:xfrm>
            <a:off x="593090" y="5643880"/>
            <a:ext cx="9152890" cy="107950"/>
          </a:xfrm>
          <a:prstGeom prst="rect">
            <a:avLst/>
          </a:prstGeom>
          <a:noFill/>
        </p:spPr>
        <p:txBody>
          <a:bodyPr wrap="square" lIns="0" tIns="0" rIns="0" bIns="0" rtlCol="0">
            <a:noAutofit/>
          </a:bodyPr>
          <a:lstStyle/>
          <a:p>
            <a:pPr marL="0" marR="0" lvl="0" indent="0" algn="l" defTabSz="914400" rtl="0" eaLnBrk="1" fontAlgn="auto" latinLnBrk="0" hangingPunct="1">
              <a:lnSpc>
                <a:spcPct val="107000"/>
              </a:lnSpc>
              <a:spcBef>
                <a:spcPts val="0"/>
              </a:spcBef>
              <a:spcAft>
                <a:spcPts val="100"/>
              </a:spcAft>
              <a:buClrTx/>
              <a:buSzTx/>
              <a:buFontTx/>
              <a:buNone/>
              <a:tabLst/>
              <a:defRPr/>
            </a:pPr>
            <a:r>
              <a:rPr lang="en-US" sz="600" kern="0" baseline="0" noProof="1">
                <a:solidFill>
                  <a:schemeClr val="accent1"/>
                </a:solidFill>
              </a:rPr>
              <a:t>DC-AT/ESP1 | 03.04.2023</a:t>
            </a:r>
          </a:p>
          <a:p>
            <a:pPr marR="0" defTabSz="914400" eaLnBrk="1" fontAlgn="auto" latinLnBrk="0" hangingPunct="1">
              <a:lnSpc>
                <a:spcPct val="107000"/>
              </a:lnSpc>
              <a:spcBef>
                <a:spcPts val="0"/>
              </a:spcBef>
              <a:spcAft>
                <a:spcPts val="100"/>
              </a:spcAft>
              <a:buClrTx/>
              <a:buSzTx/>
              <a:buFontTx/>
              <a:buNone/>
              <a:tabLst/>
            </a:pPr>
            <a:endParaRPr kumimoji="0" lang="en-US" sz="600" b="0" i="0" u="none" strike="noStrike" kern="0" cap="none" spc="0" normalizeH="0" baseline="0" noProof="1">
              <a:ln>
                <a:noFill/>
              </a:ln>
              <a:solidFill>
                <a:srgbClr val="000000"/>
              </a:solidFill>
              <a:effectLst/>
              <a:uLnTx/>
              <a:uFillTx/>
            </a:endParaRPr>
          </a:p>
        </p:txBody>
      </p:sp>
      <p:sp>
        <p:nvSpPr>
          <p:cNvPr id="15" name="Bosch_footer_2">
            <a:extLst>
              <a:ext uri="{FF2B5EF4-FFF2-40B4-BE49-F238E27FC236}">
                <a16:creationId xmlns:a16="http://schemas.microsoft.com/office/drawing/2014/main" id="{6C61E22E-3D41-4D1A-87CD-07E2A899ACA0}"/>
              </a:ext>
            </a:extLst>
          </p:cNvPr>
          <p:cNvSpPr txBox="1"/>
          <p:nvPr userDrawn="1"/>
        </p:nvSpPr>
        <p:spPr>
          <a:xfrm>
            <a:off x="593090" y="5748656"/>
            <a:ext cx="9152890" cy="215900"/>
          </a:xfrm>
          <a:prstGeom prst="rect">
            <a:avLst/>
          </a:prstGeom>
          <a:noFill/>
        </p:spPr>
        <p:txBody>
          <a:bodyPr wrap="square" lIns="0" tIns="0" rIns="0" bIns="0" rtlCol="0">
            <a:noAutofit/>
          </a:bodyPr>
          <a:lstStyle/>
          <a:p>
            <a:pPr>
              <a:lnSpc>
                <a:spcPct val="120000"/>
              </a:lnSpc>
              <a:spcAft>
                <a:spcPts val="100"/>
              </a:spcAft>
            </a:pPr>
            <a:r>
              <a:rPr lang="en-US" sz="600" kern="0" baseline="0" noProof="1">
                <a:solidFill>
                  <a:srgbClr val="819EB1"/>
                </a:solidFill>
              </a:rPr>
              <a:t>© Bosch Rexroth AG 2023. Alle Rechte vorbehalten, auch bzgl. jeder Verfügung, Verwertung, Reproduktion, Bearbeitung, Weitergabe sowie für den Fall von Schutzrechtsanmeldungen.</a:t>
            </a:r>
          </a:p>
        </p:txBody>
      </p:sp>
    </p:spTree>
    <p:extLst>
      <p:ext uri="{BB962C8B-B14F-4D97-AF65-F5344CB8AC3E}">
        <p14:creationId xmlns:p14="http://schemas.microsoft.com/office/powerpoint/2010/main" val="1715607225"/>
      </p:ext>
    </p:extLst>
  </p:cSld>
  <p:clrMapOvr>
    <a:masterClrMapping/>
  </p:clrMapOvr>
  <p:extLst>
    <p:ext uri="{DCECCB84-F9BA-43D5-87BE-67443E8EF086}">
      <p15:sldGuideLst xmlns:p15="http://schemas.microsoft.com/office/powerpoint/2012/main">
        <p15:guide id="12" pos="168">
          <p15:clr>
            <a:srgbClr val="FBAE40"/>
          </p15:clr>
        </p15:guide>
        <p15:guide id="15" pos="6139">
          <p15:clr>
            <a:srgbClr val="FBAE40"/>
          </p15:clr>
        </p15:guide>
        <p15:guide id="18" orient="horz" pos="3265">
          <p15:clr>
            <a:srgbClr val="FBAE40"/>
          </p15:clr>
        </p15:guide>
        <p15:guide id="23" orient="horz" pos="884">
          <p15:clr>
            <a:srgbClr val="FBAE40"/>
          </p15:clr>
        </p15:guide>
        <p15:guide id="24" orient="horz" pos="1558">
          <p15:clr>
            <a:srgbClr val="FBAE40"/>
          </p15:clr>
        </p15:guide>
        <p15:guide id="25" orient="horz" pos="149">
          <p15:clr>
            <a:srgbClr val="FBAE40"/>
          </p15:clr>
        </p15:guide>
        <p15:guide id="26" orient="horz" pos="82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1_Title image ">
    <p:bg>
      <p:bgPr>
        <a:solidFill>
          <a:schemeClr val="bg1"/>
        </a:solidFill>
        <a:effectLst/>
      </p:bgPr>
    </p:bg>
    <p:spTree>
      <p:nvGrpSpPr>
        <p:cNvPr id="1" name=""/>
        <p:cNvGrpSpPr/>
        <p:nvPr/>
      </p:nvGrpSpPr>
      <p:grpSpPr>
        <a:xfrm>
          <a:off x="0" y="0"/>
          <a:ext cx="0" cy="0"/>
          <a:chOff x="0" y="0"/>
          <a:chExt cx="0" cy="0"/>
        </a:xfrm>
      </p:grpSpPr>
      <p:pic>
        <p:nvPicPr>
          <p:cNvPr id="2" name="Logo">
            <a:extLst>
              <a:ext uri="{FF2B5EF4-FFF2-40B4-BE49-F238E27FC236}">
                <a16:creationId xmlns:a16="http://schemas.microsoft.com/office/drawing/2014/main" id="{88040321-5159-B1E3-A5D4-F3AB2088801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702038" y="5592014"/>
            <a:ext cx="1009142" cy="405130"/>
          </a:xfrm>
          <a:prstGeom prst="rect">
            <a:avLst/>
          </a:prstGeom>
        </p:spPr>
      </p:pic>
      <p:sp>
        <p:nvSpPr>
          <p:cNvPr id="5" name="Bildplatzhalter 4">
            <a:extLst>
              <a:ext uri="{FF2B5EF4-FFF2-40B4-BE49-F238E27FC236}">
                <a16:creationId xmlns:a16="http://schemas.microsoft.com/office/drawing/2014/main" id="{C07D8637-53DC-E110-5837-5249EC2B8527}"/>
              </a:ext>
            </a:extLst>
          </p:cNvPr>
          <p:cNvSpPr>
            <a:spLocks noGrp="1"/>
          </p:cNvSpPr>
          <p:nvPr>
            <p:ph type="pic" sz="quarter" idx="2" hasCustomPrompt="1"/>
          </p:nvPr>
        </p:nvSpPr>
        <p:spPr>
          <a:xfrm>
            <a:off x="-1" y="349201"/>
            <a:ext cx="10969626" cy="5821413"/>
          </a:xfrm>
          <a:custGeom>
            <a:avLst/>
            <a:gdLst>
              <a:gd name="connsiteX0" fmla="*/ 1 w 10969626"/>
              <a:gd name="connsiteY0" fmla="*/ 5821200 h 5821413"/>
              <a:gd name="connsiteX1" fmla="*/ 2 w 10969626"/>
              <a:gd name="connsiteY1" fmla="*/ 5821200 h 5821413"/>
              <a:gd name="connsiteX2" fmla="*/ 2 w 10969626"/>
              <a:gd name="connsiteY2" fmla="*/ 5821412 h 5821413"/>
              <a:gd name="connsiteX3" fmla="*/ 10969626 w 10969626"/>
              <a:gd name="connsiteY3" fmla="*/ 5821412 h 5821413"/>
              <a:gd name="connsiteX4" fmla="*/ 10969626 w 10969626"/>
              <a:gd name="connsiteY4" fmla="*/ 5821413 h 5821413"/>
              <a:gd name="connsiteX5" fmla="*/ 1 w 10969626"/>
              <a:gd name="connsiteY5" fmla="*/ 5821413 h 5821413"/>
              <a:gd name="connsiteX6" fmla="*/ 10969625 w 10969626"/>
              <a:gd name="connsiteY6" fmla="*/ 0 h 5821413"/>
              <a:gd name="connsiteX7" fmla="*/ 10969625 w 10969626"/>
              <a:gd name="connsiteY7" fmla="*/ 4903412 h 5821413"/>
              <a:gd name="connsiteX8" fmla="*/ 2 w 10969626"/>
              <a:gd name="connsiteY8" fmla="*/ 5472212 h 5821413"/>
              <a:gd name="connsiteX9" fmla="*/ 2 w 10969626"/>
              <a:gd name="connsiteY9" fmla="*/ 5472213 h 5821413"/>
              <a:gd name="connsiteX10" fmla="*/ 1 w 10969626"/>
              <a:gd name="connsiteY10" fmla="*/ 5472213 h 5821413"/>
              <a:gd name="connsiteX11" fmla="*/ 1 w 10969626"/>
              <a:gd name="connsiteY11" fmla="*/ 5821200 h 5821413"/>
              <a:gd name="connsiteX12" fmla="*/ 0 w 10969626"/>
              <a:gd name="connsiteY12" fmla="*/ 5821200 h 5821413"/>
              <a:gd name="connsiteX13" fmla="*/ 0 w 10969626"/>
              <a:gd name="connsiteY13" fmla="*/ 568800 h 5821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969626" h="5821413">
                <a:moveTo>
                  <a:pt x="1" y="5821200"/>
                </a:moveTo>
                <a:lnTo>
                  <a:pt x="2" y="5821200"/>
                </a:lnTo>
                <a:lnTo>
                  <a:pt x="2" y="5821412"/>
                </a:lnTo>
                <a:lnTo>
                  <a:pt x="10969626" y="5821412"/>
                </a:lnTo>
                <a:lnTo>
                  <a:pt x="10969626" y="5821413"/>
                </a:lnTo>
                <a:lnTo>
                  <a:pt x="1" y="5821413"/>
                </a:lnTo>
                <a:close/>
                <a:moveTo>
                  <a:pt x="10969625" y="0"/>
                </a:moveTo>
                <a:lnTo>
                  <a:pt x="10969625" y="4903412"/>
                </a:lnTo>
                <a:lnTo>
                  <a:pt x="2" y="5472212"/>
                </a:lnTo>
                <a:lnTo>
                  <a:pt x="2" y="5472213"/>
                </a:lnTo>
                <a:lnTo>
                  <a:pt x="1" y="5472213"/>
                </a:lnTo>
                <a:lnTo>
                  <a:pt x="1" y="5821200"/>
                </a:lnTo>
                <a:lnTo>
                  <a:pt x="0" y="5821200"/>
                </a:lnTo>
                <a:lnTo>
                  <a:pt x="0" y="568800"/>
                </a:lnTo>
                <a:close/>
              </a:path>
            </a:pathLst>
          </a:custGeom>
          <a:solidFill>
            <a:srgbClr val="FFE6E7"/>
          </a:solidFill>
        </p:spPr>
        <p:txBody>
          <a:bodyPr wrap="square" anchor="ctr">
            <a:noAutofit/>
          </a:bodyPr>
          <a:lstStyle>
            <a:lvl1pPr marL="0" indent="0" algn="ctr">
              <a:lnSpc>
                <a:spcPct val="550000"/>
              </a:lnSpc>
              <a:spcBef>
                <a:spcPts val="0"/>
              </a:spcBef>
              <a:buNone/>
              <a:defRPr sz="1200"/>
            </a:lvl1pPr>
          </a:lstStyle>
          <a:p>
            <a:r>
              <a:rPr lang="en-US"/>
              <a:t>Add Picture</a:t>
            </a:r>
          </a:p>
        </p:txBody>
      </p:sp>
      <p:sp>
        <p:nvSpPr>
          <p:cNvPr id="6" name="Subtitle 2">
            <a:extLst>
              <a:ext uri="{FF2B5EF4-FFF2-40B4-BE49-F238E27FC236}">
                <a16:creationId xmlns:a16="http://schemas.microsoft.com/office/drawing/2014/main" id="{0D84C58A-C176-47E5-9BFB-4C39A331C533}"/>
              </a:ext>
            </a:extLst>
          </p:cNvPr>
          <p:cNvSpPr>
            <a:spLocks noGrp="1"/>
          </p:cNvSpPr>
          <p:nvPr userDrawn="1">
            <p:ph type="subTitle" idx="1" hasCustomPrompt="1"/>
          </p:nvPr>
        </p:nvSpPr>
        <p:spPr>
          <a:xfrm>
            <a:off x="0" y="1443656"/>
            <a:ext cx="5159767" cy="1093374"/>
          </a:xfrm>
          <a:solidFill>
            <a:schemeClr val="accent2"/>
          </a:solidFill>
        </p:spPr>
        <p:txBody>
          <a:bodyPr wrap="none" lIns="273600" tIns="208800" rIns="273600" bIns="61200">
            <a:spAutoFit/>
          </a:bodyPr>
          <a:lstStyle>
            <a:lvl1pPr marL="0" indent="0" algn="l">
              <a:lnSpc>
                <a:spcPts val="6400"/>
              </a:lnSpc>
              <a:spcBef>
                <a:spcPts val="0"/>
              </a:spcBef>
              <a:buNone/>
              <a:defRPr sz="6000" b="1">
                <a:solidFill>
                  <a:schemeClr val="accent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1"/>
              <a:t>Please enter content</a:t>
            </a:r>
          </a:p>
        </p:txBody>
      </p:sp>
      <p:sp>
        <p:nvSpPr>
          <p:cNvPr id="8" name="Title 1">
            <a:extLst>
              <a:ext uri="{FF2B5EF4-FFF2-40B4-BE49-F238E27FC236}">
                <a16:creationId xmlns:a16="http://schemas.microsoft.com/office/drawing/2014/main" id="{7FD8C3B7-D4C2-49FB-A234-B9EF65EF0E25}"/>
              </a:ext>
            </a:extLst>
          </p:cNvPr>
          <p:cNvSpPr>
            <a:spLocks noGrp="1"/>
          </p:cNvSpPr>
          <p:nvPr userDrawn="1">
            <p:ph type="ctrTitle" hasCustomPrompt="1"/>
          </p:nvPr>
        </p:nvSpPr>
        <p:spPr>
          <a:xfrm>
            <a:off x="1090800" y="259199"/>
            <a:ext cx="8103650" cy="1093374"/>
          </a:xfrm>
          <a:solidFill>
            <a:schemeClr val="accent2"/>
          </a:solidFill>
          <a:ln w="0">
            <a:noFill/>
          </a:ln>
          <a:effectLst/>
        </p:spPr>
        <p:txBody>
          <a:bodyPr wrap="none" lIns="273600" tIns="208800" rIns="273600" bIns="61200" anchor="t" anchorCtr="0">
            <a:spAutoFit/>
          </a:bodyPr>
          <a:lstStyle>
            <a:lvl1pPr algn="l">
              <a:lnSpc>
                <a:spcPts val="6400"/>
              </a:lnSpc>
              <a:defRPr sz="6000" b="1" i="0" cap="none" baseline="0">
                <a:solidFill>
                  <a:schemeClr val="accent1"/>
                </a:solidFill>
                <a:latin typeface="+mj-lt"/>
              </a:defRPr>
            </a:lvl1pPr>
          </a:lstStyle>
          <a:p>
            <a:r>
              <a:rPr lang="en-US" noProof="1"/>
              <a:t>Add Presentation Title</a:t>
            </a:r>
          </a:p>
        </p:txBody>
      </p:sp>
      <p:sp>
        <p:nvSpPr>
          <p:cNvPr id="3" name="Slide Number Placeholder 2">
            <a:extLst>
              <a:ext uri="{FF2B5EF4-FFF2-40B4-BE49-F238E27FC236}">
                <a16:creationId xmlns:a16="http://schemas.microsoft.com/office/drawing/2014/main" id="{5A047D35-1E20-C15C-5C39-3A0C457D4316}"/>
              </a:ext>
            </a:extLst>
          </p:cNvPr>
          <p:cNvSpPr>
            <a:spLocks noGrp="1"/>
          </p:cNvSpPr>
          <p:nvPr>
            <p:ph type="sldNum" sz="quarter" idx="12"/>
          </p:nvPr>
        </p:nvSpPr>
        <p:spPr/>
        <p:txBody>
          <a:bodyPr/>
          <a:lstStyle/>
          <a:p>
            <a:fld id="{4898AEC0-503E-4FA4-859C-D0F72D6E3F79}" type="slidenum">
              <a:rPr lang="en-US" noProof="1" smtClean="0"/>
              <a:pPr/>
              <a:t>‹#›</a:t>
            </a:fld>
            <a:endParaRPr lang="en-US" noProof="1"/>
          </a:p>
        </p:txBody>
      </p:sp>
    </p:spTree>
    <p:extLst>
      <p:ext uri="{BB962C8B-B14F-4D97-AF65-F5344CB8AC3E}">
        <p14:creationId xmlns:p14="http://schemas.microsoft.com/office/powerpoint/2010/main" val="4117850644"/>
      </p:ext>
    </p:extLst>
  </p:cSld>
  <p:clrMapOvr>
    <a:masterClrMapping/>
  </p:clrMapOvr>
  <p:extLst>
    <p:ext uri="{DCECCB84-F9BA-43D5-87BE-67443E8EF086}">
      <p15:sldGuideLst xmlns:p15="http://schemas.microsoft.com/office/powerpoint/2012/main">
        <p15:guide id="12" pos="168">
          <p15:clr>
            <a:srgbClr val="FBAE40"/>
          </p15:clr>
        </p15:guide>
        <p15:guide id="15" pos="6744">
          <p15:clr>
            <a:srgbClr val="FBAE40"/>
          </p15:clr>
        </p15:guide>
        <p15:guide id="18" orient="horz" pos="3436">
          <p15:clr>
            <a:srgbClr val="FBAE40"/>
          </p15:clr>
        </p15:guide>
        <p15:guide id="23" orient="horz" pos="854">
          <p15:clr>
            <a:srgbClr val="FBAE40"/>
          </p15:clr>
        </p15:guide>
        <p15:guide id="24" orient="horz" pos="1599">
          <p15:clr>
            <a:srgbClr val="FBAE40"/>
          </p15:clr>
        </p15:guide>
        <p15:guide id="25" orient="horz" pos="159">
          <p15:clr>
            <a:srgbClr val="FBAE40"/>
          </p15:clr>
        </p15:guide>
        <p15:guide id="26" orient="horz" pos="908">
          <p15:clr>
            <a:srgbClr val="FBAE40"/>
          </p15:clr>
        </p15:guide>
        <p15:guide id="27">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1_1 content dark ">
    <p:spTree>
      <p:nvGrpSpPr>
        <p:cNvPr id="1" name=""/>
        <p:cNvGrpSpPr/>
        <p:nvPr/>
      </p:nvGrpSpPr>
      <p:grpSpPr>
        <a:xfrm>
          <a:off x="0" y="0"/>
          <a:ext cx="0" cy="0"/>
          <a:chOff x="0" y="0"/>
          <a:chExt cx="0" cy="0"/>
        </a:xfrm>
      </p:grpSpPr>
      <p:sp>
        <p:nvSpPr>
          <p:cNvPr id="2" name="BackgroundPicture2">
            <a:extLst>
              <a:ext uri="{FF2B5EF4-FFF2-40B4-BE49-F238E27FC236}">
                <a16:creationId xmlns:a16="http://schemas.microsoft.com/office/drawing/2014/main" id="{D2B671C2-F892-7D86-47F6-297924D45BA0}"/>
              </a:ext>
            </a:extLst>
          </p:cNvPr>
          <p:cNvSpPr/>
          <p:nvPr userDrawn="1"/>
        </p:nvSpPr>
        <p:spPr>
          <a:xfrm rot="10800000">
            <a:off x="0" y="5252612"/>
            <a:ext cx="10969626" cy="918001"/>
          </a:xfrm>
          <a:custGeom>
            <a:avLst/>
            <a:gdLst/>
            <a:ahLst/>
            <a:cxnLst/>
            <a:rect l="0" t="0" r="0" b="0"/>
            <a:pathLst>
              <a:path w="10969626" h="918001">
                <a:moveTo>
                  <a:pt x="0" y="0"/>
                </a:moveTo>
                <a:lnTo>
                  <a:pt x="10969625" y="0"/>
                </a:lnTo>
                <a:lnTo>
                  <a:pt x="10969625" y="349200"/>
                </a:lnTo>
                <a:lnTo>
                  <a:pt x="0" y="91800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close/>
              </a:path>
            </a:pathLst>
          </a:custGeom>
          <a:solidFill>
            <a:schemeClr val="accent1"/>
          </a:solidFill>
          <a:ln w="9525" cap="flat" cmpd="sng" algn="ctr">
            <a:no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tabLst/>
            </a:pPr>
            <a:endParaRPr kumimoji="0" lang="en-US" sz="1800" b="0" i="0" u="none" strike="noStrike" kern="0" cap="none" spc="0" normalizeH="0" baseline="0" noProof="0" dirty="0">
              <a:ln>
                <a:noFill/>
              </a:ln>
              <a:solidFill>
                <a:srgbClr val="000000"/>
              </a:solidFill>
              <a:effectLst/>
              <a:uLnTx/>
              <a:uFillTx/>
              <a:latin typeface="Bosch Office Sans"/>
              <a:ea typeface="+mn-ea"/>
              <a:cs typeface="+mn-cs"/>
            </a:endParaRPr>
          </a:p>
        </p:txBody>
      </p:sp>
      <p:pic>
        <p:nvPicPr>
          <p:cNvPr id="4" name="Logo">
            <a:extLst>
              <a:ext uri="{FF2B5EF4-FFF2-40B4-BE49-F238E27FC236}">
                <a16:creationId xmlns:a16="http://schemas.microsoft.com/office/drawing/2014/main" id="{E226CA20-F6D6-2E36-A0A8-19247210411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7917" b="40255"/>
          <a:stretch/>
        </p:blipFill>
        <p:spPr>
          <a:xfrm>
            <a:off x="9703435" y="5581387"/>
            <a:ext cx="1104740" cy="438441"/>
          </a:xfrm>
          <a:prstGeom prst="rect">
            <a:avLst/>
          </a:prstGeom>
        </p:spPr>
      </p:pic>
      <p:sp>
        <p:nvSpPr>
          <p:cNvPr id="7" name="Footer">
            <a:extLst>
              <a:ext uri="{FF2B5EF4-FFF2-40B4-BE49-F238E27FC236}">
                <a16:creationId xmlns:a16="http://schemas.microsoft.com/office/drawing/2014/main" id="{C7059B8D-6CE9-AFC3-4791-373D5B9A5384}"/>
              </a:ext>
            </a:extLst>
          </p:cNvPr>
          <p:cNvSpPr txBox="1"/>
          <p:nvPr userDrawn="1"/>
        </p:nvSpPr>
        <p:spPr>
          <a:xfrm>
            <a:off x="593090" y="5935261"/>
            <a:ext cx="8850948" cy="122116"/>
          </a:xfrm>
          <a:prstGeom prst="rect">
            <a:avLst/>
          </a:prstGeom>
          <a:noFill/>
        </p:spPr>
        <p:txBody>
          <a:bodyPr wrap="square" lIns="0" tIns="0" rIns="0" bIns="0" rtlCol="0">
            <a:noAutofit/>
          </a:bodyPr>
          <a:lstStyle/>
          <a:p>
            <a:pPr marL="0" marR="0" lvl="0" indent="0" algn="l" defTabSz="914400" rtl="0" eaLnBrk="1" fontAlgn="auto" latinLnBrk="0" hangingPunct="1">
              <a:lnSpc>
                <a:spcPct val="107000"/>
              </a:lnSpc>
              <a:spcBef>
                <a:spcPts val="0"/>
              </a:spcBef>
              <a:spcAft>
                <a:spcPts val="100"/>
              </a:spcAft>
              <a:buClrTx/>
              <a:buSzTx/>
              <a:buFontTx/>
              <a:buNone/>
              <a:tabLst/>
              <a:defRPr/>
            </a:pPr>
            <a:r>
              <a:rPr lang="en-US" sz="600" kern="0" baseline="0" noProof="1">
                <a:solidFill>
                  <a:srgbClr val="A3BAC8"/>
                </a:solidFill>
                <a:latin typeface="+mn-lt"/>
              </a:rPr>
              <a:t>DC-AT/ESP1 | 08/05/2023 | © Bosch Rexroth AG 2023. All rights reserved, also regarding any disposal, exploitation, reproduction, editing, distribution, as well as in the event of applications for industrial property rights.</a:t>
            </a:r>
          </a:p>
          <a:p>
            <a:pPr marL="0" marR="0" lvl="0" indent="0" algn="l" defTabSz="914400" rtl="0" eaLnBrk="1" fontAlgn="auto" latinLnBrk="0" hangingPunct="1">
              <a:lnSpc>
                <a:spcPct val="107000"/>
              </a:lnSpc>
              <a:spcBef>
                <a:spcPts val="0"/>
              </a:spcBef>
              <a:spcAft>
                <a:spcPts val="100"/>
              </a:spcAft>
              <a:buClrTx/>
              <a:buSzTx/>
              <a:buFontTx/>
              <a:buNone/>
              <a:tabLst/>
              <a:defRPr/>
            </a:pPr>
            <a:endParaRPr lang="en-US" sz="600" kern="0" baseline="0" noProof="1">
              <a:solidFill>
                <a:schemeClr val="accent1"/>
              </a:solidFill>
              <a:latin typeface="+mn-lt"/>
            </a:endParaRPr>
          </a:p>
          <a:p>
            <a:pPr marR="0" defTabSz="914400" eaLnBrk="1" fontAlgn="auto" latinLnBrk="0" hangingPunct="1">
              <a:lnSpc>
                <a:spcPct val="107000"/>
              </a:lnSpc>
              <a:spcBef>
                <a:spcPts val="0"/>
              </a:spcBef>
              <a:spcAft>
                <a:spcPts val="100"/>
              </a:spcAft>
              <a:buClrTx/>
              <a:buSzTx/>
              <a:buFontTx/>
              <a:buNone/>
              <a:tabLst/>
            </a:pPr>
            <a:endParaRPr kumimoji="0" lang="en-US" sz="600" b="0" i="0" u="none" strike="noStrike" kern="0" cap="none" spc="0" normalizeH="0" baseline="0" noProof="1">
              <a:ln>
                <a:noFill/>
              </a:ln>
              <a:solidFill>
                <a:srgbClr val="000000"/>
              </a:solidFill>
              <a:effectLst/>
              <a:uLnTx/>
              <a:uFillTx/>
              <a:latin typeface="+mn-lt"/>
            </a:endParaRPr>
          </a:p>
        </p:txBody>
      </p:sp>
      <p:sp>
        <p:nvSpPr>
          <p:cNvPr id="3" name="Chapter_titleonly">
            <a:extLst>
              <a:ext uri="{FF2B5EF4-FFF2-40B4-BE49-F238E27FC236}">
                <a16:creationId xmlns:a16="http://schemas.microsoft.com/office/drawing/2014/main" id="{BE09DEEA-7110-245B-5AD2-75A29B3BA8EA}"/>
              </a:ext>
            </a:extLst>
          </p:cNvPr>
          <p:cNvSpPr>
            <a:spLocks noGrp="1"/>
          </p:cNvSpPr>
          <p:nvPr>
            <p:ph type="body" idx="15" hasCustomPrompt="1"/>
          </p:nvPr>
        </p:nvSpPr>
        <p:spPr>
          <a:xfrm>
            <a:off x="259080" y="259200"/>
            <a:ext cx="10452100" cy="388800"/>
          </a:xfrm>
        </p:spPr>
        <p:txBody>
          <a:bodyPr vert="horz" lIns="0" tIns="0" rIns="0" bIns="0" rtlCol="0">
            <a:noAutofit/>
          </a:bodyPr>
          <a:lstStyle>
            <a:lvl1pPr>
              <a:lnSpc>
                <a:spcPct val="89000"/>
              </a:lnSpc>
              <a:buNone/>
              <a:defRPr lang="de-DE" sz="2400" b="1" kern="0" baseline="0">
                <a:solidFill>
                  <a:srgbClr val="00B9E5"/>
                </a:solidFill>
                <a:latin typeface="+mj-lt"/>
                <a:ea typeface="+mn-ea"/>
                <a:cs typeface="+mn-cs"/>
              </a:defRPr>
            </a:lvl1pPr>
          </a:lstStyle>
          <a:p>
            <a:pPr marL="0" lvl="0" indent="0">
              <a:spcBef>
                <a:spcPts val="0"/>
              </a:spcBef>
              <a:buFont typeface="Wingdings 3" panose="05040102010807070707" pitchFamily="18" charset="2"/>
            </a:pPr>
            <a:r>
              <a:rPr lang="en-US" noProof="1"/>
              <a:t>Add Chapter Title</a:t>
            </a:r>
          </a:p>
        </p:txBody>
      </p:sp>
      <p:sp>
        <p:nvSpPr>
          <p:cNvPr id="15" name="slide_title">
            <a:extLst>
              <a:ext uri="{FF2B5EF4-FFF2-40B4-BE49-F238E27FC236}">
                <a16:creationId xmlns:a16="http://schemas.microsoft.com/office/drawing/2014/main" id="{C0A6F091-52AD-4C0A-8D32-80EE860A9980}"/>
              </a:ext>
            </a:extLst>
          </p:cNvPr>
          <p:cNvSpPr>
            <a:spLocks noGrp="1"/>
          </p:cNvSpPr>
          <p:nvPr>
            <p:ph type="title" sz="quarter" hasCustomPrompt="1"/>
          </p:nvPr>
        </p:nvSpPr>
        <p:spPr>
          <a:xfrm>
            <a:off x="259080" y="648000"/>
            <a:ext cx="10452100" cy="388800"/>
          </a:xfrm>
        </p:spPr>
        <p:txBody>
          <a:bodyPr/>
          <a:lstStyle>
            <a:lvl1pPr>
              <a:defRPr>
                <a:solidFill>
                  <a:srgbClr val="00B9E5"/>
                </a:solidFill>
              </a:defRPr>
            </a:lvl1pPr>
          </a:lstStyle>
          <a:p>
            <a:r>
              <a:rPr lang="en-US" noProof="1"/>
              <a:t>Add Slide Title</a:t>
            </a:r>
          </a:p>
        </p:txBody>
      </p:sp>
      <p:sp>
        <p:nvSpPr>
          <p:cNvPr id="5" name="Content Placeholder 1">
            <a:extLst>
              <a:ext uri="{FF2B5EF4-FFF2-40B4-BE49-F238E27FC236}">
                <a16:creationId xmlns:a16="http://schemas.microsoft.com/office/drawing/2014/main" id="{4D46C5CB-CB38-4AD2-99D2-34C738DF30C0}"/>
              </a:ext>
            </a:extLst>
          </p:cNvPr>
          <p:cNvSpPr>
            <a:spLocks noGrp="1"/>
          </p:cNvSpPr>
          <p:nvPr>
            <p:ph sz="quarter" idx="1" hasCustomPrompt="1"/>
          </p:nvPr>
        </p:nvSpPr>
        <p:spPr>
          <a:xfrm>
            <a:off x="259080" y="1295400"/>
            <a:ext cx="10452100" cy="416814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0" name="Rectangle7">
            <a:extLst>
              <a:ext uri="{FF2B5EF4-FFF2-40B4-BE49-F238E27FC236}">
                <a16:creationId xmlns:a16="http://schemas.microsoft.com/office/drawing/2014/main" id="{8883D326-CEAD-4903-8269-B2D194C3C224}"/>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
        <p:nvSpPr>
          <p:cNvPr id="6" name="Slide Number Placeholder 5"/>
          <p:cNvSpPr>
            <a:spLocks noGrp="1"/>
          </p:cNvSpPr>
          <p:nvPr>
            <p:ph type="sldNum" sz="quarter" idx="12"/>
          </p:nvPr>
        </p:nvSpPr>
        <p:spPr>
          <a:xfrm>
            <a:off x="266699" y="5923478"/>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Tree>
    <p:extLst>
      <p:ext uri="{BB962C8B-B14F-4D97-AF65-F5344CB8AC3E}">
        <p14:creationId xmlns:p14="http://schemas.microsoft.com/office/powerpoint/2010/main" val="251428919"/>
      </p:ext>
    </p:extLst>
  </p:cSld>
  <p:clrMapOvr>
    <a:masterClrMapping/>
  </p:clrMapOvr>
  <p:extLst>
    <p:ext uri="{DCECCB84-F9BA-43D5-87BE-67443E8EF086}">
      <p15:sldGuideLst xmlns:p15="http://schemas.microsoft.com/office/powerpoint/2012/main">
        <p15:guide id="0" pos="163">
          <p15:clr>
            <a:srgbClr val="FBAE40"/>
          </p15:clr>
        </p15:guide>
        <p15:guide id="1" pos="6747">
          <p15:clr>
            <a:srgbClr val="FBAE40"/>
          </p15:clr>
        </p15:guide>
        <p15:guide id="10" orient="horz" pos="163">
          <p15:clr>
            <a:srgbClr val="FBAE40"/>
          </p15:clr>
        </p15:guide>
        <p15:guide id="11" orient="horz" pos="408">
          <p15:clr>
            <a:srgbClr val="FBAE40"/>
          </p15:clr>
        </p15:guide>
        <p15:guide id="15" orient="horz" pos="652">
          <p15:clr>
            <a:srgbClr val="FBAE40"/>
          </p15:clr>
        </p15:guide>
        <p15:guide id="16" orient="horz" pos="816">
          <p15:clr>
            <a:srgbClr val="FBAE40"/>
          </p15:clr>
        </p15:guide>
        <p15:guide id="17" orient="horz" pos="344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1 content light ">
    <p:spTree>
      <p:nvGrpSpPr>
        <p:cNvPr id="1" name=""/>
        <p:cNvGrpSpPr/>
        <p:nvPr/>
      </p:nvGrpSpPr>
      <p:grpSpPr>
        <a:xfrm>
          <a:off x="0" y="0"/>
          <a:ext cx="0" cy="0"/>
          <a:chOff x="0" y="0"/>
          <a:chExt cx="0" cy="0"/>
        </a:xfrm>
      </p:grpSpPr>
      <p:sp>
        <p:nvSpPr>
          <p:cNvPr id="3" name="Chapter_titleonly">
            <a:extLst>
              <a:ext uri="{FF2B5EF4-FFF2-40B4-BE49-F238E27FC236}">
                <a16:creationId xmlns:a16="http://schemas.microsoft.com/office/drawing/2014/main" id="{BE09DEEA-7110-245B-5AD2-75A29B3BA8EA}"/>
              </a:ext>
            </a:extLst>
          </p:cNvPr>
          <p:cNvSpPr>
            <a:spLocks noGrp="1"/>
          </p:cNvSpPr>
          <p:nvPr>
            <p:ph type="body" idx="15" hasCustomPrompt="1"/>
          </p:nvPr>
        </p:nvSpPr>
        <p:spPr>
          <a:xfrm>
            <a:off x="259080" y="259200"/>
            <a:ext cx="10452100" cy="388800"/>
          </a:xfrm>
        </p:spPr>
        <p:txBody>
          <a:bodyPr vert="horz" lIns="0" tIns="0" rIns="0" bIns="0" rtlCol="0">
            <a:noAutofit/>
          </a:bodyPr>
          <a:lstStyle>
            <a:lvl1pPr>
              <a:lnSpc>
                <a:spcPct val="89000"/>
              </a:lnSpc>
              <a:buNone/>
              <a:defRPr lang="de-DE" sz="2400" b="1" kern="0" baseline="0">
                <a:solidFill>
                  <a:srgbClr val="00B9E5"/>
                </a:solidFill>
                <a:latin typeface="+mj-lt"/>
                <a:ea typeface="+mn-ea"/>
                <a:cs typeface="+mn-cs"/>
              </a:defRPr>
            </a:lvl1pPr>
          </a:lstStyle>
          <a:p>
            <a:pPr marL="0" lvl="0" indent="0">
              <a:spcBef>
                <a:spcPts val="0"/>
              </a:spcBef>
              <a:buFont typeface="Wingdings 3" panose="05040102010807070707" pitchFamily="18" charset="2"/>
            </a:pPr>
            <a:r>
              <a:rPr lang="en-US" noProof="1"/>
              <a:t>Add Chapter Title</a:t>
            </a:r>
          </a:p>
        </p:txBody>
      </p:sp>
      <p:sp>
        <p:nvSpPr>
          <p:cNvPr id="15" name="slide_title">
            <a:extLst>
              <a:ext uri="{FF2B5EF4-FFF2-40B4-BE49-F238E27FC236}">
                <a16:creationId xmlns:a16="http://schemas.microsoft.com/office/drawing/2014/main" id="{C0A6F091-52AD-4C0A-8D32-80EE860A9980}"/>
              </a:ext>
            </a:extLst>
          </p:cNvPr>
          <p:cNvSpPr>
            <a:spLocks noGrp="1"/>
          </p:cNvSpPr>
          <p:nvPr>
            <p:ph type="title" sz="quarter" hasCustomPrompt="1"/>
          </p:nvPr>
        </p:nvSpPr>
        <p:spPr>
          <a:xfrm>
            <a:off x="259080" y="648000"/>
            <a:ext cx="10452100" cy="388800"/>
          </a:xfrm>
        </p:spPr>
        <p:txBody>
          <a:bodyPr/>
          <a:lstStyle>
            <a:lvl1pPr>
              <a:defRPr>
                <a:solidFill>
                  <a:srgbClr val="00B9E5"/>
                </a:solidFill>
              </a:defRPr>
            </a:lvl1pPr>
          </a:lstStyle>
          <a:p>
            <a:r>
              <a:rPr lang="en-US" noProof="1"/>
              <a:t>Add Slide Title</a:t>
            </a:r>
          </a:p>
        </p:txBody>
      </p:sp>
      <p:sp>
        <p:nvSpPr>
          <p:cNvPr id="5" name="Content Placeholder 1">
            <a:extLst>
              <a:ext uri="{FF2B5EF4-FFF2-40B4-BE49-F238E27FC236}">
                <a16:creationId xmlns:a16="http://schemas.microsoft.com/office/drawing/2014/main" id="{4D46C5CB-CB38-4AD2-99D2-34C738DF30C0}"/>
              </a:ext>
            </a:extLst>
          </p:cNvPr>
          <p:cNvSpPr>
            <a:spLocks noGrp="1"/>
          </p:cNvSpPr>
          <p:nvPr>
            <p:ph sz="quarter" idx="1" hasCustomPrompt="1"/>
          </p:nvPr>
        </p:nvSpPr>
        <p:spPr>
          <a:xfrm>
            <a:off x="259080" y="1295400"/>
            <a:ext cx="10452100" cy="416814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6" name="Slide Number Placeholder 5"/>
          <p:cNvSpPr>
            <a:spLocks noGrp="1"/>
          </p:cNvSpPr>
          <p:nvPr>
            <p:ph type="sldNum" sz="quarter" idx="12"/>
          </p:nvPr>
        </p:nvSpPr>
        <p:spPr>
          <a:xfrm>
            <a:off x="266699" y="5923478"/>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
        <p:nvSpPr>
          <p:cNvPr id="10" name="Rectangle7">
            <a:extLst>
              <a:ext uri="{FF2B5EF4-FFF2-40B4-BE49-F238E27FC236}">
                <a16:creationId xmlns:a16="http://schemas.microsoft.com/office/drawing/2014/main" id="{8883D326-CEAD-4903-8269-B2D194C3C224}"/>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Tree>
    <p:extLst>
      <p:ext uri="{BB962C8B-B14F-4D97-AF65-F5344CB8AC3E}">
        <p14:creationId xmlns:p14="http://schemas.microsoft.com/office/powerpoint/2010/main" val="2074508448"/>
      </p:ext>
    </p:extLst>
  </p:cSld>
  <p:clrMapOvr>
    <a:masterClrMapping/>
  </p:clrMapOvr>
  <p:extLst>
    <p:ext uri="{DCECCB84-F9BA-43D5-87BE-67443E8EF086}">
      <p15:sldGuideLst xmlns:p15="http://schemas.microsoft.com/office/powerpoint/2012/main">
        <p15:guide id="0" pos="163">
          <p15:clr>
            <a:srgbClr val="FBAE40"/>
          </p15:clr>
        </p15:guide>
        <p15:guide id="1" pos="6747">
          <p15:clr>
            <a:srgbClr val="FBAE40"/>
          </p15:clr>
        </p15:guide>
        <p15:guide id="10" orient="horz" pos="163">
          <p15:clr>
            <a:srgbClr val="FBAE40"/>
          </p15:clr>
        </p15:guide>
        <p15:guide id="11" orient="horz" pos="408">
          <p15:clr>
            <a:srgbClr val="FBAE40"/>
          </p15:clr>
        </p15:guide>
        <p15:guide id="15" orient="horz" pos="652">
          <p15:clr>
            <a:srgbClr val="FBAE40"/>
          </p15:clr>
        </p15:guide>
        <p15:guide id="16" orient="horz" pos="816">
          <p15:clr>
            <a:srgbClr val="FBAE40"/>
          </p15:clr>
        </p15:guide>
        <p15:guide id="17" orient="horz" pos="344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_2 content dark ">
    <p:spTree>
      <p:nvGrpSpPr>
        <p:cNvPr id="1" name=""/>
        <p:cNvGrpSpPr/>
        <p:nvPr/>
      </p:nvGrpSpPr>
      <p:grpSpPr>
        <a:xfrm>
          <a:off x="0" y="0"/>
          <a:ext cx="0" cy="0"/>
          <a:chOff x="0" y="0"/>
          <a:chExt cx="0" cy="0"/>
        </a:xfrm>
      </p:grpSpPr>
      <p:sp>
        <p:nvSpPr>
          <p:cNvPr id="4" name="BackgroundPicture2">
            <a:extLst>
              <a:ext uri="{FF2B5EF4-FFF2-40B4-BE49-F238E27FC236}">
                <a16:creationId xmlns:a16="http://schemas.microsoft.com/office/drawing/2014/main" id="{1FC57609-6AFA-3304-8F7B-7BCD44E6CEB3}"/>
              </a:ext>
            </a:extLst>
          </p:cNvPr>
          <p:cNvSpPr/>
          <p:nvPr userDrawn="1"/>
        </p:nvSpPr>
        <p:spPr>
          <a:xfrm rot="10800000">
            <a:off x="0" y="5252612"/>
            <a:ext cx="10969626" cy="918001"/>
          </a:xfrm>
          <a:custGeom>
            <a:avLst/>
            <a:gdLst/>
            <a:ahLst/>
            <a:cxnLst/>
            <a:rect l="0" t="0" r="0" b="0"/>
            <a:pathLst>
              <a:path w="10969626" h="918001">
                <a:moveTo>
                  <a:pt x="0" y="0"/>
                </a:moveTo>
                <a:lnTo>
                  <a:pt x="10969625" y="0"/>
                </a:lnTo>
                <a:lnTo>
                  <a:pt x="10969625" y="349200"/>
                </a:lnTo>
                <a:lnTo>
                  <a:pt x="0" y="91800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close/>
              </a:path>
            </a:pathLst>
          </a:custGeom>
          <a:solidFill>
            <a:schemeClr val="accent1"/>
          </a:solidFill>
          <a:ln w="9525" cap="flat" cmpd="sng" algn="ctr">
            <a:no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tabLst/>
            </a:pPr>
            <a:endParaRPr kumimoji="0" lang="en-US" sz="1800" b="0" i="0" u="none" strike="noStrike" kern="0" cap="none" spc="0" normalizeH="0" baseline="0" noProof="0" dirty="0">
              <a:ln>
                <a:noFill/>
              </a:ln>
              <a:solidFill>
                <a:srgbClr val="000000"/>
              </a:solidFill>
              <a:effectLst/>
              <a:uLnTx/>
              <a:uFillTx/>
              <a:latin typeface="Bosch Office Sans"/>
              <a:ea typeface="+mn-ea"/>
              <a:cs typeface="+mn-cs"/>
            </a:endParaRPr>
          </a:p>
        </p:txBody>
      </p:sp>
      <p:pic>
        <p:nvPicPr>
          <p:cNvPr id="7" name="Logo">
            <a:extLst>
              <a:ext uri="{FF2B5EF4-FFF2-40B4-BE49-F238E27FC236}">
                <a16:creationId xmlns:a16="http://schemas.microsoft.com/office/drawing/2014/main" id="{DFF25F49-7BF4-12C2-56D2-72A9903FFEB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7917" b="40255"/>
          <a:stretch/>
        </p:blipFill>
        <p:spPr>
          <a:xfrm>
            <a:off x="9703435" y="5581387"/>
            <a:ext cx="1104740" cy="438441"/>
          </a:xfrm>
          <a:prstGeom prst="rect">
            <a:avLst/>
          </a:prstGeom>
        </p:spPr>
      </p:pic>
      <p:sp>
        <p:nvSpPr>
          <p:cNvPr id="8" name="Footer">
            <a:extLst>
              <a:ext uri="{FF2B5EF4-FFF2-40B4-BE49-F238E27FC236}">
                <a16:creationId xmlns:a16="http://schemas.microsoft.com/office/drawing/2014/main" id="{FCACF895-D46F-5D35-43CD-79C2AC5D53C1}"/>
              </a:ext>
            </a:extLst>
          </p:cNvPr>
          <p:cNvSpPr txBox="1"/>
          <p:nvPr userDrawn="1"/>
        </p:nvSpPr>
        <p:spPr>
          <a:xfrm>
            <a:off x="593090" y="5935261"/>
            <a:ext cx="8850948" cy="122116"/>
          </a:xfrm>
          <a:prstGeom prst="rect">
            <a:avLst/>
          </a:prstGeom>
          <a:noFill/>
        </p:spPr>
        <p:txBody>
          <a:bodyPr wrap="square" lIns="0" tIns="0" rIns="0" bIns="0" rtlCol="0">
            <a:noAutofit/>
          </a:bodyPr>
          <a:lstStyle/>
          <a:p>
            <a:pPr marL="0" marR="0" lvl="0" indent="0" algn="l" defTabSz="914400" rtl="0" eaLnBrk="1" fontAlgn="auto" latinLnBrk="0" hangingPunct="1">
              <a:lnSpc>
                <a:spcPct val="107000"/>
              </a:lnSpc>
              <a:spcBef>
                <a:spcPts val="0"/>
              </a:spcBef>
              <a:spcAft>
                <a:spcPts val="100"/>
              </a:spcAft>
              <a:buClrTx/>
              <a:buSzTx/>
              <a:buFontTx/>
              <a:buNone/>
              <a:tabLst/>
              <a:defRPr/>
            </a:pPr>
            <a:r>
              <a:rPr lang="en-US" sz="600" kern="0" baseline="0" noProof="1">
                <a:solidFill>
                  <a:srgbClr val="A3BAC8"/>
                </a:solidFill>
                <a:latin typeface="+mn-lt"/>
              </a:rPr>
              <a:t>DC-AT/ESP1 | 08/05/2023 | © Bosch Rexroth AG 2023. All rights reserved, also regarding any disposal, exploitation, reproduction, editing, distribution, as well as in the event of applications for industrial property rights.</a:t>
            </a:r>
          </a:p>
          <a:p>
            <a:pPr marL="0" marR="0" lvl="0" indent="0" algn="l" defTabSz="914400" rtl="0" eaLnBrk="1" fontAlgn="auto" latinLnBrk="0" hangingPunct="1">
              <a:lnSpc>
                <a:spcPct val="107000"/>
              </a:lnSpc>
              <a:spcBef>
                <a:spcPts val="0"/>
              </a:spcBef>
              <a:spcAft>
                <a:spcPts val="100"/>
              </a:spcAft>
              <a:buClrTx/>
              <a:buSzTx/>
              <a:buFontTx/>
              <a:buNone/>
              <a:tabLst/>
              <a:defRPr/>
            </a:pPr>
            <a:endParaRPr lang="en-US" sz="600" kern="0" baseline="0" noProof="1">
              <a:solidFill>
                <a:schemeClr val="accent1"/>
              </a:solidFill>
              <a:latin typeface="+mn-lt"/>
            </a:endParaRPr>
          </a:p>
          <a:p>
            <a:pPr marR="0" defTabSz="914400" eaLnBrk="1" fontAlgn="auto" latinLnBrk="0" hangingPunct="1">
              <a:lnSpc>
                <a:spcPct val="107000"/>
              </a:lnSpc>
              <a:spcBef>
                <a:spcPts val="0"/>
              </a:spcBef>
              <a:spcAft>
                <a:spcPts val="100"/>
              </a:spcAft>
              <a:buClrTx/>
              <a:buSzTx/>
              <a:buFontTx/>
              <a:buNone/>
              <a:tabLst/>
            </a:pPr>
            <a:endParaRPr kumimoji="0" lang="en-US" sz="600" b="0" i="0" u="none" strike="noStrike" kern="0" cap="none" spc="0" normalizeH="0" baseline="0" noProof="1">
              <a:ln>
                <a:noFill/>
              </a:ln>
              <a:solidFill>
                <a:srgbClr val="000000"/>
              </a:solidFill>
              <a:effectLst/>
              <a:uLnTx/>
              <a:uFillTx/>
              <a:latin typeface="+mn-lt"/>
            </a:endParaRPr>
          </a:p>
        </p:txBody>
      </p:sp>
      <p:sp>
        <p:nvSpPr>
          <p:cNvPr id="2" name="Chapter_titleonly">
            <a:extLst>
              <a:ext uri="{FF2B5EF4-FFF2-40B4-BE49-F238E27FC236}">
                <a16:creationId xmlns:a16="http://schemas.microsoft.com/office/drawing/2014/main" id="{ABC852AC-F4A3-94DE-3FB8-23477B54F942}"/>
              </a:ext>
            </a:extLst>
          </p:cNvPr>
          <p:cNvSpPr>
            <a:spLocks noGrp="1"/>
          </p:cNvSpPr>
          <p:nvPr>
            <p:ph type="body" idx="15" hasCustomPrompt="1"/>
          </p:nvPr>
        </p:nvSpPr>
        <p:spPr>
          <a:xfrm>
            <a:off x="259080" y="259200"/>
            <a:ext cx="10452100" cy="388800"/>
          </a:xfrm>
        </p:spPr>
        <p:txBody>
          <a:bodyPr vert="horz" lIns="0" tIns="0" rIns="0" bIns="0" rtlCol="0">
            <a:noAutofit/>
          </a:bodyPr>
          <a:lstStyle>
            <a:lvl1pPr>
              <a:lnSpc>
                <a:spcPct val="89000"/>
              </a:lnSpc>
              <a:buNone/>
              <a:defRPr lang="de-DE" sz="2400" b="1" kern="0" baseline="0">
                <a:solidFill>
                  <a:srgbClr val="00B9E5"/>
                </a:solidFill>
                <a:latin typeface="+mj-lt"/>
                <a:ea typeface="+mn-ea"/>
                <a:cs typeface="+mn-cs"/>
              </a:defRPr>
            </a:lvl1pPr>
          </a:lstStyle>
          <a:p>
            <a:pPr marL="0" lvl="0" indent="0">
              <a:spcBef>
                <a:spcPts val="0"/>
              </a:spcBef>
              <a:buFont typeface="Wingdings 3" panose="05040102010807070707" pitchFamily="18" charset="2"/>
            </a:pPr>
            <a:r>
              <a:rPr lang="en-US" noProof="1"/>
              <a:t>Add Chapter Title</a:t>
            </a:r>
          </a:p>
        </p:txBody>
      </p:sp>
      <p:sp>
        <p:nvSpPr>
          <p:cNvPr id="17" name="slide_title">
            <a:extLst>
              <a:ext uri="{FF2B5EF4-FFF2-40B4-BE49-F238E27FC236}">
                <a16:creationId xmlns:a16="http://schemas.microsoft.com/office/drawing/2014/main" id="{9F6D022B-DEE5-4AD2-8799-00321036FE87}"/>
              </a:ext>
            </a:extLst>
          </p:cNvPr>
          <p:cNvSpPr>
            <a:spLocks noGrp="1"/>
          </p:cNvSpPr>
          <p:nvPr>
            <p:ph type="title" sz="quarter" hasCustomPrompt="1"/>
          </p:nvPr>
        </p:nvSpPr>
        <p:spPr>
          <a:xfrm>
            <a:off x="259080" y="648000"/>
            <a:ext cx="10452100" cy="388800"/>
          </a:xfrm>
        </p:spPr>
        <p:txBody>
          <a:bodyPr/>
          <a:lstStyle>
            <a:lvl1pPr>
              <a:defRPr>
                <a:solidFill>
                  <a:srgbClr val="00B9E5"/>
                </a:solidFill>
              </a:defRPr>
            </a:lvl1pPr>
          </a:lstStyle>
          <a:p>
            <a:r>
              <a:rPr lang="en-US" noProof="1"/>
              <a:t>Add Slide Title</a:t>
            </a:r>
          </a:p>
        </p:txBody>
      </p:sp>
      <p:sp>
        <p:nvSpPr>
          <p:cNvPr id="5" name="Content Placeholder 1"/>
          <p:cNvSpPr>
            <a:spLocks noGrp="1"/>
          </p:cNvSpPr>
          <p:nvPr>
            <p:ph sz="half" idx="1" hasCustomPrompt="1"/>
          </p:nvPr>
        </p:nvSpPr>
        <p:spPr>
          <a:xfrm>
            <a:off x="259080" y="1295400"/>
            <a:ext cx="10452100" cy="201930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6" name="Content Placeholder 2"/>
          <p:cNvSpPr>
            <a:spLocks noGrp="1"/>
          </p:cNvSpPr>
          <p:nvPr>
            <p:ph sz="half" idx="2" hasCustomPrompt="1"/>
          </p:nvPr>
        </p:nvSpPr>
        <p:spPr>
          <a:xfrm>
            <a:off x="259080" y="3444240"/>
            <a:ext cx="10452100" cy="201930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3" name="Slide Number Placeholder 2"/>
          <p:cNvSpPr>
            <a:spLocks noGrp="1"/>
          </p:cNvSpPr>
          <p:nvPr>
            <p:ph type="sldNum" sz="quarter" idx="12"/>
          </p:nvPr>
        </p:nvSpPr>
        <p:spPr>
          <a:xfrm>
            <a:off x="266699" y="5923478"/>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
        <p:nvSpPr>
          <p:cNvPr id="12" name="Rectangle7">
            <a:extLst>
              <a:ext uri="{FF2B5EF4-FFF2-40B4-BE49-F238E27FC236}">
                <a16:creationId xmlns:a16="http://schemas.microsoft.com/office/drawing/2014/main" id="{2E7C0809-54C2-4B00-97B9-AEB55C54DF36}"/>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Tree>
    <p:extLst>
      <p:ext uri="{BB962C8B-B14F-4D97-AF65-F5344CB8AC3E}">
        <p14:creationId xmlns:p14="http://schemas.microsoft.com/office/powerpoint/2010/main" val="3873205305"/>
      </p:ext>
    </p:extLst>
  </p:cSld>
  <p:clrMapOvr>
    <a:masterClrMapping/>
  </p:clrMapOvr>
  <p:extLst>
    <p:ext uri="{DCECCB84-F9BA-43D5-87BE-67443E8EF086}">
      <p15:sldGuideLst xmlns:p15="http://schemas.microsoft.com/office/powerpoint/2012/main">
        <p15:guide id="0" pos="163">
          <p15:clr>
            <a:srgbClr val="FBAE40"/>
          </p15:clr>
        </p15:guide>
        <p15:guide id="1" pos="6747">
          <p15:clr>
            <a:srgbClr val="FBAE40"/>
          </p15:clr>
        </p15:guide>
        <p15:guide id="10" orient="horz" pos="163">
          <p15:clr>
            <a:srgbClr val="FBAE40"/>
          </p15:clr>
        </p15:guide>
        <p15:guide id="11" orient="horz" pos="408">
          <p15:clr>
            <a:srgbClr val="FBAE40"/>
          </p15:clr>
        </p15:guide>
        <p15:guide id="14" orient="horz" pos="816">
          <p15:clr>
            <a:srgbClr val="FBAE40"/>
          </p15:clr>
        </p15:guide>
        <p15:guide id="15" orient="horz" pos="2088">
          <p15:clr>
            <a:srgbClr val="FBAE40"/>
          </p15:clr>
        </p15:guide>
        <p15:guide id="16" orient="horz" pos="2169">
          <p15:clr>
            <a:srgbClr val="FBAE40"/>
          </p15:clr>
        </p15:guide>
        <p15:guide id="17" orient="horz" pos="3441">
          <p15:clr>
            <a:srgbClr val="FBAE40"/>
          </p15:clr>
        </p15:guide>
        <p15:guide id="19" orient="horz" pos="652">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2 content light ">
    <p:spTree>
      <p:nvGrpSpPr>
        <p:cNvPr id="1" name=""/>
        <p:cNvGrpSpPr/>
        <p:nvPr/>
      </p:nvGrpSpPr>
      <p:grpSpPr>
        <a:xfrm>
          <a:off x="0" y="0"/>
          <a:ext cx="0" cy="0"/>
          <a:chOff x="0" y="0"/>
          <a:chExt cx="0" cy="0"/>
        </a:xfrm>
      </p:grpSpPr>
      <p:sp>
        <p:nvSpPr>
          <p:cNvPr id="2" name="Chapter_titleonly">
            <a:extLst>
              <a:ext uri="{FF2B5EF4-FFF2-40B4-BE49-F238E27FC236}">
                <a16:creationId xmlns:a16="http://schemas.microsoft.com/office/drawing/2014/main" id="{ABC852AC-F4A3-94DE-3FB8-23477B54F942}"/>
              </a:ext>
            </a:extLst>
          </p:cNvPr>
          <p:cNvSpPr>
            <a:spLocks noGrp="1"/>
          </p:cNvSpPr>
          <p:nvPr>
            <p:ph type="body" idx="15" hasCustomPrompt="1"/>
          </p:nvPr>
        </p:nvSpPr>
        <p:spPr>
          <a:xfrm>
            <a:off x="259080" y="259200"/>
            <a:ext cx="10452100" cy="388800"/>
          </a:xfrm>
        </p:spPr>
        <p:txBody>
          <a:bodyPr vert="horz" lIns="0" tIns="0" rIns="0" bIns="0" rtlCol="0">
            <a:noAutofit/>
          </a:bodyPr>
          <a:lstStyle>
            <a:lvl1pPr>
              <a:lnSpc>
                <a:spcPct val="89000"/>
              </a:lnSpc>
              <a:buNone/>
              <a:defRPr lang="de-DE" sz="2400" b="1" kern="0" baseline="0">
                <a:solidFill>
                  <a:srgbClr val="00B9E5"/>
                </a:solidFill>
                <a:latin typeface="+mj-lt"/>
                <a:ea typeface="+mn-ea"/>
                <a:cs typeface="+mn-cs"/>
              </a:defRPr>
            </a:lvl1pPr>
          </a:lstStyle>
          <a:p>
            <a:pPr marL="0" lvl="0" indent="0">
              <a:spcBef>
                <a:spcPts val="0"/>
              </a:spcBef>
              <a:buFont typeface="Wingdings 3" panose="05040102010807070707" pitchFamily="18" charset="2"/>
            </a:pPr>
            <a:r>
              <a:rPr lang="en-US" noProof="1"/>
              <a:t>Add Chapter Title</a:t>
            </a:r>
          </a:p>
        </p:txBody>
      </p:sp>
      <p:sp>
        <p:nvSpPr>
          <p:cNvPr id="17" name="slide_title">
            <a:extLst>
              <a:ext uri="{FF2B5EF4-FFF2-40B4-BE49-F238E27FC236}">
                <a16:creationId xmlns:a16="http://schemas.microsoft.com/office/drawing/2014/main" id="{9F6D022B-DEE5-4AD2-8799-00321036FE87}"/>
              </a:ext>
            </a:extLst>
          </p:cNvPr>
          <p:cNvSpPr>
            <a:spLocks noGrp="1"/>
          </p:cNvSpPr>
          <p:nvPr>
            <p:ph type="title" sz="quarter" hasCustomPrompt="1"/>
          </p:nvPr>
        </p:nvSpPr>
        <p:spPr>
          <a:xfrm>
            <a:off x="259080" y="648000"/>
            <a:ext cx="10452100" cy="388800"/>
          </a:xfrm>
        </p:spPr>
        <p:txBody>
          <a:bodyPr/>
          <a:lstStyle>
            <a:lvl1pPr>
              <a:defRPr>
                <a:solidFill>
                  <a:srgbClr val="00B9E5"/>
                </a:solidFill>
              </a:defRPr>
            </a:lvl1pPr>
          </a:lstStyle>
          <a:p>
            <a:r>
              <a:rPr lang="en-US" noProof="1"/>
              <a:t>Add Slide Title</a:t>
            </a:r>
          </a:p>
        </p:txBody>
      </p:sp>
      <p:sp>
        <p:nvSpPr>
          <p:cNvPr id="5" name="Content Placeholder 1"/>
          <p:cNvSpPr>
            <a:spLocks noGrp="1"/>
          </p:cNvSpPr>
          <p:nvPr>
            <p:ph sz="half" idx="1" hasCustomPrompt="1"/>
          </p:nvPr>
        </p:nvSpPr>
        <p:spPr>
          <a:xfrm>
            <a:off x="259080" y="1295400"/>
            <a:ext cx="10452100" cy="201930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6" name="Content Placeholder 2"/>
          <p:cNvSpPr>
            <a:spLocks noGrp="1"/>
          </p:cNvSpPr>
          <p:nvPr>
            <p:ph sz="half" idx="2" hasCustomPrompt="1"/>
          </p:nvPr>
        </p:nvSpPr>
        <p:spPr>
          <a:xfrm>
            <a:off x="259080" y="3444240"/>
            <a:ext cx="10452100" cy="201930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3" name="Slide Number Placeholder 2"/>
          <p:cNvSpPr>
            <a:spLocks noGrp="1"/>
          </p:cNvSpPr>
          <p:nvPr>
            <p:ph type="sldNum" sz="quarter" idx="12"/>
          </p:nvPr>
        </p:nvSpPr>
        <p:spPr>
          <a:xfrm>
            <a:off x="266699" y="5923478"/>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
        <p:nvSpPr>
          <p:cNvPr id="12" name="Rectangle7">
            <a:extLst>
              <a:ext uri="{FF2B5EF4-FFF2-40B4-BE49-F238E27FC236}">
                <a16:creationId xmlns:a16="http://schemas.microsoft.com/office/drawing/2014/main" id="{2E7C0809-54C2-4B00-97B9-AEB55C54DF36}"/>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Tree>
    <p:extLst>
      <p:ext uri="{BB962C8B-B14F-4D97-AF65-F5344CB8AC3E}">
        <p14:creationId xmlns:p14="http://schemas.microsoft.com/office/powerpoint/2010/main" val="771767275"/>
      </p:ext>
    </p:extLst>
  </p:cSld>
  <p:clrMapOvr>
    <a:masterClrMapping/>
  </p:clrMapOvr>
  <p:extLst>
    <p:ext uri="{DCECCB84-F9BA-43D5-87BE-67443E8EF086}">
      <p15:sldGuideLst xmlns:p15="http://schemas.microsoft.com/office/powerpoint/2012/main">
        <p15:guide id="0" pos="163">
          <p15:clr>
            <a:srgbClr val="FBAE40"/>
          </p15:clr>
        </p15:guide>
        <p15:guide id="1" pos="6747">
          <p15:clr>
            <a:srgbClr val="FBAE40"/>
          </p15:clr>
        </p15:guide>
        <p15:guide id="10" orient="horz" pos="163">
          <p15:clr>
            <a:srgbClr val="FBAE40"/>
          </p15:clr>
        </p15:guide>
        <p15:guide id="11" orient="horz" pos="408">
          <p15:clr>
            <a:srgbClr val="FBAE40"/>
          </p15:clr>
        </p15:guide>
        <p15:guide id="14" orient="horz" pos="816">
          <p15:clr>
            <a:srgbClr val="FBAE40"/>
          </p15:clr>
        </p15:guide>
        <p15:guide id="15" orient="horz" pos="2088">
          <p15:clr>
            <a:srgbClr val="FBAE40"/>
          </p15:clr>
        </p15:guide>
        <p15:guide id="16" orient="horz" pos="2169">
          <p15:clr>
            <a:srgbClr val="FBAE40"/>
          </p15:clr>
        </p15:guide>
        <p15:guide id="17" orient="horz" pos="3441">
          <p15:clr>
            <a:srgbClr val="FBAE40"/>
          </p15:clr>
        </p15:guide>
        <p15:guide id="19" orient="horz" pos="652">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1_2 content dark vertical ">
    <p:spTree>
      <p:nvGrpSpPr>
        <p:cNvPr id="1" name=""/>
        <p:cNvGrpSpPr/>
        <p:nvPr/>
      </p:nvGrpSpPr>
      <p:grpSpPr>
        <a:xfrm>
          <a:off x="0" y="0"/>
          <a:ext cx="0" cy="0"/>
          <a:chOff x="0" y="0"/>
          <a:chExt cx="0" cy="0"/>
        </a:xfrm>
      </p:grpSpPr>
      <p:sp>
        <p:nvSpPr>
          <p:cNvPr id="6" name="BackgroundPicture2">
            <a:extLst>
              <a:ext uri="{FF2B5EF4-FFF2-40B4-BE49-F238E27FC236}">
                <a16:creationId xmlns:a16="http://schemas.microsoft.com/office/drawing/2014/main" id="{BBDA00B9-3600-5FA0-6818-202B41AB7273}"/>
              </a:ext>
            </a:extLst>
          </p:cNvPr>
          <p:cNvSpPr/>
          <p:nvPr userDrawn="1"/>
        </p:nvSpPr>
        <p:spPr>
          <a:xfrm rot="10800000">
            <a:off x="0" y="5252612"/>
            <a:ext cx="10969626" cy="918001"/>
          </a:xfrm>
          <a:custGeom>
            <a:avLst/>
            <a:gdLst/>
            <a:ahLst/>
            <a:cxnLst/>
            <a:rect l="0" t="0" r="0" b="0"/>
            <a:pathLst>
              <a:path w="10969626" h="918001">
                <a:moveTo>
                  <a:pt x="0" y="0"/>
                </a:moveTo>
                <a:lnTo>
                  <a:pt x="10969625" y="0"/>
                </a:lnTo>
                <a:lnTo>
                  <a:pt x="10969625" y="349200"/>
                </a:lnTo>
                <a:lnTo>
                  <a:pt x="0" y="91800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close/>
              </a:path>
            </a:pathLst>
          </a:custGeom>
          <a:solidFill>
            <a:schemeClr val="accent1"/>
          </a:solidFill>
          <a:ln w="9525" cap="flat" cmpd="sng" algn="ctr">
            <a:no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tabLst/>
            </a:pPr>
            <a:endParaRPr kumimoji="0" lang="en-US" sz="1800" b="0" i="0" u="none" strike="noStrike" kern="0" cap="none" spc="0" normalizeH="0" baseline="0" noProof="0" dirty="0">
              <a:ln>
                <a:noFill/>
              </a:ln>
              <a:solidFill>
                <a:srgbClr val="000000"/>
              </a:solidFill>
              <a:effectLst/>
              <a:uLnTx/>
              <a:uFillTx/>
              <a:latin typeface="Bosch Office Sans"/>
              <a:ea typeface="+mn-ea"/>
              <a:cs typeface="+mn-cs"/>
            </a:endParaRPr>
          </a:p>
        </p:txBody>
      </p:sp>
      <p:pic>
        <p:nvPicPr>
          <p:cNvPr id="7" name="Logo">
            <a:extLst>
              <a:ext uri="{FF2B5EF4-FFF2-40B4-BE49-F238E27FC236}">
                <a16:creationId xmlns:a16="http://schemas.microsoft.com/office/drawing/2014/main" id="{2631C5EE-CABD-169C-1ABA-1CEB3EA8134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7917" b="40255"/>
          <a:stretch/>
        </p:blipFill>
        <p:spPr>
          <a:xfrm>
            <a:off x="9703435" y="5581387"/>
            <a:ext cx="1104740" cy="438441"/>
          </a:xfrm>
          <a:prstGeom prst="rect">
            <a:avLst/>
          </a:prstGeom>
        </p:spPr>
      </p:pic>
      <p:sp>
        <p:nvSpPr>
          <p:cNvPr id="8" name="Footer">
            <a:extLst>
              <a:ext uri="{FF2B5EF4-FFF2-40B4-BE49-F238E27FC236}">
                <a16:creationId xmlns:a16="http://schemas.microsoft.com/office/drawing/2014/main" id="{43237A22-C329-4BCF-C7CF-4899B8B56D46}"/>
              </a:ext>
            </a:extLst>
          </p:cNvPr>
          <p:cNvSpPr txBox="1"/>
          <p:nvPr userDrawn="1"/>
        </p:nvSpPr>
        <p:spPr>
          <a:xfrm>
            <a:off x="593090" y="5935261"/>
            <a:ext cx="8850948" cy="122116"/>
          </a:xfrm>
          <a:prstGeom prst="rect">
            <a:avLst/>
          </a:prstGeom>
          <a:noFill/>
        </p:spPr>
        <p:txBody>
          <a:bodyPr wrap="square" lIns="0" tIns="0" rIns="0" bIns="0" rtlCol="0">
            <a:noAutofit/>
          </a:bodyPr>
          <a:lstStyle/>
          <a:p>
            <a:pPr marL="0" marR="0" lvl="0" indent="0" algn="l" defTabSz="914400" rtl="0" eaLnBrk="1" fontAlgn="auto" latinLnBrk="0" hangingPunct="1">
              <a:lnSpc>
                <a:spcPct val="107000"/>
              </a:lnSpc>
              <a:spcBef>
                <a:spcPts val="0"/>
              </a:spcBef>
              <a:spcAft>
                <a:spcPts val="100"/>
              </a:spcAft>
              <a:buClrTx/>
              <a:buSzTx/>
              <a:buFontTx/>
              <a:buNone/>
              <a:tabLst/>
              <a:defRPr/>
            </a:pPr>
            <a:r>
              <a:rPr lang="en-US" sz="600" kern="0" baseline="0" noProof="1">
                <a:solidFill>
                  <a:srgbClr val="A3BAC8"/>
                </a:solidFill>
                <a:latin typeface="+mn-lt"/>
              </a:rPr>
              <a:t>DC-AT/ESP1 | 08/05/2023 | © Bosch Rexroth AG 2023. All rights reserved, also regarding any disposal, exploitation, reproduction, editing, distribution, as well as in the event of applications for industrial property rights.</a:t>
            </a:r>
          </a:p>
          <a:p>
            <a:pPr marL="0" marR="0" lvl="0" indent="0" algn="l" defTabSz="914400" rtl="0" eaLnBrk="1" fontAlgn="auto" latinLnBrk="0" hangingPunct="1">
              <a:lnSpc>
                <a:spcPct val="107000"/>
              </a:lnSpc>
              <a:spcBef>
                <a:spcPts val="0"/>
              </a:spcBef>
              <a:spcAft>
                <a:spcPts val="100"/>
              </a:spcAft>
              <a:buClrTx/>
              <a:buSzTx/>
              <a:buFontTx/>
              <a:buNone/>
              <a:tabLst/>
              <a:defRPr/>
            </a:pPr>
            <a:endParaRPr lang="en-US" sz="600" kern="0" baseline="0" noProof="1">
              <a:solidFill>
                <a:schemeClr val="accent1"/>
              </a:solidFill>
              <a:latin typeface="+mn-lt"/>
            </a:endParaRPr>
          </a:p>
          <a:p>
            <a:pPr marR="0" defTabSz="914400" eaLnBrk="1" fontAlgn="auto" latinLnBrk="0" hangingPunct="1">
              <a:lnSpc>
                <a:spcPct val="107000"/>
              </a:lnSpc>
              <a:spcBef>
                <a:spcPts val="0"/>
              </a:spcBef>
              <a:spcAft>
                <a:spcPts val="100"/>
              </a:spcAft>
              <a:buClrTx/>
              <a:buSzTx/>
              <a:buFontTx/>
              <a:buNone/>
              <a:tabLst/>
            </a:pPr>
            <a:endParaRPr kumimoji="0" lang="en-US" sz="600" b="0" i="0" u="none" strike="noStrike" kern="0" cap="none" spc="0" normalizeH="0" baseline="0" noProof="1">
              <a:ln>
                <a:noFill/>
              </a:ln>
              <a:solidFill>
                <a:srgbClr val="000000"/>
              </a:solidFill>
              <a:effectLst/>
              <a:uLnTx/>
              <a:uFillTx/>
              <a:latin typeface="+mn-lt"/>
            </a:endParaRPr>
          </a:p>
        </p:txBody>
      </p:sp>
      <p:sp>
        <p:nvSpPr>
          <p:cNvPr id="2" name="Chapter_titleonly">
            <a:extLst>
              <a:ext uri="{FF2B5EF4-FFF2-40B4-BE49-F238E27FC236}">
                <a16:creationId xmlns:a16="http://schemas.microsoft.com/office/drawing/2014/main" id="{8D62AB88-76FF-A3A0-37E8-EB4781142AA0}"/>
              </a:ext>
            </a:extLst>
          </p:cNvPr>
          <p:cNvSpPr>
            <a:spLocks noGrp="1"/>
          </p:cNvSpPr>
          <p:nvPr>
            <p:ph type="body" idx="15" hasCustomPrompt="1"/>
          </p:nvPr>
        </p:nvSpPr>
        <p:spPr>
          <a:xfrm>
            <a:off x="259080" y="259200"/>
            <a:ext cx="10452100" cy="388800"/>
          </a:xfrm>
        </p:spPr>
        <p:txBody>
          <a:bodyPr vert="horz" lIns="0" tIns="0" rIns="0" bIns="0" rtlCol="0">
            <a:noAutofit/>
          </a:bodyPr>
          <a:lstStyle>
            <a:lvl1pPr>
              <a:lnSpc>
                <a:spcPct val="89000"/>
              </a:lnSpc>
              <a:buNone/>
              <a:defRPr lang="de-DE" sz="2400" b="1" kern="0" baseline="0">
                <a:solidFill>
                  <a:srgbClr val="00B9E5"/>
                </a:solidFill>
                <a:latin typeface="+mj-lt"/>
                <a:ea typeface="+mn-ea"/>
                <a:cs typeface="+mn-cs"/>
              </a:defRPr>
            </a:lvl1pPr>
          </a:lstStyle>
          <a:p>
            <a:pPr marL="0" lvl="0" indent="0">
              <a:spcBef>
                <a:spcPts val="0"/>
              </a:spcBef>
              <a:buFont typeface="Wingdings 3" panose="05040102010807070707" pitchFamily="18" charset="2"/>
            </a:pPr>
            <a:r>
              <a:rPr lang="en-US" noProof="1"/>
              <a:t>Add Chapter Title</a:t>
            </a:r>
          </a:p>
        </p:txBody>
      </p:sp>
      <p:sp>
        <p:nvSpPr>
          <p:cNvPr id="17" name="slide_title">
            <a:extLst>
              <a:ext uri="{FF2B5EF4-FFF2-40B4-BE49-F238E27FC236}">
                <a16:creationId xmlns:a16="http://schemas.microsoft.com/office/drawing/2014/main" id="{F65834A0-7F38-430B-B142-0F15EEF33EAF}"/>
              </a:ext>
            </a:extLst>
          </p:cNvPr>
          <p:cNvSpPr>
            <a:spLocks noGrp="1"/>
          </p:cNvSpPr>
          <p:nvPr>
            <p:ph type="title" sz="quarter" hasCustomPrompt="1"/>
          </p:nvPr>
        </p:nvSpPr>
        <p:spPr>
          <a:xfrm>
            <a:off x="259080" y="648000"/>
            <a:ext cx="10452100" cy="388800"/>
          </a:xfrm>
        </p:spPr>
        <p:txBody>
          <a:bodyPr/>
          <a:lstStyle>
            <a:lvl1pPr>
              <a:defRPr>
                <a:solidFill>
                  <a:srgbClr val="00B9E5"/>
                </a:solidFill>
              </a:defRPr>
            </a:lvl1pPr>
          </a:lstStyle>
          <a:p>
            <a:r>
              <a:rPr lang="en-US" noProof="1"/>
              <a:t>Add Slide Title</a:t>
            </a:r>
          </a:p>
        </p:txBody>
      </p:sp>
      <p:sp>
        <p:nvSpPr>
          <p:cNvPr id="3" name="Content Placeholder 1"/>
          <p:cNvSpPr>
            <a:spLocks noGrp="1"/>
          </p:cNvSpPr>
          <p:nvPr>
            <p:ph sz="half" idx="1" hasCustomPrompt="1"/>
          </p:nvPr>
        </p:nvSpPr>
        <p:spPr>
          <a:xfrm>
            <a:off x="259080" y="1295400"/>
            <a:ext cx="4859020" cy="416814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4" name="Content Placeholder 2"/>
          <p:cNvSpPr>
            <a:spLocks noGrp="1"/>
          </p:cNvSpPr>
          <p:nvPr>
            <p:ph sz="half" idx="2" hasCustomPrompt="1"/>
          </p:nvPr>
        </p:nvSpPr>
        <p:spPr>
          <a:xfrm>
            <a:off x="5852160" y="1295400"/>
            <a:ext cx="4859020" cy="416814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5" name="Slide Number Placeholder 4"/>
          <p:cNvSpPr>
            <a:spLocks noGrp="1"/>
          </p:cNvSpPr>
          <p:nvPr>
            <p:ph type="sldNum" sz="quarter" idx="12"/>
          </p:nvPr>
        </p:nvSpPr>
        <p:spPr>
          <a:xfrm>
            <a:off x="266699" y="5923478"/>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
        <p:nvSpPr>
          <p:cNvPr id="12" name="Rectangle7">
            <a:extLst>
              <a:ext uri="{FF2B5EF4-FFF2-40B4-BE49-F238E27FC236}">
                <a16:creationId xmlns:a16="http://schemas.microsoft.com/office/drawing/2014/main" id="{0193DB20-8E77-4A05-AA77-554F32E8990F}"/>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Tree>
    <p:extLst>
      <p:ext uri="{BB962C8B-B14F-4D97-AF65-F5344CB8AC3E}">
        <p14:creationId xmlns:p14="http://schemas.microsoft.com/office/powerpoint/2010/main" val="3273830006"/>
      </p:ext>
    </p:extLst>
  </p:cSld>
  <p:clrMapOvr>
    <a:masterClrMapping/>
  </p:clrMapOvr>
  <p:extLst>
    <p:ext uri="{DCECCB84-F9BA-43D5-87BE-67443E8EF086}">
      <p15:sldGuideLst xmlns:p15="http://schemas.microsoft.com/office/powerpoint/2012/main">
        <p15:guide id="0" pos="163">
          <p15:clr>
            <a:srgbClr val="FBAE40"/>
          </p15:clr>
        </p15:guide>
        <p15:guide id="1" pos="6747">
          <p15:clr>
            <a:srgbClr val="FBAE40"/>
          </p15:clr>
        </p15:guide>
        <p15:guide id="5" pos="3224">
          <p15:clr>
            <a:srgbClr val="FBAE40"/>
          </p15:clr>
        </p15:guide>
        <p15:guide id="6" pos="3686">
          <p15:clr>
            <a:srgbClr val="FBAE40"/>
          </p15:clr>
        </p15:guide>
        <p15:guide id="10" orient="horz" pos="163">
          <p15:clr>
            <a:srgbClr val="FBAE40"/>
          </p15:clr>
        </p15:guide>
        <p15:guide id="11" orient="horz" pos="408">
          <p15:clr>
            <a:srgbClr val="FBAE40"/>
          </p15:clr>
        </p15:guide>
        <p15:guide id="13" orient="horz" pos="653">
          <p15:clr>
            <a:srgbClr val="FBAE40"/>
          </p15:clr>
        </p15:guide>
        <p15:guide id="14" orient="horz" pos="816">
          <p15:clr>
            <a:srgbClr val="FBAE40"/>
          </p15:clr>
        </p15:guide>
        <p15:guide id="15" orient="horz" pos="344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2 content light vertical ">
    <p:spTree>
      <p:nvGrpSpPr>
        <p:cNvPr id="1" name=""/>
        <p:cNvGrpSpPr/>
        <p:nvPr/>
      </p:nvGrpSpPr>
      <p:grpSpPr>
        <a:xfrm>
          <a:off x="0" y="0"/>
          <a:ext cx="0" cy="0"/>
          <a:chOff x="0" y="0"/>
          <a:chExt cx="0" cy="0"/>
        </a:xfrm>
      </p:grpSpPr>
      <p:sp>
        <p:nvSpPr>
          <p:cNvPr id="2" name="Chapter_titleonly">
            <a:extLst>
              <a:ext uri="{FF2B5EF4-FFF2-40B4-BE49-F238E27FC236}">
                <a16:creationId xmlns:a16="http://schemas.microsoft.com/office/drawing/2014/main" id="{8D62AB88-76FF-A3A0-37E8-EB4781142AA0}"/>
              </a:ext>
            </a:extLst>
          </p:cNvPr>
          <p:cNvSpPr>
            <a:spLocks noGrp="1"/>
          </p:cNvSpPr>
          <p:nvPr>
            <p:ph type="body" idx="15" hasCustomPrompt="1"/>
          </p:nvPr>
        </p:nvSpPr>
        <p:spPr>
          <a:xfrm>
            <a:off x="259080" y="259200"/>
            <a:ext cx="10452100" cy="388800"/>
          </a:xfrm>
        </p:spPr>
        <p:txBody>
          <a:bodyPr vert="horz" lIns="0" tIns="0" rIns="0" bIns="0" rtlCol="0">
            <a:noAutofit/>
          </a:bodyPr>
          <a:lstStyle>
            <a:lvl1pPr>
              <a:lnSpc>
                <a:spcPct val="89000"/>
              </a:lnSpc>
              <a:buNone/>
              <a:defRPr lang="de-DE" sz="2400" b="1" kern="0" baseline="0">
                <a:solidFill>
                  <a:srgbClr val="00B9E5"/>
                </a:solidFill>
                <a:latin typeface="+mj-lt"/>
                <a:ea typeface="+mn-ea"/>
                <a:cs typeface="+mn-cs"/>
              </a:defRPr>
            </a:lvl1pPr>
          </a:lstStyle>
          <a:p>
            <a:pPr marL="0" lvl="0" indent="0">
              <a:spcBef>
                <a:spcPts val="0"/>
              </a:spcBef>
              <a:buFont typeface="Wingdings 3" panose="05040102010807070707" pitchFamily="18" charset="2"/>
            </a:pPr>
            <a:r>
              <a:rPr lang="en-US" noProof="1"/>
              <a:t>Add Chapter Title</a:t>
            </a:r>
          </a:p>
        </p:txBody>
      </p:sp>
      <p:sp>
        <p:nvSpPr>
          <p:cNvPr id="17" name="slide_title">
            <a:extLst>
              <a:ext uri="{FF2B5EF4-FFF2-40B4-BE49-F238E27FC236}">
                <a16:creationId xmlns:a16="http://schemas.microsoft.com/office/drawing/2014/main" id="{F65834A0-7F38-430B-B142-0F15EEF33EAF}"/>
              </a:ext>
            </a:extLst>
          </p:cNvPr>
          <p:cNvSpPr>
            <a:spLocks noGrp="1"/>
          </p:cNvSpPr>
          <p:nvPr>
            <p:ph type="title" sz="quarter" hasCustomPrompt="1"/>
          </p:nvPr>
        </p:nvSpPr>
        <p:spPr>
          <a:xfrm>
            <a:off x="259080" y="648000"/>
            <a:ext cx="10452100" cy="388800"/>
          </a:xfrm>
        </p:spPr>
        <p:txBody>
          <a:bodyPr/>
          <a:lstStyle>
            <a:lvl1pPr>
              <a:defRPr>
                <a:solidFill>
                  <a:srgbClr val="00B9E5"/>
                </a:solidFill>
              </a:defRPr>
            </a:lvl1pPr>
          </a:lstStyle>
          <a:p>
            <a:r>
              <a:rPr lang="en-US" noProof="1"/>
              <a:t>Add Slide Title</a:t>
            </a:r>
          </a:p>
        </p:txBody>
      </p:sp>
      <p:sp>
        <p:nvSpPr>
          <p:cNvPr id="3" name="Content Placeholder 1"/>
          <p:cNvSpPr>
            <a:spLocks noGrp="1"/>
          </p:cNvSpPr>
          <p:nvPr>
            <p:ph sz="half" idx="1" hasCustomPrompt="1"/>
          </p:nvPr>
        </p:nvSpPr>
        <p:spPr>
          <a:xfrm>
            <a:off x="259080" y="1295400"/>
            <a:ext cx="4859020" cy="416814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4" name="Content Placeholder 2"/>
          <p:cNvSpPr>
            <a:spLocks noGrp="1"/>
          </p:cNvSpPr>
          <p:nvPr>
            <p:ph sz="half" idx="2" hasCustomPrompt="1"/>
          </p:nvPr>
        </p:nvSpPr>
        <p:spPr>
          <a:xfrm>
            <a:off x="5852160" y="1295400"/>
            <a:ext cx="4859020" cy="416814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5" name="Slide Number Placeholder 4"/>
          <p:cNvSpPr>
            <a:spLocks noGrp="1"/>
          </p:cNvSpPr>
          <p:nvPr>
            <p:ph type="sldNum" sz="quarter" idx="12"/>
          </p:nvPr>
        </p:nvSpPr>
        <p:spPr>
          <a:xfrm>
            <a:off x="266699" y="5923478"/>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
        <p:nvSpPr>
          <p:cNvPr id="12" name="Rectangle7">
            <a:extLst>
              <a:ext uri="{FF2B5EF4-FFF2-40B4-BE49-F238E27FC236}">
                <a16:creationId xmlns:a16="http://schemas.microsoft.com/office/drawing/2014/main" id="{0193DB20-8E77-4A05-AA77-554F32E8990F}"/>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Tree>
    <p:extLst>
      <p:ext uri="{BB962C8B-B14F-4D97-AF65-F5344CB8AC3E}">
        <p14:creationId xmlns:p14="http://schemas.microsoft.com/office/powerpoint/2010/main" val="3432627176"/>
      </p:ext>
    </p:extLst>
  </p:cSld>
  <p:clrMapOvr>
    <a:masterClrMapping/>
  </p:clrMapOvr>
  <p:extLst>
    <p:ext uri="{DCECCB84-F9BA-43D5-87BE-67443E8EF086}">
      <p15:sldGuideLst xmlns:p15="http://schemas.microsoft.com/office/powerpoint/2012/main">
        <p15:guide id="0" pos="163">
          <p15:clr>
            <a:srgbClr val="FBAE40"/>
          </p15:clr>
        </p15:guide>
        <p15:guide id="1" pos="6747">
          <p15:clr>
            <a:srgbClr val="FBAE40"/>
          </p15:clr>
        </p15:guide>
        <p15:guide id="5" pos="3224">
          <p15:clr>
            <a:srgbClr val="FBAE40"/>
          </p15:clr>
        </p15:guide>
        <p15:guide id="6" pos="3686">
          <p15:clr>
            <a:srgbClr val="FBAE40"/>
          </p15:clr>
        </p15:guide>
        <p15:guide id="10" orient="horz" pos="163">
          <p15:clr>
            <a:srgbClr val="FBAE40"/>
          </p15:clr>
        </p15:guide>
        <p15:guide id="11" orient="horz" pos="408">
          <p15:clr>
            <a:srgbClr val="FBAE40"/>
          </p15:clr>
        </p15:guide>
        <p15:guide id="13" orient="horz" pos="653">
          <p15:clr>
            <a:srgbClr val="FBAE40"/>
          </p15:clr>
        </p15:guide>
        <p15:guide id="14" orient="horz" pos="816">
          <p15:clr>
            <a:srgbClr val="FBAE40"/>
          </p15:clr>
        </p15:guide>
        <p15:guide id="15" orient="horz" pos="344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1_3 content dark ">
    <p:spTree>
      <p:nvGrpSpPr>
        <p:cNvPr id="1" name=""/>
        <p:cNvGrpSpPr/>
        <p:nvPr/>
      </p:nvGrpSpPr>
      <p:grpSpPr>
        <a:xfrm>
          <a:off x="0" y="0"/>
          <a:ext cx="0" cy="0"/>
          <a:chOff x="0" y="0"/>
          <a:chExt cx="0" cy="0"/>
        </a:xfrm>
      </p:grpSpPr>
      <p:sp>
        <p:nvSpPr>
          <p:cNvPr id="6" name="BackgroundPicture2">
            <a:extLst>
              <a:ext uri="{FF2B5EF4-FFF2-40B4-BE49-F238E27FC236}">
                <a16:creationId xmlns:a16="http://schemas.microsoft.com/office/drawing/2014/main" id="{284D3B4C-9D1A-C467-D10D-AB5759B15402}"/>
              </a:ext>
            </a:extLst>
          </p:cNvPr>
          <p:cNvSpPr/>
          <p:nvPr userDrawn="1"/>
        </p:nvSpPr>
        <p:spPr>
          <a:xfrm rot="10800000">
            <a:off x="0" y="5252612"/>
            <a:ext cx="10969626" cy="918001"/>
          </a:xfrm>
          <a:custGeom>
            <a:avLst/>
            <a:gdLst/>
            <a:ahLst/>
            <a:cxnLst/>
            <a:rect l="0" t="0" r="0" b="0"/>
            <a:pathLst>
              <a:path w="10969626" h="918001">
                <a:moveTo>
                  <a:pt x="0" y="0"/>
                </a:moveTo>
                <a:lnTo>
                  <a:pt x="10969625" y="0"/>
                </a:lnTo>
                <a:lnTo>
                  <a:pt x="10969625" y="349200"/>
                </a:lnTo>
                <a:lnTo>
                  <a:pt x="0" y="91800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close/>
              </a:path>
            </a:pathLst>
          </a:custGeom>
          <a:solidFill>
            <a:schemeClr val="accent1"/>
          </a:solidFill>
          <a:ln w="9525" cap="flat" cmpd="sng" algn="ctr">
            <a:no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tabLst/>
            </a:pPr>
            <a:endParaRPr kumimoji="0" lang="en-US" sz="1800" b="0" i="0" u="none" strike="noStrike" kern="0" cap="none" spc="0" normalizeH="0" baseline="0" noProof="0" dirty="0">
              <a:ln>
                <a:noFill/>
              </a:ln>
              <a:solidFill>
                <a:srgbClr val="000000"/>
              </a:solidFill>
              <a:effectLst/>
              <a:uLnTx/>
              <a:uFillTx/>
              <a:latin typeface="Bosch Office Sans"/>
              <a:ea typeface="+mn-ea"/>
              <a:cs typeface="+mn-cs"/>
            </a:endParaRPr>
          </a:p>
        </p:txBody>
      </p:sp>
      <p:pic>
        <p:nvPicPr>
          <p:cNvPr id="7" name="Logo">
            <a:extLst>
              <a:ext uri="{FF2B5EF4-FFF2-40B4-BE49-F238E27FC236}">
                <a16:creationId xmlns:a16="http://schemas.microsoft.com/office/drawing/2014/main" id="{47FD3E56-5E06-6DD1-4756-46DE63EF80B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7917" b="40255"/>
          <a:stretch/>
        </p:blipFill>
        <p:spPr>
          <a:xfrm>
            <a:off x="9703435" y="5581387"/>
            <a:ext cx="1104740" cy="438441"/>
          </a:xfrm>
          <a:prstGeom prst="rect">
            <a:avLst/>
          </a:prstGeom>
        </p:spPr>
      </p:pic>
      <p:sp>
        <p:nvSpPr>
          <p:cNvPr id="8" name="Footer">
            <a:extLst>
              <a:ext uri="{FF2B5EF4-FFF2-40B4-BE49-F238E27FC236}">
                <a16:creationId xmlns:a16="http://schemas.microsoft.com/office/drawing/2014/main" id="{FEB6F6A5-A529-92B9-55FE-058CB9D1E984}"/>
              </a:ext>
            </a:extLst>
          </p:cNvPr>
          <p:cNvSpPr txBox="1"/>
          <p:nvPr userDrawn="1"/>
        </p:nvSpPr>
        <p:spPr>
          <a:xfrm>
            <a:off x="593090" y="5935261"/>
            <a:ext cx="8850948" cy="122116"/>
          </a:xfrm>
          <a:prstGeom prst="rect">
            <a:avLst/>
          </a:prstGeom>
          <a:noFill/>
        </p:spPr>
        <p:txBody>
          <a:bodyPr wrap="square" lIns="0" tIns="0" rIns="0" bIns="0" rtlCol="0">
            <a:noAutofit/>
          </a:bodyPr>
          <a:lstStyle/>
          <a:p>
            <a:pPr marL="0" marR="0" lvl="0" indent="0" algn="l" defTabSz="914400" rtl="0" eaLnBrk="1" fontAlgn="auto" latinLnBrk="0" hangingPunct="1">
              <a:lnSpc>
                <a:spcPct val="107000"/>
              </a:lnSpc>
              <a:spcBef>
                <a:spcPts val="0"/>
              </a:spcBef>
              <a:spcAft>
                <a:spcPts val="100"/>
              </a:spcAft>
              <a:buClrTx/>
              <a:buSzTx/>
              <a:buFontTx/>
              <a:buNone/>
              <a:tabLst/>
              <a:defRPr/>
            </a:pPr>
            <a:r>
              <a:rPr lang="en-US" sz="600" kern="0" baseline="0" noProof="1">
                <a:solidFill>
                  <a:srgbClr val="A3BAC8"/>
                </a:solidFill>
                <a:latin typeface="+mn-lt"/>
              </a:rPr>
              <a:t>DC-AT/ESP1 | 08/05/2023 | © Bosch Rexroth AG 2023. All rights reserved, also regarding any disposal, exploitation, reproduction, editing, distribution, as well as in the event of applications for industrial property rights.</a:t>
            </a:r>
          </a:p>
          <a:p>
            <a:pPr marL="0" marR="0" lvl="0" indent="0" algn="l" defTabSz="914400" rtl="0" eaLnBrk="1" fontAlgn="auto" latinLnBrk="0" hangingPunct="1">
              <a:lnSpc>
                <a:spcPct val="107000"/>
              </a:lnSpc>
              <a:spcBef>
                <a:spcPts val="0"/>
              </a:spcBef>
              <a:spcAft>
                <a:spcPts val="100"/>
              </a:spcAft>
              <a:buClrTx/>
              <a:buSzTx/>
              <a:buFontTx/>
              <a:buNone/>
              <a:tabLst/>
              <a:defRPr/>
            </a:pPr>
            <a:endParaRPr lang="en-US" sz="600" kern="0" baseline="0" noProof="1">
              <a:solidFill>
                <a:schemeClr val="accent1"/>
              </a:solidFill>
              <a:latin typeface="+mn-lt"/>
            </a:endParaRPr>
          </a:p>
          <a:p>
            <a:pPr marR="0" defTabSz="914400" eaLnBrk="1" fontAlgn="auto" latinLnBrk="0" hangingPunct="1">
              <a:lnSpc>
                <a:spcPct val="107000"/>
              </a:lnSpc>
              <a:spcBef>
                <a:spcPts val="0"/>
              </a:spcBef>
              <a:spcAft>
                <a:spcPts val="100"/>
              </a:spcAft>
              <a:buClrTx/>
              <a:buSzTx/>
              <a:buFontTx/>
              <a:buNone/>
              <a:tabLst/>
            </a:pPr>
            <a:endParaRPr kumimoji="0" lang="en-US" sz="600" b="0" i="0" u="none" strike="noStrike" kern="0" cap="none" spc="0" normalizeH="0" baseline="0" noProof="1">
              <a:ln>
                <a:noFill/>
              </a:ln>
              <a:solidFill>
                <a:srgbClr val="000000"/>
              </a:solidFill>
              <a:effectLst/>
              <a:uLnTx/>
              <a:uFillTx/>
              <a:latin typeface="+mn-lt"/>
            </a:endParaRPr>
          </a:p>
        </p:txBody>
      </p:sp>
      <p:sp>
        <p:nvSpPr>
          <p:cNvPr id="2" name="Chapter_titleonly">
            <a:extLst>
              <a:ext uri="{FF2B5EF4-FFF2-40B4-BE49-F238E27FC236}">
                <a16:creationId xmlns:a16="http://schemas.microsoft.com/office/drawing/2014/main" id="{E311C0AE-2DE4-8E96-7B13-6B9BCE05E566}"/>
              </a:ext>
            </a:extLst>
          </p:cNvPr>
          <p:cNvSpPr>
            <a:spLocks noGrp="1"/>
          </p:cNvSpPr>
          <p:nvPr>
            <p:ph type="body" idx="15" hasCustomPrompt="1"/>
          </p:nvPr>
        </p:nvSpPr>
        <p:spPr>
          <a:xfrm>
            <a:off x="259080" y="259200"/>
            <a:ext cx="10452100" cy="388800"/>
          </a:xfrm>
        </p:spPr>
        <p:txBody>
          <a:bodyPr vert="horz" lIns="0" tIns="0" rIns="0" bIns="0" rtlCol="0">
            <a:noAutofit/>
          </a:bodyPr>
          <a:lstStyle>
            <a:lvl1pPr>
              <a:lnSpc>
                <a:spcPct val="89000"/>
              </a:lnSpc>
              <a:buNone/>
              <a:defRPr lang="de-DE" sz="2400" b="1" kern="0" baseline="0">
                <a:solidFill>
                  <a:srgbClr val="00B9E5"/>
                </a:solidFill>
                <a:latin typeface="+mj-lt"/>
                <a:ea typeface="+mn-ea"/>
                <a:cs typeface="+mn-cs"/>
              </a:defRPr>
            </a:lvl1pPr>
          </a:lstStyle>
          <a:p>
            <a:pPr marL="0" lvl="0" indent="0">
              <a:spcBef>
                <a:spcPts val="0"/>
              </a:spcBef>
              <a:buFont typeface="Wingdings 3" panose="05040102010807070707" pitchFamily="18" charset="2"/>
            </a:pPr>
            <a:r>
              <a:rPr lang="en-US" noProof="1"/>
              <a:t>Add Chapter Title</a:t>
            </a:r>
          </a:p>
        </p:txBody>
      </p:sp>
      <p:sp>
        <p:nvSpPr>
          <p:cNvPr id="18" name="slide_title">
            <a:extLst>
              <a:ext uri="{FF2B5EF4-FFF2-40B4-BE49-F238E27FC236}">
                <a16:creationId xmlns:a16="http://schemas.microsoft.com/office/drawing/2014/main" id="{8466D3B3-E7C3-4CBE-9A38-5FE8BF51AAEA}"/>
              </a:ext>
            </a:extLst>
          </p:cNvPr>
          <p:cNvSpPr>
            <a:spLocks noGrp="1"/>
          </p:cNvSpPr>
          <p:nvPr>
            <p:ph type="title" sz="quarter" hasCustomPrompt="1"/>
          </p:nvPr>
        </p:nvSpPr>
        <p:spPr>
          <a:xfrm>
            <a:off x="259080" y="648000"/>
            <a:ext cx="10452100" cy="388800"/>
          </a:xfrm>
        </p:spPr>
        <p:txBody>
          <a:bodyPr/>
          <a:lstStyle>
            <a:lvl1pPr>
              <a:defRPr>
                <a:solidFill>
                  <a:srgbClr val="00B9E5"/>
                </a:solidFill>
              </a:defRPr>
            </a:lvl1pPr>
          </a:lstStyle>
          <a:p>
            <a:r>
              <a:rPr lang="en-US" noProof="1"/>
              <a:t>Add Slide Title</a:t>
            </a:r>
          </a:p>
        </p:txBody>
      </p:sp>
      <p:sp>
        <p:nvSpPr>
          <p:cNvPr id="3" name="Content Placeholder 1"/>
          <p:cNvSpPr>
            <a:spLocks noGrp="1"/>
          </p:cNvSpPr>
          <p:nvPr>
            <p:ph sz="half" idx="1" hasCustomPrompt="1"/>
          </p:nvPr>
        </p:nvSpPr>
        <p:spPr>
          <a:xfrm>
            <a:off x="259080" y="1295399"/>
            <a:ext cx="3129280" cy="416814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47" name="Content Placeholder 2">
            <a:extLst>
              <a:ext uri="{FF2B5EF4-FFF2-40B4-BE49-F238E27FC236}">
                <a16:creationId xmlns:a16="http://schemas.microsoft.com/office/drawing/2014/main" id="{3F3E027D-9EE5-4C12-9974-36EA025C350F}"/>
              </a:ext>
            </a:extLst>
          </p:cNvPr>
          <p:cNvSpPr>
            <a:spLocks noGrp="1"/>
          </p:cNvSpPr>
          <p:nvPr>
            <p:ph sz="half" idx="2" hasCustomPrompt="1"/>
          </p:nvPr>
        </p:nvSpPr>
        <p:spPr>
          <a:xfrm>
            <a:off x="3910330" y="1295400"/>
            <a:ext cx="3129280" cy="416814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4" name="Content Placeholder 3"/>
          <p:cNvSpPr>
            <a:spLocks noGrp="1"/>
          </p:cNvSpPr>
          <p:nvPr>
            <p:ph sz="half" idx="3" hasCustomPrompt="1"/>
          </p:nvPr>
        </p:nvSpPr>
        <p:spPr>
          <a:xfrm>
            <a:off x="7561580" y="1295400"/>
            <a:ext cx="3129280" cy="416814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5" name="Slide Number Placeholder 4"/>
          <p:cNvSpPr>
            <a:spLocks noGrp="1"/>
          </p:cNvSpPr>
          <p:nvPr>
            <p:ph type="sldNum" sz="quarter" idx="12"/>
          </p:nvPr>
        </p:nvSpPr>
        <p:spPr>
          <a:xfrm>
            <a:off x="266699" y="5923478"/>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
        <p:nvSpPr>
          <p:cNvPr id="13" name="Rectangle7">
            <a:extLst>
              <a:ext uri="{FF2B5EF4-FFF2-40B4-BE49-F238E27FC236}">
                <a16:creationId xmlns:a16="http://schemas.microsoft.com/office/drawing/2014/main" id="{79759149-285E-4F0E-938E-7199B34084BE}"/>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Tree>
    <p:extLst>
      <p:ext uri="{BB962C8B-B14F-4D97-AF65-F5344CB8AC3E}">
        <p14:creationId xmlns:p14="http://schemas.microsoft.com/office/powerpoint/2010/main" val="686158252"/>
      </p:ext>
    </p:extLst>
  </p:cSld>
  <p:clrMapOvr>
    <a:masterClrMapping/>
  </p:clrMapOvr>
  <p:extLst>
    <p:ext uri="{DCECCB84-F9BA-43D5-87BE-67443E8EF086}">
      <p15:sldGuideLst xmlns:p15="http://schemas.microsoft.com/office/powerpoint/2012/main">
        <p15:guide id="0" pos="163">
          <p15:clr>
            <a:srgbClr val="FBAE40"/>
          </p15:clr>
        </p15:guide>
        <p15:guide id="5" pos="2134">
          <p15:clr>
            <a:srgbClr val="FBAE40"/>
          </p15:clr>
        </p15:guide>
        <p15:guide id="6" pos="4763">
          <p15:clr>
            <a:srgbClr val="FBAE40"/>
          </p15:clr>
        </p15:guide>
        <p15:guide id="7" pos="6734">
          <p15:clr>
            <a:srgbClr val="FBAE40"/>
          </p15:clr>
        </p15:guide>
        <p15:guide id="8" pos="2463">
          <p15:clr>
            <a:srgbClr val="FBAE40"/>
          </p15:clr>
        </p15:guide>
        <p15:guide id="9" pos="4434">
          <p15:clr>
            <a:srgbClr val="FBAE40"/>
          </p15:clr>
        </p15:guide>
        <p15:guide id="12" orient="horz" pos="163">
          <p15:clr>
            <a:srgbClr val="FBAE40"/>
          </p15:clr>
        </p15:guide>
        <p15:guide id="13" orient="horz" pos="408">
          <p15:clr>
            <a:srgbClr val="FBAE40"/>
          </p15:clr>
        </p15:guide>
        <p15:guide id="14" orient="horz" pos="653">
          <p15:clr>
            <a:srgbClr val="FBAE40"/>
          </p15:clr>
        </p15:guide>
        <p15:guide id="16" orient="horz" pos="3441">
          <p15:clr>
            <a:srgbClr val="FBAE40"/>
          </p15:clr>
        </p15:guide>
        <p15:guide id="17" orient="horz" pos="816">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3 content light ">
    <p:spTree>
      <p:nvGrpSpPr>
        <p:cNvPr id="1" name=""/>
        <p:cNvGrpSpPr/>
        <p:nvPr/>
      </p:nvGrpSpPr>
      <p:grpSpPr>
        <a:xfrm>
          <a:off x="0" y="0"/>
          <a:ext cx="0" cy="0"/>
          <a:chOff x="0" y="0"/>
          <a:chExt cx="0" cy="0"/>
        </a:xfrm>
      </p:grpSpPr>
      <p:sp>
        <p:nvSpPr>
          <p:cNvPr id="2" name="Chapter_titleonly">
            <a:extLst>
              <a:ext uri="{FF2B5EF4-FFF2-40B4-BE49-F238E27FC236}">
                <a16:creationId xmlns:a16="http://schemas.microsoft.com/office/drawing/2014/main" id="{E311C0AE-2DE4-8E96-7B13-6B9BCE05E566}"/>
              </a:ext>
            </a:extLst>
          </p:cNvPr>
          <p:cNvSpPr>
            <a:spLocks noGrp="1"/>
          </p:cNvSpPr>
          <p:nvPr>
            <p:ph type="body" idx="15" hasCustomPrompt="1"/>
          </p:nvPr>
        </p:nvSpPr>
        <p:spPr>
          <a:xfrm>
            <a:off x="259080" y="259200"/>
            <a:ext cx="10452100" cy="388800"/>
          </a:xfrm>
        </p:spPr>
        <p:txBody>
          <a:bodyPr vert="horz" lIns="0" tIns="0" rIns="0" bIns="0" rtlCol="0">
            <a:noAutofit/>
          </a:bodyPr>
          <a:lstStyle>
            <a:lvl1pPr>
              <a:lnSpc>
                <a:spcPct val="89000"/>
              </a:lnSpc>
              <a:buNone/>
              <a:defRPr lang="de-DE" sz="2400" b="1" kern="0" baseline="0">
                <a:solidFill>
                  <a:srgbClr val="00B9E5"/>
                </a:solidFill>
                <a:latin typeface="+mj-lt"/>
                <a:ea typeface="+mn-ea"/>
                <a:cs typeface="+mn-cs"/>
              </a:defRPr>
            </a:lvl1pPr>
          </a:lstStyle>
          <a:p>
            <a:pPr marL="0" lvl="0" indent="0">
              <a:spcBef>
                <a:spcPts val="0"/>
              </a:spcBef>
              <a:buFont typeface="Wingdings 3" panose="05040102010807070707" pitchFamily="18" charset="2"/>
            </a:pPr>
            <a:r>
              <a:rPr lang="en-US" noProof="1"/>
              <a:t>Add Chapter Title</a:t>
            </a:r>
          </a:p>
        </p:txBody>
      </p:sp>
      <p:sp>
        <p:nvSpPr>
          <p:cNvPr id="18" name="slide_title">
            <a:extLst>
              <a:ext uri="{FF2B5EF4-FFF2-40B4-BE49-F238E27FC236}">
                <a16:creationId xmlns:a16="http://schemas.microsoft.com/office/drawing/2014/main" id="{8466D3B3-E7C3-4CBE-9A38-5FE8BF51AAEA}"/>
              </a:ext>
            </a:extLst>
          </p:cNvPr>
          <p:cNvSpPr>
            <a:spLocks noGrp="1"/>
          </p:cNvSpPr>
          <p:nvPr>
            <p:ph type="title" sz="quarter" hasCustomPrompt="1"/>
          </p:nvPr>
        </p:nvSpPr>
        <p:spPr>
          <a:xfrm>
            <a:off x="259080" y="648000"/>
            <a:ext cx="10452100" cy="388800"/>
          </a:xfrm>
        </p:spPr>
        <p:txBody>
          <a:bodyPr/>
          <a:lstStyle>
            <a:lvl1pPr>
              <a:defRPr>
                <a:solidFill>
                  <a:srgbClr val="00B9E5"/>
                </a:solidFill>
              </a:defRPr>
            </a:lvl1pPr>
          </a:lstStyle>
          <a:p>
            <a:r>
              <a:rPr lang="en-US" noProof="1"/>
              <a:t>Add Slide Title</a:t>
            </a:r>
          </a:p>
        </p:txBody>
      </p:sp>
      <p:sp>
        <p:nvSpPr>
          <p:cNvPr id="3" name="Content Placeholder 1"/>
          <p:cNvSpPr>
            <a:spLocks noGrp="1"/>
          </p:cNvSpPr>
          <p:nvPr>
            <p:ph sz="half" idx="1" hasCustomPrompt="1"/>
          </p:nvPr>
        </p:nvSpPr>
        <p:spPr>
          <a:xfrm>
            <a:off x="259080" y="1295399"/>
            <a:ext cx="3129280" cy="416814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47" name="Content Placeholder 2">
            <a:extLst>
              <a:ext uri="{FF2B5EF4-FFF2-40B4-BE49-F238E27FC236}">
                <a16:creationId xmlns:a16="http://schemas.microsoft.com/office/drawing/2014/main" id="{3F3E027D-9EE5-4C12-9974-36EA025C350F}"/>
              </a:ext>
            </a:extLst>
          </p:cNvPr>
          <p:cNvSpPr>
            <a:spLocks noGrp="1"/>
          </p:cNvSpPr>
          <p:nvPr>
            <p:ph sz="half" idx="2" hasCustomPrompt="1"/>
          </p:nvPr>
        </p:nvSpPr>
        <p:spPr>
          <a:xfrm>
            <a:off x="3910330" y="1295400"/>
            <a:ext cx="3129280" cy="416814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4" name="Content Placeholder 3"/>
          <p:cNvSpPr>
            <a:spLocks noGrp="1"/>
          </p:cNvSpPr>
          <p:nvPr>
            <p:ph sz="half" idx="3" hasCustomPrompt="1"/>
          </p:nvPr>
        </p:nvSpPr>
        <p:spPr>
          <a:xfrm>
            <a:off x="7561580" y="1295400"/>
            <a:ext cx="3129280" cy="416814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5" name="Slide Number Placeholder 4"/>
          <p:cNvSpPr>
            <a:spLocks noGrp="1"/>
          </p:cNvSpPr>
          <p:nvPr>
            <p:ph type="sldNum" sz="quarter" idx="12"/>
          </p:nvPr>
        </p:nvSpPr>
        <p:spPr>
          <a:xfrm>
            <a:off x="266699" y="5923478"/>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
        <p:nvSpPr>
          <p:cNvPr id="13" name="Rectangle7">
            <a:extLst>
              <a:ext uri="{FF2B5EF4-FFF2-40B4-BE49-F238E27FC236}">
                <a16:creationId xmlns:a16="http://schemas.microsoft.com/office/drawing/2014/main" id="{79759149-285E-4F0E-938E-7199B34084BE}"/>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Tree>
    <p:extLst>
      <p:ext uri="{BB962C8B-B14F-4D97-AF65-F5344CB8AC3E}">
        <p14:creationId xmlns:p14="http://schemas.microsoft.com/office/powerpoint/2010/main" val="1016247516"/>
      </p:ext>
    </p:extLst>
  </p:cSld>
  <p:clrMapOvr>
    <a:masterClrMapping/>
  </p:clrMapOvr>
  <p:extLst>
    <p:ext uri="{DCECCB84-F9BA-43D5-87BE-67443E8EF086}">
      <p15:sldGuideLst xmlns:p15="http://schemas.microsoft.com/office/powerpoint/2012/main">
        <p15:guide id="0" pos="163">
          <p15:clr>
            <a:srgbClr val="FBAE40"/>
          </p15:clr>
        </p15:guide>
        <p15:guide id="5" pos="2134">
          <p15:clr>
            <a:srgbClr val="FBAE40"/>
          </p15:clr>
        </p15:guide>
        <p15:guide id="6" pos="4763">
          <p15:clr>
            <a:srgbClr val="FBAE40"/>
          </p15:clr>
        </p15:guide>
        <p15:guide id="7" pos="6734">
          <p15:clr>
            <a:srgbClr val="FBAE40"/>
          </p15:clr>
        </p15:guide>
        <p15:guide id="8" pos="2463">
          <p15:clr>
            <a:srgbClr val="FBAE40"/>
          </p15:clr>
        </p15:guide>
        <p15:guide id="9" pos="4434">
          <p15:clr>
            <a:srgbClr val="FBAE40"/>
          </p15:clr>
        </p15:guide>
        <p15:guide id="12" orient="horz" pos="163">
          <p15:clr>
            <a:srgbClr val="FBAE40"/>
          </p15:clr>
        </p15:guide>
        <p15:guide id="13" orient="horz" pos="408">
          <p15:clr>
            <a:srgbClr val="FBAE40"/>
          </p15:clr>
        </p15:guide>
        <p15:guide id="14" orient="horz" pos="653">
          <p15:clr>
            <a:srgbClr val="FBAE40"/>
          </p15:clr>
        </p15:guide>
        <p15:guide id="16" orient="horz" pos="3441">
          <p15:clr>
            <a:srgbClr val="FBAE40"/>
          </p15:clr>
        </p15:guide>
        <p15:guide id="17" orient="horz" pos="81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Full picture light ">
    <p:spTree>
      <p:nvGrpSpPr>
        <p:cNvPr id="1" name=""/>
        <p:cNvGrpSpPr/>
        <p:nvPr/>
      </p:nvGrpSpPr>
      <p:grpSpPr>
        <a:xfrm>
          <a:off x="0" y="0"/>
          <a:ext cx="0" cy="0"/>
          <a:chOff x="0" y="0"/>
          <a:chExt cx="0" cy="0"/>
        </a:xfrm>
      </p:grpSpPr>
      <p:sp>
        <p:nvSpPr>
          <p:cNvPr id="8" name="Bildplatzhalter 7">
            <a:extLst>
              <a:ext uri="{FF2B5EF4-FFF2-40B4-BE49-F238E27FC236}">
                <a16:creationId xmlns:a16="http://schemas.microsoft.com/office/drawing/2014/main" id="{230F02C8-06A0-3C62-8810-6966389142AC}"/>
              </a:ext>
            </a:extLst>
          </p:cNvPr>
          <p:cNvSpPr>
            <a:spLocks noGrp="1"/>
          </p:cNvSpPr>
          <p:nvPr>
            <p:ph type="pic" sz="quarter" idx="1" hasCustomPrompt="1"/>
          </p:nvPr>
        </p:nvSpPr>
        <p:spPr>
          <a:xfrm>
            <a:off x="0" y="0"/>
            <a:ext cx="10969625" cy="6170613"/>
          </a:xfrm>
          <a:custGeom>
            <a:avLst/>
            <a:gdLst>
              <a:gd name="connsiteX0" fmla="*/ 1 w 10969625"/>
              <a:gd name="connsiteY0" fmla="*/ 6170400 h 6170613"/>
              <a:gd name="connsiteX1" fmla="*/ 2 w 10969625"/>
              <a:gd name="connsiteY1" fmla="*/ 6170400 h 6170613"/>
              <a:gd name="connsiteX2" fmla="*/ 2 w 10969625"/>
              <a:gd name="connsiteY2" fmla="*/ 6170613 h 6170613"/>
              <a:gd name="connsiteX3" fmla="*/ 1 w 10969625"/>
              <a:gd name="connsiteY3" fmla="*/ 6170613 h 6170613"/>
              <a:gd name="connsiteX4" fmla="*/ 0 w 10969625"/>
              <a:gd name="connsiteY4" fmla="*/ 0 h 6170613"/>
              <a:gd name="connsiteX5" fmla="*/ 10969625 w 10969625"/>
              <a:gd name="connsiteY5" fmla="*/ 0 h 6170613"/>
              <a:gd name="connsiteX6" fmla="*/ 10969625 w 10969625"/>
              <a:gd name="connsiteY6" fmla="*/ 5252613 h 6170613"/>
              <a:gd name="connsiteX7" fmla="*/ 1 w 10969625"/>
              <a:gd name="connsiteY7" fmla="*/ 5821413 h 6170613"/>
              <a:gd name="connsiteX8" fmla="*/ 1 w 10969625"/>
              <a:gd name="connsiteY8" fmla="*/ 6170400 h 6170613"/>
              <a:gd name="connsiteX9" fmla="*/ 0 w 10969625"/>
              <a:gd name="connsiteY9" fmla="*/ 6170400 h 6170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69625" h="6170613">
                <a:moveTo>
                  <a:pt x="1" y="6170400"/>
                </a:moveTo>
                <a:lnTo>
                  <a:pt x="2" y="6170400"/>
                </a:lnTo>
                <a:lnTo>
                  <a:pt x="2" y="6170613"/>
                </a:lnTo>
                <a:lnTo>
                  <a:pt x="1" y="6170613"/>
                </a:lnTo>
                <a:close/>
                <a:moveTo>
                  <a:pt x="0" y="0"/>
                </a:moveTo>
                <a:lnTo>
                  <a:pt x="10969625" y="0"/>
                </a:lnTo>
                <a:lnTo>
                  <a:pt x="10969625" y="5252613"/>
                </a:lnTo>
                <a:lnTo>
                  <a:pt x="1" y="5821413"/>
                </a:lnTo>
                <a:lnTo>
                  <a:pt x="1" y="6170400"/>
                </a:lnTo>
                <a:lnTo>
                  <a:pt x="0" y="6170400"/>
                </a:lnTo>
                <a:close/>
              </a:path>
            </a:pathLst>
          </a:custGeom>
          <a:solidFill>
            <a:srgbClr val="FFE6E7"/>
          </a:solidFill>
        </p:spPr>
        <p:txBody>
          <a:bodyPr wrap="square" anchor="ctr">
            <a:noAutofit/>
          </a:bodyPr>
          <a:lstStyle>
            <a:lvl1pPr marL="0" indent="0" algn="ctr">
              <a:lnSpc>
                <a:spcPct val="550000"/>
              </a:lnSpc>
              <a:buFontTx/>
              <a:buNone/>
              <a:defRPr sz="1200"/>
            </a:lvl1pPr>
          </a:lstStyle>
          <a:p>
            <a:r>
              <a:rPr lang="en-US"/>
              <a:t>Add Picture</a:t>
            </a:r>
          </a:p>
        </p:txBody>
      </p:sp>
      <p:sp>
        <p:nvSpPr>
          <p:cNvPr id="5" name="Slide Number Placeholder 4"/>
          <p:cNvSpPr>
            <a:spLocks noGrp="1"/>
          </p:cNvSpPr>
          <p:nvPr>
            <p:ph type="sldNum" sz="quarter" idx="12"/>
          </p:nvPr>
        </p:nvSpPr>
        <p:spPr>
          <a:xfrm>
            <a:off x="266699" y="5923478"/>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Tree>
    <p:extLst>
      <p:ext uri="{BB962C8B-B14F-4D97-AF65-F5344CB8AC3E}">
        <p14:creationId xmlns:p14="http://schemas.microsoft.com/office/powerpoint/2010/main" val="1855901369"/>
      </p:ext>
    </p:extLst>
  </p:cSld>
  <p:clrMapOvr>
    <a:masterClrMapping/>
  </p:clrMapOvr>
  <p:extLst>
    <p:ext uri="{DCECCB84-F9BA-43D5-87BE-67443E8EF086}">
      <p15:sldGuideLst xmlns:p15="http://schemas.microsoft.com/office/powerpoint/2012/main">
        <p15:guide id="2" orient="horz" pos="3440">
          <p15:clr>
            <a:srgbClr val="FBAE40"/>
          </p15:clr>
        </p15:guide>
        <p15:guide id="3" pos="166">
          <p15:clr>
            <a:srgbClr val="FBAE40"/>
          </p15:clr>
        </p15:guide>
        <p15:guide id="4" pos="6744">
          <p15:clr>
            <a:srgbClr val="FBAE40"/>
          </p15:clr>
        </p15:guide>
        <p15:guide id="5" orient="horz" pos="162">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_Full picture dark ">
    <p:bg>
      <p:bgPr>
        <a:solidFill>
          <a:schemeClr val="accent1"/>
        </a:solidFill>
        <a:effectLst/>
      </p:bgPr>
    </p:bg>
    <p:spTree>
      <p:nvGrpSpPr>
        <p:cNvPr id="1" name=""/>
        <p:cNvGrpSpPr/>
        <p:nvPr/>
      </p:nvGrpSpPr>
      <p:grpSpPr>
        <a:xfrm>
          <a:off x="0" y="0"/>
          <a:ext cx="0" cy="0"/>
          <a:chOff x="0" y="0"/>
          <a:chExt cx="0" cy="0"/>
        </a:xfrm>
      </p:grpSpPr>
      <p:pic>
        <p:nvPicPr>
          <p:cNvPr id="3" name="Logo">
            <a:extLst>
              <a:ext uri="{FF2B5EF4-FFF2-40B4-BE49-F238E27FC236}">
                <a16:creationId xmlns:a16="http://schemas.microsoft.com/office/drawing/2014/main" id="{F1A856B7-C428-C201-2653-305370B1803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7917" b="40255"/>
          <a:stretch/>
        </p:blipFill>
        <p:spPr>
          <a:xfrm>
            <a:off x="9703435" y="5581387"/>
            <a:ext cx="1104740" cy="438441"/>
          </a:xfrm>
          <a:prstGeom prst="rect">
            <a:avLst/>
          </a:prstGeom>
        </p:spPr>
      </p:pic>
      <p:sp>
        <p:nvSpPr>
          <p:cNvPr id="4" name="Footer">
            <a:extLst>
              <a:ext uri="{FF2B5EF4-FFF2-40B4-BE49-F238E27FC236}">
                <a16:creationId xmlns:a16="http://schemas.microsoft.com/office/drawing/2014/main" id="{71FC0F82-13F9-DC6E-A1F6-AF573CDEF10A}"/>
              </a:ext>
            </a:extLst>
          </p:cNvPr>
          <p:cNvSpPr txBox="1"/>
          <p:nvPr userDrawn="1"/>
        </p:nvSpPr>
        <p:spPr>
          <a:xfrm>
            <a:off x="593090" y="5935261"/>
            <a:ext cx="8850948" cy="122116"/>
          </a:xfrm>
          <a:prstGeom prst="rect">
            <a:avLst/>
          </a:prstGeom>
          <a:noFill/>
        </p:spPr>
        <p:txBody>
          <a:bodyPr wrap="square" lIns="0" tIns="0" rIns="0" bIns="0" rtlCol="0">
            <a:noAutofit/>
          </a:bodyPr>
          <a:lstStyle/>
          <a:p>
            <a:pPr marL="0" marR="0" lvl="0" indent="0" algn="l" defTabSz="914400" rtl="0" eaLnBrk="1" fontAlgn="auto" latinLnBrk="0" hangingPunct="1">
              <a:lnSpc>
                <a:spcPct val="107000"/>
              </a:lnSpc>
              <a:spcBef>
                <a:spcPts val="0"/>
              </a:spcBef>
              <a:spcAft>
                <a:spcPts val="100"/>
              </a:spcAft>
              <a:buClrTx/>
              <a:buSzTx/>
              <a:buFontTx/>
              <a:buNone/>
              <a:tabLst/>
              <a:defRPr/>
            </a:pPr>
            <a:r>
              <a:rPr lang="en-US" sz="600" kern="0" baseline="0" noProof="1">
                <a:solidFill>
                  <a:srgbClr val="A3BAC8"/>
                </a:solidFill>
                <a:latin typeface="+mn-lt"/>
              </a:rPr>
              <a:t>DC-AT/ESP1 | 08/05/2023 | © Bosch Rexroth AG 2023. All rights reserved, also regarding any disposal, exploitation, reproduction, editing, distribution, as well as in the event of applications for industrial property rights.</a:t>
            </a:r>
          </a:p>
          <a:p>
            <a:pPr marL="0" marR="0" lvl="0" indent="0" algn="l" defTabSz="914400" rtl="0" eaLnBrk="1" fontAlgn="auto" latinLnBrk="0" hangingPunct="1">
              <a:lnSpc>
                <a:spcPct val="107000"/>
              </a:lnSpc>
              <a:spcBef>
                <a:spcPts val="0"/>
              </a:spcBef>
              <a:spcAft>
                <a:spcPts val="100"/>
              </a:spcAft>
              <a:buClrTx/>
              <a:buSzTx/>
              <a:buFontTx/>
              <a:buNone/>
              <a:tabLst/>
              <a:defRPr/>
            </a:pPr>
            <a:endParaRPr lang="en-US" sz="600" kern="0" baseline="0" noProof="1">
              <a:solidFill>
                <a:schemeClr val="accent1"/>
              </a:solidFill>
              <a:latin typeface="+mn-lt"/>
            </a:endParaRPr>
          </a:p>
          <a:p>
            <a:pPr marR="0" defTabSz="914400" eaLnBrk="1" fontAlgn="auto" latinLnBrk="0" hangingPunct="1">
              <a:lnSpc>
                <a:spcPct val="107000"/>
              </a:lnSpc>
              <a:spcBef>
                <a:spcPts val="0"/>
              </a:spcBef>
              <a:spcAft>
                <a:spcPts val="100"/>
              </a:spcAft>
              <a:buClrTx/>
              <a:buSzTx/>
              <a:buFontTx/>
              <a:buNone/>
              <a:tabLst/>
            </a:pPr>
            <a:endParaRPr kumimoji="0" lang="en-US" sz="600" b="0" i="0" u="none" strike="noStrike" kern="0" cap="none" spc="0" normalizeH="0" baseline="0" noProof="1">
              <a:ln>
                <a:noFill/>
              </a:ln>
              <a:solidFill>
                <a:srgbClr val="000000"/>
              </a:solidFill>
              <a:effectLst/>
              <a:uLnTx/>
              <a:uFillTx/>
              <a:latin typeface="+mn-lt"/>
            </a:endParaRPr>
          </a:p>
        </p:txBody>
      </p:sp>
      <p:sp>
        <p:nvSpPr>
          <p:cNvPr id="5" name="Slide Number Placeholder 4"/>
          <p:cNvSpPr>
            <a:spLocks noGrp="1"/>
          </p:cNvSpPr>
          <p:nvPr>
            <p:ph type="sldNum" sz="quarter" idx="12"/>
          </p:nvPr>
        </p:nvSpPr>
        <p:spPr>
          <a:xfrm>
            <a:off x="266699" y="5923478"/>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
        <p:nvSpPr>
          <p:cNvPr id="10" name="Bildplatzhalter 9">
            <a:extLst>
              <a:ext uri="{FF2B5EF4-FFF2-40B4-BE49-F238E27FC236}">
                <a16:creationId xmlns:a16="http://schemas.microsoft.com/office/drawing/2014/main" id="{8BA72D09-8BBC-E855-D374-A752108073D0}"/>
              </a:ext>
            </a:extLst>
          </p:cNvPr>
          <p:cNvSpPr>
            <a:spLocks noGrp="1"/>
          </p:cNvSpPr>
          <p:nvPr>
            <p:ph type="pic" sz="quarter" idx="1" hasCustomPrompt="1"/>
          </p:nvPr>
        </p:nvSpPr>
        <p:spPr>
          <a:xfrm>
            <a:off x="0" y="0"/>
            <a:ext cx="10969625" cy="6170613"/>
          </a:xfrm>
          <a:custGeom>
            <a:avLst/>
            <a:gdLst>
              <a:gd name="connsiteX0" fmla="*/ 1 w 10969625"/>
              <a:gd name="connsiteY0" fmla="*/ 6170400 h 6170613"/>
              <a:gd name="connsiteX1" fmla="*/ 2 w 10969625"/>
              <a:gd name="connsiteY1" fmla="*/ 6170400 h 6170613"/>
              <a:gd name="connsiteX2" fmla="*/ 2 w 10969625"/>
              <a:gd name="connsiteY2" fmla="*/ 6170613 h 6170613"/>
              <a:gd name="connsiteX3" fmla="*/ 1 w 10969625"/>
              <a:gd name="connsiteY3" fmla="*/ 6170613 h 6170613"/>
              <a:gd name="connsiteX4" fmla="*/ 0 w 10969625"/>
              <a:gd name="connsiteY4" fmla="*/ 0 h 6170613"/>
              <a:gd name="connsiteX5" fmla="*/ 10969625 w 10969625"/>
              <a:gd name="connsiteY5" fmla="*/ 0 h 6170613"/>
              <a:gd name="connsiteX6" fmla="*/ 10969625 w 10969625"/>
              <a:gd name="connsiteY6" fmla="*/ 5252613 h 6170613"/>
              <a:gd name="connsiteX7" fmla="*/ 1 w 10969625"/>
              <a:gd name="connsiteY7" fmla="*/ 5821413 h 6170613"/>
              <a:gd name="connsiteX8" fmla="*/ 1 w 10969625"/>
              <a:gd name="connsiteY8" fmla="*/ 6170400 h 6170613"/>
              <a:gd name="connsiteX9" fmla="*/ 0 w 10969625"/>
              <a:gd name="connsiteY9" fmla="*/ 6170400 h 6170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69625" h="6170613">
                <a:moveTo>
                  <a:pt x="1" y="6170400"/>
                </a:moveTo>
                <a:lnTo>
                  <a:pt x="2" y="6170400"/>
                </a:lnTo>
                <a:lnTo>
                  <a:pt x="2" y="6170613"/>
                </a:lnTo>
                <a:lnTo>
                  <a:pt x="1" y="6170613"/>
                </a:lnTo>
                <a:close/>
                <a:moveTo>
                  <a:pt x="0" y="0"/>
                </a:moveTo>
                <a:lnTo>
                  <a:pt x="10969625" y="0"/>
                </a:lnTo>
                <a:lnTo>
                  <a:pt x="10969625" y="5252613"/>
                </a:lnTo>
                <a:lnTo>
                  <a:pt x="1" y="5821413"/>
                </a:lnTo>
                <a:lnTo>
                  <a:pt x="1" y="6170400"/>
                </a:lnTo>
                <a:lnTo>
                  <a:pt x="0" y="6170400"/>
                </a:lnTo>
                <a:close/>
              </a:path>
            </a:pathLst>
          </a:custGeom>
          <a:solidFill>
            <a:srgbClr val="FFE6E7"/>
          </a:solidFill>
        </p:spPr>
        <p:txBody>
          <a:bodyPr wrap="square" anchor="ctr">
            <a:noAutofit/>
          </a:bodyPr>
          <a:lstStyle>
            <a:lvl1pPr marL="0" indent="0" algn="ctr">
              <a:lnSpc>
                <a:spcPct val="550000"/>
              </a:lnSpc>
              <a:buFontTx/>
              <a:buNone/>
              <a:defRPr sz="1200"/>
            </a:lvl1pPr>
          </a:lstStyle>
          <a:p>
            <a:r>
              <a:rPr lang="en-US"/>
              <a:t>Add Picture</a:t>
            </a:r>
          </a:p>
        </p:txBody>
      </p:sp>
    </p:spTree>
    <p:extLst>
      <p:ext uri="{BB962C8B-B14F-4D97-AF65-F5344CB8AC3E}">
        <p14:creationId xmlns:p14="http://schemas.microsoft.com/office/powerpoint/2010/main" val="2436066662"/>
      </p:ext>
    </p:extLst>
  </p:cSld>
  <p:clrMapOvr>
    <a:masterClrMapping/>
  </p:clrMapOvr>
  <p:extLst>
    <p:ext uri="{DCECCB84-F9BA-43D5-87BE-67443E8EF086}">
      <p15:sldGuideLst xmlns:p15="http://schemas.microsoft.com/office/powerpoint/2012/main">
        <p15:guide id="2" orient="horz" pos="3440">
          <p15:clr>
            <a:srgbClr val="FBAE40"/>
          </p15:clr>
        </p15:guide>
        <p15:guide id="3" pos="166">
          <p15:clr>
            <a:srgbClr val="FBAE40"/>
          </p15:clr>
        </p15:guide>
        <p15:guide id="4" pos="6744">
          <p15:clr>
            <a:srgbClr val="FBAE40"/>
          </p15:clr>
        </p15:guide>
        <p15:guide id="5" orient="horz" pos="162">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Chapter ">
    <p:bg>
      <p:bgPr>
        <a:solidFill>
          <a:schemeClr val="bg1"/>
        </a:solidFill>
        <a:effectLst/>
      </p:bgPr>
    </p:bg>
    <p:spTree>
      <p:nvGrpSpPr>
        <p:cNvPr id="1" name=""/>
        <p:cNvGrpSpPr/>
        <p:nvPr/>
      </p:nvGrpSpPr>
      <p:grpSpPr>
        <a:xfrm>
          <a:off x="0" y="0"/>
          <a:ext cx="0" cy="0"/>
          <a:chOff x="0" y="0"/>
          <a:chExt cx="0" cy="0"/>
        </a:xfrm>
      </p:grpSpPr>
      <p:sp>
        <p:nvSpPr>
          <p:cNvPr id="9" name="Freihandform: Form 8">
            <a:extLst>
              <a:ext uri="{FF2B5EF4-FFF2-40B4-BE49-F238E27FC236}">
                <a16:creationId xmlns:a16="http://schemas.microsoft.com/office/drawing/2014/main" id="{51D8A0BF-E7D8-435F-B9C3-A76C4BF3DA1B}"/>
              </a:ext>
            </a:extLst>
          </p:cNvPr>
          <p:cNvSpPr/>
          <p:nvPr userDrawn="1"/>
        </p:nvSpPr>
        <p:spPr>
          <a:xfrm>
            <a:off x="1" y="1"/>
            <a:ext cx="10969625" cy="5832001"/>
          </a:xfrm>
          <a:custGeom>
            <a:avLst/>
            <a:gdLst>
              <a:gd name="connsiteX0" fmla="*/ 0 w 10969625"/>
              <a:gd name="connsiteY0" fmla="*/ 0 h 5832001"/>
              <a:gd name="connsiteX1" fmla="*/ 10969625 w 10969625"/>
              <a:gd name="connsiteY1" fmla="*/ 0 h 5832001"/>
              <a:gd name="connsiteX2" fmla="*/ 10969625 w 10969625"/>
              <a:gd name="connsiteY2" fmla="*/ 5252613 h 5832001"/>
              <a:gd name="connsiteX3" fmla="*/ 1 w 10969625"/>
              <a:gd name="connsiteY3" fmla="*/ 5821413 h 5832001"/>
              <a:gd name="connsiteX4" fmla="*/ 1 w 10969625"/>
              <a:gd name="connsiteY4" fmla="*/ 5832001 h 5832001"/>
              <a:gd name="connsiteX5" fmla="*/ 0 w 10969625"/>
              <a:gd name="connsiteY5" fmla="*/ 5832001 h 5832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969625" h="5832001">
                <a:moveTo>
                  <a:pt x="0" y="0"/>
                </a:moveTo>
                <a:lnTo>
                  <a:pt x="10969625" y="0"/>
                </a:lnTo>
                <a:lnTo>
                  <a:pt x="10969625" y="5252613"/>
                </a:lnTo>
                <a:lnTo>
                  <a:pt x="1" y="5821413"/>
                </a:lnTo>
                <a:lnTo>
                  <a:pt x="1" y="5832001"/>
                </a:lnTo>
                <a:lnTo>
                  <a:pt x="0" y="5832001"/>
                </a:lnTo>
                <a:close/>
              </a:path>
            </a:pathLst>
          </a:custGeom>
          <a:solidFill>
            <a:schemeClr val="accent2"/>
          </a:solidFill>
          <a:ln w="9525" cap="flat" cmpd="sng" algn="ctr">
            <a:noFill/>
            <a:prstDash val="solid"/>
          </a:ln>
          <a:effectLst/>
        </p:spPr>
        <p:txBody>
          <a:bodyPr wrap="square" rtlCol="0" anchor="ctr">
            <a:noAutofit/>
          </a:bodyPr>
          <a:lstStyle/>
          <a:p>
            <a:pPr marL="0" marR="0" indent="0" algn="ctr" defTabSz="914400" eaLnBrk="1" fontAlgn="auto" latinLnBrk="0" hangingPunct="1">
              <a:lnSpc>
                <a:spcPct val="100000"/>
              </a:lnSpc>
              <a:spcBef>
                <a:spcPts val="0"/>
              </a:spcBef>
              <a:spcAft>
                <a:spcPts val="0"/>
              </a:spcAft>
              <a:buClrTx/>
              <a:buSzTx/>
              <a:buFontTx/>
              <a:buNone/>
              <a:tabLst/>
            </a:pPr>
            <a:endParaRPr kumimoji="0" lang="en-US" sz="1800" b="0" i="0" u="none" strike="noStrike" kern="0" cap="none" spc="0" normalizeH="0" baseline="0" noProof="0" dirty="0">
              <a:ln>
                <a:noFill/>
              </a:ln>
              <a:solidFill>
                <a:srgbClr val="000000"/>
              </a:solidFill>
              <a:effectLst/>
              <a:uLnTx/>
              <a:uFillTx/>
              <a:latin typeface="Bosch Office Sans"/>
              <a:ea typeface="+mn-ea"/>
              <a:cs typeface="+mn-cs"/>
            </a:endParaRPr>
          </a:p>
        </p:txBody>
      </p:sp>
      <p:sp>
        <p:nvSpPr>
          <p:cNvPr id="7" name="BackgroundPicture1">
            <a:extLst>
              <a:ext uri="{FF2B5EF4-FFF2-40B4-BE49-F238E27FC236}">
                <a16:creationId xmlns:a16="http://schemas.microsoft.com/office/drawing/2014/main" id="{BB2FA1A4-34FB-D2E1-6F36-8B92F5F6D096}"/>
              </a:ext>
            </a:extLst>
          </p:cNvPr>
          <p:cNvSpPr/>
          <p:nvPr userDrawn="1"/>
        </p:nvSpPr>
        <p:spPr>
          <a:xfrm>
            <a:off x="0" y="0"/>
            <a:ext cx="3592801" cy="2844001"/>
          </a:xfrm>
          <a:custGeom>
            <a:avLst/>
            <a:gdLst/>
            <a:ahLst/>
            <a:cxnLst/>
            <a:rect l="0" t="0" r="0" b="0"/>
            <a:pathLst>
              <a:path w="3592801" h="2844001">
                <a:moveTo>
                  <a:pt x="0" y="0"/>
                </a:moveTo>
                <a:lnTo>
                  <a:pt x="0" y="558000"/>
                </a:lnTo>
                <a:lnTo>
                  <a:pt x="3474000" y="378000"/>
                </a:lnTo>
                <a:lnTo>
                  <a:pt x="3592800" y="2656800"/>
                </a:lnTo>
                <a:lnTo>
                  <a:pt x="0" y="2844000"/>
                </a:lnTo>
                <a:lnTo>
                  <a:pt x="0" y="55800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close/>
              </a:path>
            </a:pathLst>
          </a:custGeom>
          <a:solidFill>
            <a:schemeClr val="accent1"/>
          </a:solidFill>
          <a:ln w="9525" cap="flat" cmpd="sng" algn="ctr">
            <a:no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tabLst/>
            </a:pPr>
            <a:endParaRPr kumimoji="0" lang="en-US" sz="1800" b="0" i="0" u="none" strike="noStrike" kern="0" cap="none" spc="0" normalizeH="0" baseline="0" noProof="0" dirty="0">
              <a:ln>
                <a:noFill/>
              </a:ln>
              <a:solidFill>
                <a:srgbClr val="000000"/>
              </a:solidFill>
              <a:effectLst/>
              <a:uLnTx/>
              <a:uFillTx/>
              <a:latin typeface="Bosch Office Sans"/>
              <a:ea typeface="+mn-ea"/>
              <a:cs typeface="+mn-cs"/>
            </a:endParaRPr>
          </a:p>
        </p:txBody>
      </p:sp>
      <p:sp>
        <p:nvSpPr>
          <p:cNvPr id="6" name="Chapter_titleonly">
            <a:extLst>
              <a:ext uri="{FF2B5EF4-FFF2-40B4-BE49-F238E27FC236}">
                <a16:creationId xmlns:a16="http://schemas.microsoft.com/office/drawing/2014/main" id="{EE80FFE3-B9B2-433E-9111-10990FD419AB}"/>
              </a:ext>
            </a:extLst>
          </p:cNvPr>
          <p:cNvSpPr>
            <a:spLocks noGrp="1"/>
          </p:cNvSpPr>
          <p:nvPr>
            <p:ph type="ctrTitle" hasCustomPrompt="1"/>
          </p:nvPr>
        </p:nvSpPr>
        <p:spPr>
          <a:xfrm>
            <a:off x="4015002" y="979879"/>
            <a:ext cx="6712689" cy="4245265"/>
          </a:xfrm>
          <a:ln w="0">
            <a:noFill/>
          </a:ln>
          <a:effectLst/>
        </p:spPr>
        <p:txBody>
          <a:bodyPr lIns="0" tIns="0" rIns="0" bIns="0" anchor="t" anchorCtr="0"/>
          <a:lstStyle>
            <a:lvl1pPr algn="l">
              <a:lnSpc>
                <a:spcPts val="4400"/>
              </a:lnSpc>
              <a:defRPr sz="4000" b="1" cap="none" baseline="0">
                <a:solidFill>
                  <a:schemeClr val="accent1"/>
                </a:solidFill>
              </a:defRPr>
            </a:lvl1pPr>
          </a:lstStyle>
          <a:p>
            <a:r>
              <a:rPr lang="en-US" noProof="1"/>
              <a:t>Add Chapter Title</a:t>
            </a:r>
          </a:p>
        </p:txBody>
      </p:sp>
      <p:sp>
        <p:nvSpPr>
          <p:cNvPr id="3" name="Foliennummernplatzhalter 2">
            <a:extLst>
              <a:ext uri="{FF2B5EF4-FFF2-40B4-BE49-F238E27FC236}">
                <a16:creationId xmlns:a16="http://schemas.microsoft.com/office/drawing/2014/main" id="{1BB61E12-9C07-4A09-BA5B-31ED7604CD6F}"/>
              </a:ext>
            </a:extLst>
          </p:cNvPr>
          <p:cNvSpPr>
            <a:spLocks noGrp="1"/>
          </p:cNvSpPr>
          <p:nvPr>
            <p:ph type="sldNum" sz="quarter" idx="12"/>
          </p:nvPr>
        </p:nvSpPr>
        <p:spPr>
          <a:xfrm>
            <a:off x="266699" y="5923477"/>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
        <p:nvSpPr>
          <p:cNvPr id="4" name="Text Placeholder 1">
            <a:extLst>
              <a:ext uri="{FF2B5EF4-FFF2-40B4-BE49-F238E27FC236}">
                <a16:creationId xmlns:a16="http://schemas.microsoft.com/office/drawing/2014/main" id="{735D5699-EBBF-348D-43D5-F0A7964625AF}"/>
              </a:ext>
            </a:extLst>
          </p:cNvPr>
          <p:cNvSpPr>
            <a:spLocks noGrp="1"/>
          </p:cNvSpPr>
          <p:nvPr>
            <p:ph type="body" sz="quarter" idx="1" hasCustomPrompt="1"/>
          </p:nvPr>
        </p:nvSpPr>
        <p:spPr>
          <a:xfrm>
            <a:off x="266400" y="910800"/>
            <a:ext cx="2916000" cy="1310400"/>
          </a:xfrm>
        </p:spPr>
        <p:txBody>
          <a:bodyPr/>
          <a:lstStyle>
            <a:lvl1pPr marL="0" indent="0" algn="ctr">
              <a:lnSpc>
                <a:spcPct val="89000"/>
              </a:lnSpc>
              <a:spcBef>
                <a:spcPts val="0"/>
              </a:spcBef>
              <a:buFontTx/>
              <a:buNone/>
              <a:defRPr sz="12000">
                <a:solidFill>
                  <a:schemeClr val="bg1"/>
                </a:solidFill>
                <a:latin typeface="+mj-lt"/>
              </a:defRPr>
            </a:lvl1pPr>
            <a:lvl2pPr marL="233983" indent="0">
              <a:buFontTx/>
              <a:buNone/>
              <a:defRPr>
                <a:solidFill>
                  <a:schemeClr val="bg1"/>
                </a:solidFill>
              </a:defRPr>
            </a:lvl2pPr>
            <a:lvl3pPr marL="525561" indent="0">
              <a:buFontTx/>
              <a:buNone/>
              <a:defRPr>
                <a:solidFill>
                  <a:schemeClr val="bg1"/>
                </a:solidFill>
              </a:defRPr>
            </a:lvl3pPr>
            <a:lvl4pPr marL="748745" indent="0">
              <a:buFontTx/>
              <a:buNone/>
              <a:defRPr>
                <a:solidFill>
                  <a:schemeClr val="bg1"/>
                </a:solidFill>
              </a:defRPr>
            </a:lvl4pPr>
            <a:lvl5pPr marL="748745" indent="0">
              <a:buFontTx/>
              <a:buNone/>
              <a:defRPr>
                <a:solidFill>
                  <a:schemeClr val="bg1"/>
                </a:solidFill>
              </a:defRPr>
            </a:lvl5pPr>
          </a:lstStyle>
          <a:p>
            <a:pPr lvl="0"/>
            <a:r>
              <a:rPr lang="en-US"/>
              <a:t>00</a:t>
            </a:r>
          </a:p>
        </p:txBody>
      </p:sp>
    </p:spTree>
    <p:extLst>
      <p:ext uri="{BB962C8B-B14F-4D97-AF65-F5344CB8AC3E}">
        <p14:creationId xmlns:p14="http://schemas.microsoft.com/office/powerpoint/2010/main" val="2317288011"/>
      </p:ext>
    </p:extLst>
  </p:cSld>
  <p:clrMapOvr>
    <a:masterClrMapping/>
  </p:clrMapOvr>
  <p:extLst>
    <p:ext uri="{DCECCB84-F9BA-43D5-87BE-67443E8EF086}">
      <p15:sldGuideLst xmlns:p15="http://schemas.microsoft.com/office/powerpoint/2012/main">
        <p15:guide id="0" pos="168">
          <p15:clr>
            <a:srgbClr val="FBAE40"/>
          </p15:clr>
        </p15:guide>
        <p15:guide id="1" pos="6761">
          <p15:clr>
            <a:srgbClr val="FBAE40"/>
          </p15:clr>
        </p15:guide>
        <p15:guide id="10" orient="horz" pos="631">
          <p15:clr>
            <a:srgbClr val="FBAE40"/>
          </p15:clr>
        </p15:guide>
        <p15:guide id="11" orient="horz" pos="3441">
          <p15:clr>
            <a:srgbClr val="FBAE40"/>
          </p15:clr>
        </p15:guide>
        <p15:guide id="12" pos="2525">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_1 content inverted ">
    <p:spTree>
      <p:nvGrpSpPr>
        <p:cNvPr id="1" name=""/>
        <p:cNvGrpSpPr/>
        <p:nvPr/>
      </p:nvGrpSpPr>
      <p:grpSpPr>
        <a:xfrm>
          <a:off x="0" y="0"/>
          <a:ext cx="0" cy="0"/>
          <a:chOff x="0" y="0"/>
          <a:chExt cx="0" cy="0"/>
        </a:xfrm>
      </p:grpSpPr>
      <p:sp>
        <p:nvSpPr>
          <p:cNvPr id="13" name="Freihandform: Form 12">
            <a:extLst>
              <a:ext uri="{FF2B5EF4-FFF2-40B4-BE49-F238E27FC236}">
                <a16:creationId xmlns:a16="http://schemas.microsoft.com/office/drawing/2014/main" id="{AD5DC8FD-DD8D-4735-695B-A649A05C3DAC}"/>
              </a:ext>
            </a:extLst>
          </p:cNvPr>
          <p:cNvSpPr/>
          <p:nvPr userDrawn="1"/>
        </p:nvSpPr>
        <p:spPr>
          <a:xfrm>
            <a:off x="1" y="1"/>
            <a:ext cx="10969625" cy="5832001"/>
          </a:xfrm>
          <a:custGeom>
            <a:avLst/>
            <a:gdLst>
              <a:gd name="connsiteX0" fmla="*/ 0 w 10969625"/>
              <a:gd name="connsiteY0" fmla="*/ 0 h 5832001"/>
              <a:gd name="connsiteX1" fmla="*/ 10969625 w 10969625"/>
              <a:gd name="connsiteY1" fmla="*/ 0 h 5832001"/>
              <a:gd name="connsiteX2" fmla="*/ 10969625 w 10969625"/>
              <a:gd name="connsiteY2" fmla="*/ 5252613 h 5832001"/>
              <a:gd name="connsiteX3" fmla="*/ 1 w 10969625"/>
              <a:gd name="connsiteY3" fmla="*/ 5821413 h 5832001"/>
              <a:gd name="connsiteX4" fmla="*/ 1 w 10969625"/>
              <a:gd name="connsiteY4" fmla="*/ 5832001 h 5832001"/>
              <a:gd name="connsiteX5" fmla="*/ 0 w 10969625"/>
              <a:gd name="connsiteY5" fmla="*/ 5832001 h 5832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969625" h="5832001">
                <a:moveTo>
                  <a:pt x="0" y="0"/>
                </a:moveTo>
                <a:lnTo>
                  <a:pt x="10969625" y="0"/>
                </a:lnTo>
                <a:lnTo>
                  <a:pt x="10969625" y="5252613"/>
                </a:lnTo>
                <a:lnTo>
                  <a:pt x="1" y="5821413"/>
                </a:lnTo>
                <a:lnTo>
                  <a:pt x="1" y="5832001"/>
                </a:lnTo>
                <a:lnTo>
                  <a:pt x="0" y="5832001"/>
                </a:lnTo>
                <a:close/>
              </a:path>
            </a:pathLst>
          </a:custGeom>
          <a:solidFill>
            <a:schemeClr val="accent1"/>
          </a:solidFill>
          <a:ln w="9525" cap="flat" cmpd="sng" algn="ctr">
            <a:noFill/>
            <a:prstDash val="solid"/>
          </a:ln>
          <a:effectLst/>
        </p:spPr>
        <p:txBody>
          <a:bodyPr wrap="square" rtlCol="0" anchor="ctr">
            <a:noAutofit/>
          </a:bodyPr>
          <a:lstStyle/>
          <a:p>
            <a:pPr marL="0" marR="0" indent="0" algn="ctr" defTabSz="914400" eaLnBrk="1" fontAlgn="auto" latinLnBrk="0" hangingPunct="1">
              <a:lnSpc>
                <a:spcPct val="100000"/>
              </a:lnSpc>
              <a:spcBef>
                <a:spcPts val="0"/>
              </a:spcBef>
              <a:spcAft>
                <a:spcPts val="0"/>
              </a:spcAft>
              <a:buClrTx/>
              <a:buSzTx/>
              <a:buFontTx/>
              <a:buNone/>
              <a:tabLst/>
            </a:pPr>
            <a:endParaRPr kumimoji="0" lang="en-US" sz="1800" b="0" i="0" u="none" strike="noStrike" kern="0" cap="none" spc="0" normalizeH="0" baseline="0" noProof="0" dirty="0">
              <a:ln>
                <a:noFill/>
              </a:ln>
              <a:solidFill>
                <a:srgbClr val="000000"/>
              </a:solidFill>
              <a:effectLst/>
              <a:uLnTx/>
              <a:uFillTx/>
              <a:latin typeface="Bosch Office Sans"/>
              <a:ea typeface="+mn-ea"/>
              <a:cs typeface="+mn-cs"/>
            </a:endParaRPr>
          </a:p>
        </p:txBody>
      </p:sp>
      <p:sp>
        <p:nvSpPr>
          <p:cNvPr id="3" name="Chapter_titleonly">
            <a:extLst>
              <a:ext uri="{FF2B5EF4-FFF2-40B4-BE49-F238E27FC236}">
                <a16:creationId xmlns:a16="http://schemas.microsoft.com/office/drawing/2014/main" id="{BE09DEEA-7110-245B-5AD2-75A29B3BA8EA}"/>
              </a:ext>
            </a:extLst>
          </p:cNvPr>
          <p:cNvSpPr>
            <a:spLocks noGrp="1"/>
          </p:cNvSpPr>
          <p:nvPr>
            <p:ph type="body" idx="15" hasCustomPrompt="1"/>
          </p:nvPr>
        </p:nvSpPr>
        <p:spPr>
          <a:xfrm>
            <a:off x="259080" y="259200"/>
            <a:ext cx="10452100" cy="388800"/>
          </a:xfrm>
        </p:spPr>
        <p:txBody>
          <a:bodyPr vert="horz" lIns="0" tIns="0" rIns="0" bIns="0" rtlCol="0">
            <a:noAutofit/>
          </a:bodyPr>
          <a:lstStyle>
            <a:lvl1pPr>
              <a:lnSpc>
                <a:spcPct val="89000"/>
              </a:lnSpc>
              <a:buNone/>
              <a:defRPr lang="de-DE" sz="2400" b="1" kern="0" baseline="0">
                <a:solidFill>
                  <a:schemeClr val="accent2"/>
                </a:solidFill>
                <a:latin typeface="+mj-lt"/>
                <a:ea typeface="+mn-ea"/>
                <a:cs typeface="+mn-cs"/>
              </a:defRPr>
            </a:lvl1pPr>
          </a:lstStyle>
          <a:p>
            <a:pPr marL="0" lvl="0" indent="0">
              <a:spcBef>
                <a:spcPts val="0"/>
              </a:spcBef>
              <a:buFont typeface="Wingdings 3" panose="05040102010807070707" pitchFamily="18" charset="2"/>
            </a:pPr>
            <a:r>
              <a:rPr lang="en-US" noProof="1"/>
              <a:t>Add Chapter Title</a:t>
            </a:r>
          </a:p>
        </p:txBody>
      </p:sp>
      <p:sp>
        <p:nvSpPr>
          <p:cNvPr id="15" name="slide_title">
            <a:extLst>
              <a:ext uri="{FF2B5EF4-FFF2-40B4-BE49-F238E27FC236}">
                <a16:creationId xmlns:a16="http://schemas.microsoft.com/office/drawing/2014/main" id="{C0A6F091-52AD-4C0A-8D32-80EE860A9980}"/>
              </a:ext>
            </a:extLst>
          </p:cNvPr>
          <p:cNvSpPr>
            <a:spLocks noGrp="1"/>
          </p:cNvSpPr>
          <p:nvPr>
            <p:ph type="title" sz="quarter" hasCustomPrompt="1"/>
          </p:nvPr>
        </p:nvSpPr>
        <p:spPr>
          <a:xfrm>
            <a:off x="259080" y="648000"/>
            <a:ext cx="10452100" cy="388800"/>
          </a:xfrm>
        </p:spPr>
        <p:txBody>
          <a:bodyPr/>
          <a:lstStyle>
            <a:lvl1pPr>
              <a:defRPr>
                <a:solidFill>
                  <a:schemeClr val="accent2"/>
                </a:solidFill>
              </a:defRPr>
            </a:lvl1pPr>
          </a:lstStyle>
          <a:p>
            <a:r>
              <a:rPr lang="en-US" noProof="1"/>
              <a:t>Add Slide Title</a:t>
            </a:r>
          </a:p>
        </p:txBody>
      </p:sp>
      <p:sp>
        <p:nvSpPr>
          <p:cNvPr id="5" name="Content Placeholder 1">
            <a:extLst>
              <a:ext uri="{FF2B5EF4-FFF2-40B4-BE49-F238E27FC236}">
                <a16:creationId xmlns:a16="http://schemas.microsoft.com/office/drawing/2014/main" id="{4D46C5CB-CB38-4AD2-99D2-34C738DF30C0}"/>
              </a:ext>
            </a:extLst>
          </p:cNvPr>
          <p:cNvSpPr>
            <a:spLocks noGrp="1"/>
          </p:cNvSpPr>
          <p:nvPr>
            <p:ph sz="quarter" idx="1" hasCustomPrompt="1"/>
          </p:nvPr>
        </p:nvSpPr>
        <p:spPr>
          <a:xfrm>
            <a:off x="259080" y="1295400"/>
            <a:ext cx="10452100" cy="416814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6" name="Slide Number Placeholder 5"/>
          <p:cNvSpPr>
            <a:spLocks noGrp="1"/>
          </p:cNvSpPr>
          <p:nvPr>
            <p:ph type="sldNum" sz="quarter" idx="12"/>
          </p:nvPr>
        </p:nvSpPr>
        <p:spPr>
          <a:xfrm>
            <a:off x="266699" y="5923478"/>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Tree>
    <p:extLst>
      <p:ext uri="{BB962C8B-B14F-4D97-AF65-F5344CB8AC3E}">
        <p14:creationId xmlns:p14="http://schemas.microsoft.com/office/powerpoint/2010/main" val="3656688356"/>
      </p:ext>
    </p:extLst>
  </p:cSld>
  <p:clrMapOvr>
    <a:masterClrMapping/>
  </p:clrMapOvr>
  <p:extLst>
    <p:ext uri="{DCECCB84-F9BA-43D5-87BE-67443E8EF086}">
      <p15:sldGuideLst xmlns:p15="http://schemas.microsoft.com/office/powerpoint/2012/main">
        <p15:guide id="0" pos="163">
          <p15:clr>
            <a:srgbClr val="FBAE40"/>
          </p15:clr>
        </p15:guide>
        <p15:guide id="1" pos="6747">
          <p15:clr>
            <a:srgbClr val="FBAE40"/>
          </p15:clr>
        </p15:guide>
        <p15:guide id="10" orient="horz" pos="163">
          <p15:clr>
            <a:srgbClr val="FBAE40"/>
          </p15:clr>
        </p15:guide>
        <p15:guide id="11" orient="horz" pos="408">
          <p15:clr>
            <a:srgbClr val="FBAE40"/>
          </p15:clr>
        </p15:guide>
        <p15:guide id="15" orient="horz" pos="652">
          <p15:clr>
            <a:srgbClr val="FBAE40"/>
          </p15:clr>
        </p15:guide>
        <p15:guide id="16" orient="horz" pos="816">
          <p15:clr>
            <a:srgbClr val="FBAE40"/>
          </p15:clr>
        </p15:guide>
        <p15:guide id="17" orient="horz" pos="3441">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Split vertical ">
    <p:spTree>
      <p:nvGrpSpPr>
        <p:cNvPr id="1" name=""/>
        <p:cNvGrpSpPr/>
        <p:nvPr/>
      </p:nvGrpSpPr>
      <p:grpSpPr>
        <a:xfrm>
          <a:off x="0" y="0"/>
          <a:ext cx="0" cy="0"/>
          <a:chOff x="0" y="0"/>
          <a:chExt cx="0" cy="0"/>
        </a:xfrm>
      </p:grpSpPr>
      <p:sp>
        <p:nvSpPr>
          <p:cNvPr id="18" name="Freihandform: Form 17">
            <a:extLst>
              <a:ext uri="{FF2B5EF4-FFF2-40B4-BE49-F238E27FC236}">
                <a16:creationId xmlns:a16="http://schemas.microsoft.com/office/drawing/2014/main" id="{CC85B92C-CEA1-B1A6-4D15-68BA84C81FDE}"/>
              </a:ext>
            </a:extLst>
          </p:cNvPr>
          <p:cNvSpPr/>
          <p:nvPr userDrawn="1"/>
        </p:nvSpPr>
        <p:spPr>
          <a:xfrm>
            <a:off x="1" y="1"/>
            <a:ext cx="10969625" cy="5821412"/>
          </a:xfrm>
          <a:custGeom>
            <a:avLst/>
            <a:gdLst>
              <a:gd name="connsiteX0" fmla="*/ 0 w 10969625"/>
              <a:gd name="connsiteY0" fmla="*/ 0 h 5821412"/>
              <a:gd name="connsiteX1" fmla="*/ 10969625 w 10969625"/>
              <a:gd name="connsiteY1" fmla="*/ 0 h 5821412"/>
              <a:gd name="connsiteX2" fmla="*/ 10969625 w 10969625"/>
              <a:gd name="connsiteY2" fmla="*/ 5252612 h 5821412"/>
              <a:gd name="connsiteX3" fmla="*/ 0 w 10969625"/>
              <a:gd name="connsiteY3" fmla="*/ 5821412 h 5821412"/>
            </a:gdLst>
            <a:ahLst/>
            <a:cxnLst>
              <a:cxn ang="0">
                <a:pos x="connsiteX0" y="connsiteY0"/>
              </a:cxn>
              <a:cxn ang="0">
                <a:pos x="connsiteX1" y="connsiteY1"/>
              </a:cxn>
              <a:cxn ang="0">
                <a:pos x="connsiteX2" y="connsiteY2"/>
              </a:cxn>
              <a:cxn ang="0">
                <a:pos x="connsiteX3" y="connsiteY3"/>
              </a:cxn>
            </a:cxnLst>
            <a:rect l="l" t="t" r="r" b="b"/>
            <a:pathLst>
              <a:path w="10969625" h="5821412">
                <a:moveTo>
                  <a:pt x="0" y="0"/>
                </a:moveTo>
                <a:lnTo>
                  <a:pt x="10969625" y="0"/>
                </a:lnTo>
                <a:lnTo>
                  <a:pt x="10969625" y="5252612"/>
                </a:lnTo>
                <a:lnTo>
                  <a:pt x="0" y="5821412"/>
                </a:lnTo>
                <a:close/>
              </a:path>
            </a:pathLst>
          </a:custGeom>
          <a:solidFill>
            <a:schemeClr val="accent1"/>
          </a:solidFill>
          <a:ln w="9525" cap="flat" cmpd="sng" algn="ctr">
            <a:noFill/>
            <a:prstDash val="solid"/>
          </a:ln>
          <a:effectLst/>
        </p:spPr>
        <p:txBody>
          <a:bodyPr wrap="square" rtlCol="0" anchor="ctr">
            <a:noAutofit/>
          </a:bodyPr>
          <a:lstStyle/>
          <a:p>
            <a:pPr marL="0" marR="0" indent="0" algn="ctr" defTabSz="914400" eaLnBrk="1" fontAlgn="auto" latinLnBrk="0" hangingPunct="1">
              <a:lnSpc>
                <a:spcPct val="100000"/>
              </a:lnSpc>
              <a:spcBef>
                <a:spcPts val="0"/>
              </a:spcBef>
              <a:spcAft>
                <a:spcPts val="0"/>
              </a:spcAft>
              <a:buClrTx/>
              <a:buSzTx/>
              <a:buFontTx/>
              <a:buNone/>
              <a:tabLst/>
            </a:pPr>
            <a:endParaRPr kumimoji="0" lang="en-US" sz="1800" b="0" i="0" u="none" strike="noStrike" kern="0" cap="none" spc="0" normalizeH="0" baseline="0" noProof="0" dirty="0">
              <a:ln>
                <a:noFill/>
              </a:ln>
              <a:solidFill>
                <a:srgbClr val="000000"/>
              </a:solidFill>
              <a:effectLst/>
              <a:uLnTx/>
              <a:uFillTx/>
              <a:latin typeface="Bosch Office Sans"/>
              <a:ea typeface="+mn-ea"/>
              <a:cs typeface="+mn-cs"/>
            </a:endParaRPr>
          </a:p>
        </p:txBody>
      </p:sp>
      <p:sp>
        <p:nvSpPr>
          <p:cNvPr id="5" name="Slide Number Placeholder 4"/>
          <p:cNvSpPr>
            <a:spLocks noGrp="1"/>
          </p:cNvSpPr>
          <p:nvPr>
            <p:ph type="sldNum" sz="quarter" idx="12"/>
          </p:nvPr>
        </p:nvSpPr>
        <p:spPr>
          <a:xfrm>
            <a:off x="266699" y="5923478"/>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
        <p:nvSpPr>
          <p:cNvPr id="4" name="Text Placeholder 3">
            <a:extLst>
              <a:ext uri="{FF2B5EF4-FFF2-40B4-BE49-F238E27FC236}">
                <a16:creationId xmlns:a16="http://schemas.microsoft.com/office/drawing/2014/main" id="{DA63EE3D-5B1A-EE02-BCE2-D4A0FE325CBC}"/>
              </a:ext>
            </a:extLst>
          </p:cNvPr>
          <p:cNvSpPr>
            <a:spLocks noGrp="1"/>
          </p:cNvSpPr>
          <p:nvPr>
            <p:ph type="body" sz="quarter" idx="2"/>
          </p:nvPr>
        </p:nvSpPr>
        <p:spPr>
          <a:xfrm>
            <a:off x="5683308" y="1371600"/>
            <a:ext cx="5018314" cy="4087298"/>
          </a:xfrm>
        </p:spPr>
        <p:txBody>
          <a:bodyPr/>
          <a:lstStyle>
            <a:lvl1pPr>
              <a:defRPr sz="2400" b="1">
                <a:solidFill>
                  <a:schemeClr val="bg1"/>
                </a:solidFill>
                <a:latin typeface="+mj-lt"/>
              </a:defRPr>
            </a:lvl1pPr>
            <a:lvl2pPr>
              <a:defRPr sz="2400" b="1">
                <a:solidFill>
                  <a:schemeClr val="bg1"/>
                </a:solidFill>
                <a:latin typeface="+mj-lt"/>
              </a:defRPr>
            </a:lvl2pPr>
            <a:lvl3pPr>
              <a:defRPr sz="2400" b="1">
                <a:solidFill>
                  <a:schemeClr val="bg1"/>
                </a:solidFill>
                <a:latin typeface="+mj-lt"/>
              </a:defRPr>
            </a:lvl3pPr>
            <a:lvl4pPr>
              <a:defRPr sz="2400" b="1">
                <a:solidFill>
                  <a:schemeClr val="bg1"/>
                </a:solidFill>
                <a:latin typeface="+mj-lt"/>
              </a:defRPr>
            </a:lvl4pPr>
            <a:lvl5pPr>
              <a:defRPr sz="2400" b="1">
                <a:solidFill>
                  <a:schemeClr val="bg1"/>
                </a:solidFill>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20" name="Bildplatzhalter 19">
            <a:extLst>
              <a:ext uri="{FF2B5EF4-FFF2-40B4-BE49-F238E27FC236}">
                <a16:creationId xmlns:a16="http://schemas.microsoft.com/office/drawing/2014/main" id="{21315564-2908-E39A-1AE8-D9CEE3539F37}"/>
              </a:ext>
            </a:extLst>
          </p:cNvPr>
          <p:cNvSpPr>
            <a:spLocks noGrp="1"/>
          </p:cNvSpPr>
          <p:nvPr>
            <p:ph type="pic" sz="quarter" idx="1" hasCustomPrompt="1"/>
          </p:nvPr>
        </p:nvSpPr>
        <p:spPr>
          <a:xfrm>
            <a:off x="1" y="1"/>
            <a:ext cx="5486400" cy="5821413"/>
          </a:xfrm>
          <a:custGeom>
            <a:avLst/>
            <a:gdLst>
              <a:gd name="connsiteX0" fmla="*/ 0 w 5486400"/>
              <a:gd name="connsiteY0" fmla="*/ 0 h 5821413"/>
              <a:gd name="connsiteX1" fmla="*/ 5486400 w 5486400"/>
              <a:gd name="connsiteY1" fmla="*/ 0 h 5821413"/>
              <a:gd name="connsiteX2" fmla="*/ 5486400 w 5486400"/>
              <a:gd name="connsiteY2" fmla="*/ 5536931 h 5821413"/>
              <a:gd name="connsiteX3" fmla="*/ 0 w 5486400"/>
              <a:gd name="connsiteY3" fmla="*/ 5821413 h 5821413"/>
            </a:gdLst>
            <a:ahLst/>
            <a:cxnLst>
              <a:cxn ang="0">
                <a:pos x="connsiteX0" y="connsiteY0"/>
              </a:cxn>
              <a:cxn ang="0">
                <a:pos x="connsiteX1" y="connsiteY1"/>
              </a:cxn>
              <a:cxn ang="0">
                <a:pos x="connsiteX2" y="connsiteY2"/>
              </a:cxn>
              <a:cxn ang="0">
                <a:pos x="connsiteX3" y="connsiteY3"/>
              </a:cxn>
            </a:cxnLst>
            <a:rect l="l" t="t" r="r" b="b"/>
            <a:pathLst>
              <a:path w="5486400" h="5821413">
                <a:moveTo>
                  <a:pt x="0" y="0"/>
                </a:moveTo>
                <a:lnTo>
                  <a:pt x="5486400" y="0"/>
                </a:lnTo>
                <a:lnTo>
                  <a:pt x="5486400" y="5536931"/>
                </a:lnTo>
                <a:lnTo>
                  <a:pt x="0" y="5821413"/>
                </a:lnTo>
                <a:close/>
              </a:path>
            </a:pathLst>
          </a:custGeom>
          <a:solidFill>
            <a:srgbClr val="FFE6E7"/>
          </a:solidFill>
        </p:spPr>
        <p:txBody>
          <a:bodyPr wrap="square" anchor="ctr">
            <a:noAutofit/>
          </a:bodyPr>
          <a:lstStyle>
            <a:lvl1pPr marL="0" indent="0" algn="ctr">
              <a:lnSpc>
                <a:spcPct val="550000"/>
              </a:lnSpc>
              <a:buFontTx/>
              <a:buNone/>
              <a:defRPr sz="1200"/>
            </a:lvl1pPr>
          </a:lstStyle>
          <a:p>
            <a:r>
              <a:rPr lang="en-US"/>
              <a:t>Add Picture</a:t>
            </a:r>
          </a:p>
        </p:txBody>
      </p:sp>
      <p:sp>
        <p:nvSpPr>
          <p:cNvPr id="14" name="Title 1">
            <a:extLst>
              <a:ext uri="{FF2B5EF4-FFF2-40B4-BE49-F238E27FC236}">
                <a16:creationId xmlns:a16="http://schemas.microsoft.com/office/drawing/2014/main" id="{F10EE55D-35FD-EB98-A902-8C0417DB53D2}"/>
              </a:ext>
            </a:extLst>
          </p:cNvPr>
          <p:cNvSpPr>
            <a:spLocks noGrp="1"/>
          </p:cNvSpPr>
          <p:nvPr>
            <p:ph type="ctrTitle" hasCustomPrompt="1"/>
          </p:nvPr>
        </p:nvSpPr>
        <p:spPr>
          <a:xfrm>
            <a:off x="4679999" y="259200"/>
            <a:ext cx="6026101" cy="914400"/>
          </a:xfrm>
          <a:solidFill>
            <a:schemeClr val="accent2"/>
          </a:solidFill>
          <a:ln w="0">
            <a:noFill/>
          </a:ln>
          <a:effectLst/>
        </p:spPr>
        <p:txBody>
          <a:bodyPr wrap="none" lIns="230400" tIns="169200" rIns="230400" bIns="50400" anchor="t" anchorCtr="0">
            <a:noAutofit/>
          </a:bodyPr>
          <a:lstStyle>
            <a:lvl1pPr algn="l">
              <a:lnSpc>
                <a:spcPts val="5400"/>
              </a:lnSpc>
              <a:defRPr sz="5000" b="1" i="0" cap="none" baseline="0">
                <a:solidFill>
                  <a:schemeClr val="accent1"/>
                </a:solidFill>
                <a:latin typeface="+mj-lt"/>
              </a:defRPr>
            </a:lvl1pPr>
          </a:lstStyle>
          <a:p>
            <a:r>
              <a:rPr lang="en-US" noProof="1"/>
              <a:t>Add Title</a:t>
            </a:r>
          </a:p>
        </p:txBody>
      </p:sp>
    </p:spTree>
    <p:extLst>
      <p:ext uri="{BB962C8B-B14F-4D97-AF65-F5344CB8AC3E}">
        <p14:creationId xmlns:p14="http://schemas.microsoft.com/office/powerpoint/2010/main" val="994692378"/>
      </p:ext>
    </p:extLst>
  </p:cSld>
  <p:clrMapOvr>
    <a:masterClrMapping/>
  </p:clrMapOvr>
  <p:extLst>
    <p:ext uri="{DCECCB84-F9BA-43D5-87BE-67443E8EF086}">
      <p15:sldGuideLst xmlns:p15="http://schemas.microsoft.com/office/powerpoint/2012/main">
        <p15:guide id="1" orient="horz" pos="855">
          <p15:clr>
            <a:srgbClr val="FBAE40"/>
          </p15:clr>
        </p15:guide>
        <p15:guide id="2" orient="horz" pos="3440">
          <p15:clr>
            <a:srgbClr val="FBAE40"/>
          </p15:clr>
        </p15:guide>
        <p15:guide id="3" pos="166">
          <p15:clr>
            <a:srgbClr val="FBAE40"/>
          </p15:clr>
        </p15:guide>
        <p15:guide id="4" pos="6744">
          <p15:clr>
            <a:srgbClr val="FBAE40"/>
          </p15:clr>
        </p15:guide>
        <p15:guide id="5" orient="horz" pos="162">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1_4 content dark ">
    <p:spTree>
      <p:nvGrpSpPr>
        <p:cNvPr id="1" name=""/>
        <p:cNvGrpSpPr/>
        <p:nvPr/>
      </p:nvGrpSpPr>
      <p:grpSpPr>
        <a:xfrm>
          <a:off x="0" y="0"/>
          <a:ext cx="0" cy="0"/>
          <a:chOff x="0" y="0"/>
          <a:chExt cx="0" cy="0"/>
        </a:xfrm>
      </p:grpSpPr>
      <p:sp>
        <p:nvSpPr>
          <p:cNvPr id="4" name="BackgroundPicture2">
            <a:extLst>
              <a:ext uri="{FF2B5EF4-FFF2-40B4-BE49-F238E27FC236}">
                <a16:creationId xmlns:a16="http://schemas.microsoft.com/office/drawing/2014/main" id="{9F4F8A00-0989-FEAD-D127-59325AD26110}"/>
              </a:ext>
            </a:extLst>
          </p:cNvPr>
          <p:cNvSpPr/>
          <p:nvPr userDrawn="1"/>
        </p:nvSpPr>
        <p:spPr>
          <a:xfrm rot="10800000">
            <a:off x="0" y="5252612"/>
            <a:ext cx="10969626" cy="918001"/>
          </a:xfrm>
          <a:custGeom>
            <a:avLst/>
            <a:gdLst/>
            <a:ahLst/>
            <a:cxnLst/>
            <a:rect l="0" t="0" r="0" b="0"/>
            <a:pathLst>
              <a:path w="10969626" h="918001">
                <a:moveTo>
                  <a:pt x="0" y="0"/>
                </a:moveTo>
                <a:lnTo>
                  <a:pt x="10969625" y="0"/>
                </a:lnTo>
                <a:lnTo>
                  <a:pt x="10969625" y="349200"/>
                </a:lnTo>
                <a:lnTo>
                  <a:pt x="0" y="91800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close/>
              </a:path>
            </a:pathLst>
          </a:custGeom>
          <a:solidFill>
            <a:schemeClr val="accent1"/>
          </a:solidFill>
          <a:ln w="9525" cap="flat" cmpd="sng" algn="ctr">
            <a:no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tabLst/>
            </a:pPr>
            <a:endParaRPr kumimoji="0" lang="en-US" sz="1800" b="0" i="0" u="none" strike="noStrike" kern="0" cap="none" spc="0" normalizeH="0" baseline="0" noProof="0" dirty="0">
              <a:ln>
                <a:noFill/>
              </a:ln>
              <a:solidFill>
                <a:srgbClr val="000000"/>
              </a:solidFill>
              <a:effectLst/>
              <a:uLnTx/>
              <a:uFillTx/>
              <a:latin typeface="Bosch Office Sans"/>
              <a:ea typeface="+mn-ea"/>
              <a:cs typeface="+mn-cs"/>
            </a:endParaRPr>
          </a:p>
        </p:txBody>
      </p:sp>
      <p:pic>
        <p:nvPicPr>
          <p:cNvPr id="7" name="Logo">
            <a:extLst>
              <a:ext uri="{FF2B5EF4-FFF2-40B4-BE49-F238E27FC236}">
                <a16:creationId xmlns:a16="http://schemas.microsoft.com/office/drawing/2014/main" id="{29C23F0C-EB63-1D22-28D2-C6B83FB9B24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7917" b="40255"/>
          <a:stretch/>
        </p:blipFill>
        <p:spPr>
          <a:xfrm>
            <a:off x="9703435" y="5581387"/>
            <a:ext cx="1104740" cy="438441"/>
          </a:xfrm>
          <a:prstGeom prst="rect">
            <a:avLst/>
          </a:prstGeom>
        </p:spPr>
      </p:pic>
      <p:sp>
        <p:nvSpPr>
          <p:cNvPr id="10" name="Footer">
            <a:extLst>
              <a:ext uri="{FF2B5EF4-FFF2-40B4-BE49-F238E27FC236}">
                <a16:creationId xmlns:a16="http://schemas.microsoft.com/office/drawing/2014/main" id="{A06149E1-C7E9-E474-E1DD-47C75CD7DB77}"/>
              </a:ext>
            </a:extLst>
          </p:cNvPr>
          <p:cNvSpPr txBox="1"/>
          <p:nvPr userDrawn="1"/>
        </p:nvSpPr>
        <p:spPr>
          <a:xfrm>
            <a:off x="593090" y="5935261"/>
            <a:ext cx="8850948" cy="122116"/>
          </a:xfrm>
          <a:prstGeom prst="rect">
            <a:avLst/>
          </a:prstGeom>
          <a:noFill/>
        </p:spPr>
        <p:txBody>
          <a:bodyPr wrap="square" lIns="0" tIns="0" rIns="0" bIns="0" rtlCol="0">
            <a:noAutofit/>
          </a:bodyPr>
          <a:lstStyle/>
          <a:p>
            <a:pPr marL="0" marR="0" lvl="0" indent="0" algn="l" defTabSz="914400" rtl="0" eaLnBrk="1" fontAlgn="auto" latinLnBrk="0" hangingPunct="1">
              <a:lnSpc>
                <a:spcPct val="107000"/>
              </a:lnSpc>
              <a:spcBef>
                <a:spcPts val="0"/>
              </a:spcBef>
              <a:spcAft>
                <a:spcPts val="100"/>
              </a:spcAft>
              <a:buClrTx/>
              <a:buSzTx/>
              <a:buFontTx/>
              <a:buNone/>
              <a:tabLst/>
              <a:defRPr/>
            </a:pPr>
            <a:r>
              <a:rPr lang="en-US" sz="600" kern="0" baseline="0" noProof="1">
                <a:solidFill>
                  <a:srgbClr val="A3BAC8"/>
                </a:solidFill>
                <a:latin typeface="+mn-lt"/>
              </a:rPr>
              <a:t>DC-AT/ESP1 | 08/05/2023 | © Bosch Rexroth AG 2023. All rights reserved, also regarding any disposal, exploitation, reproduction, editing, distribution, as well as in the event of applications for industrial property rights.</a:t>
            </a:r>
          </a:p>
          <a:p>
            <a:pPr marL="0" marR="0" lvl="0" indent="0" algn="l" defTabSz="914400" rtl="0" eaLnBrk="1" fontAlgn="auto" latinLnBrk="0" hangingPunct="1">
              <a:lnSpc>
                <a:spcPct val="107000"/>
              </a:lnSpc>
              <a:spcBef>
                <a:spcPts val="0"/>
              </a:spcBef>
              <a:spcAft>
                <a:spcPts val="100"/>
              </a:spcAft>
              <a:buClrTx/>
              <a:buSzTx/>
              <a:buFontTx/>
              <a:buNone/>
              <a:tabLst/>
              <a:defRPr/>
            </a:pPr>
            <a:endParaRPr lang="en-US" sz="600" kern="0" baseline="0" noProof="1">
              <a:solidFill>
                <a:schemeClr val="accent1"/>
              </a:solidFill>
              <a:latin typeface="+mn-lt"/>
            </a:endParaRPr>
          </a:p>
          <a:p>
            <a:pPr marR="0" defTabSz="914400" eaLnBrk="1" fontAlgn="auto" latinLnBrk="0" hangingPunct="1">
              <a:lnSpc>
                <a:spcPct val="107000"/>
              </a:lnSpc>
              <a:spcBef>
                <a:spcPts val="0"/>
              </a:spcBef>
              <a:spcAft>
                <a:spcPts val="100"/>
              </a:spcAft>
              <a:buClrTx/>
              <a:buSzTx/>
              <a:buFontTx/>
              <a:buNone/>
              <a:tabLst/>
            </a:pPr>
            <a:endParaRPr kumimoji="0" lang="en-US" sz="600" b="0" i="0" u="none" strike="noStrike" kern="0" cap="none" spc="0" normalizeH="0" baseline="0" noProof="1">
              <a:ln>
                <a:noFill/>
              </a:ln>
              <a:solidFill>
                <a:srgbClr val="000000"/>
              </a:solidFill>
              <a:effectLst/>
              <a:uLnTx/>
              <a:uFillTx/>
              <a:latin typeface="+mn-lt"/>
            </a:endParaRPr>
          </a:p>
        </p:txBody>
      </p:sp>
      <p:sp>
        <p:nvSpPr>
          <p:cNvPr id="2" name="Chapter_titleonly">
            <a:extLst>
              <a:ext uri="{FF2B5EF4-FFF2-40B4-BE49-F238E27FC236}">
                <a16:creationId xmlns:a16="http://schemas.microsoft.com/office/drawing/2014/main" id="{D8DBEFB5-7FD9-DE0E-BF93-9044327DD412}"/>
              </a:ext>
            </a:extLst>
          </p:cNvPr>
          <p:cNvSpPr>
            <a:spLocks noGrp="1"/>
          </p:cNvSpPr>
          <p:nvPr>
            <p:ph type="body" idx="15" hasCustomPrompt="1"/>
          </p:nvPr>
        </p:nvSpPr>
        <p:spPr>
          <a:xfrm>
            <a:off x="259080" y="259200"/>
            <a:ext cx="10452100" cy="388800"/>
          </a:xfrm>
        </p:spPr>
        <p:txBody>
          <a:bodyPr vert="horz" lIns="0" tIns="0" rIns="0" bIns="0" rtlCol="0">
            <a:noAutofit/>
          </a:bodyPr>
          <a:lstStyle>
            <a:lvl1pPr algn="l" defTabSz="914333" rtl="0" eaLnBrk="1" latinLnBrk="0" hangingPunct="1">
              <a:lnSpc>
                <a:spcPct val="89000"/>
              </a:lnSpc>
              <a:spcBef>
                <a:spcPts val="500"/>
              </a:spcBef>
              <a:buNone/>
              <a:defRPr lang="en-US" sz="2400" b="1" kern="1200" baseline="0" noProof="1">
                <a:solidFill>
                  <a:srgbClr val="00B9E5"/>
                </a:solidFill>
                <a:latin typeface="+mj-lt"/>
                <a:ea typeface="+mj-ea"/>
                <a:cs typeface="+mj-cs"/>
              </a:defRPr>
            </a:lvl1pPr>
          </a:lstStyle>
          <a:p>
            <a:pPr marL="0" lvl="0" indent="0">
              <a:spcBef>
                <a:spcPts val="0"/>
              </a:spcBef>
              <a:buFont typeface="Wingdings 3" panose="05040102010807070707" pitchFamily="18" charset="2"/>
            </a:pPr>
            <a:r>
              <a:rPr lang="en-US" noProof="1"/>
              <a:t>Add Chapter Title</a:t>
            </a:r>
          </a:p>
        </p:txBody>
      </p:sp>
      <p:sp>
        <p:nvSpPr>
          <p:cNvPr id="19" name="slide_title">
            <a:extLst>
              <a:ext uri="{FF2B5EF4-FFF2-40B4-BE49-F238E27FC236}">
                <a16:creationId xmlns:a16="http://schemas.microsoft.com/office/drawing/2014/main" id="{DF7F8884-B1F7-469D-8614-E93F2AA1E3DD}"/>
              </a:ext>
            </a:extLst>
          </p:cNvPr>
          <p:cNvSpPr>
            <a:spLocks noGrp="1"/>
          </p:cNvSpPr>
          <p:nvPr>
            <p:ph type="title" sz="quarter" hasCustomPrompt="1"/>
          </p:nvPr>
        </p:nvSpPr>
        <p:spPr>
          <a:xfrm>
            <a:off x="259080" y="648000"/>
            <a:ext cx="10452100" cy="388800"/>
          </a:xfrm>
        </p:spPr>
        <p:txBody>
          <a:bodyPr/>
          <a:lstStyle>
            <a:lvl1pPr>
              <a:defRPr lang="en-US" sz="2400" b="1" kern="1200" baseline="0" noProof="1">
                <a:solidFill>
                  <a:srgbClr val="00B9E5"/>
                </a:solidFill>
                <a:latin typeface="+mj-lt"/>
                <a:ea typeface="+mj-ea"/>
                <a:cs typeface="+mj-cs"/>
              </a:defRPr>
            </a:lvl1pPr>
          </a:lstStyle>
          <a:p>
            <a:r>
              <a:rPr lang="en-US" noProof="1"/>
              <a:t>Add Slide Title</a:t>
            </a:r>
          </a:p>
        </p:txBody>
      </p:sp>
      <p:sp>
        <p:nvSpPr>
          <p:cNvPr id="5" name="Content Placeholder 1"/>
          <p:cNvSpPr>
            <a:spLocks noGrp="1"/>
          </p:cNvSpPr>
          <p:nvPr>
            <p:ph sz="half" idx="1" hasCustomPrompt="1"/>
          </p:nvPr>
        </p:nvSpPr>
        <p:spPr>
          <a:xfrm>
            <a:off x="259080" y="1295399"/>
            <a:ext cx="2515870" cy="416814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8" name="Content Placeholder 2"/>
          <p:cNvSpPr>
            <a:spLocks noGrp="1"/>
          </p:cNvSpPr>
          <p:nvPr>
            <p:ph sz="half" idx="2" hasCustomPrompt="1"/>
          </p:nvPr>
        </p:nvSpPr>
        <p:spPr>
          <a:xfrm>
            <a:off x="2904490" y="1295400"/>
            <a:ext cx="2515870" cy="416814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6" name="Content Placeholder 3"/>
          <p:cNvSpPr>
            <a:spLocks noGrp="1"/>
          </p:cNvSpPr>
          <p:nvPr>
            <p:ph sz="half" idx="3" hasCustomPrompt="1"/>
          </p:nvPr>
        </p:nvSpPr>
        <p:spPr>
          <a:xfrm>
            <a:off x="5549900" y="1295399"/>
            <a:ext cx="2515870" cy="416814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9" name="Content Placeholder 4"/>
          <p:cNvSpPr>
            <a:spLocks noGrp="1"/>
          </p:cNvSpPr>
          <p:nvPr>
            <p:ph sz="half" idx="4" hasCustomPrompt="1"/>
          </p:nvPr>
        </p:nvSpPr>
        <p:spPr>
          <a:xfrm>
            <a:off x="8195310" y="1295400"/>
            <a:ext cx="2515870" cy="416814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3" name="Slide Number Placeholder 2"/>
          <p:cNvSpPr>
            <a:spLocks noGrp="1"/>
          </p:cNvSpPr>
          <p:nvPr>
            <p:ph type="sldNum" sz="quarter" idx="12"/>
          </p:nvPr>
        </p:nvSpPr>
        <p:spPr>
          <a:xfrm>
            <a:off x="266699" y="5923478"/>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
        <p:nvSpPr>
          <p:cNvPr id="14" name="Rectangle7">
            <a:extLst>
              <a:ext uri="{FF2B5EF4-FFF2-40B4-BE49-F238E27FC236}">
                <a16:creationId xmlns:a16="http://schemas.microsoft.com/office/drawing/2014/main" id="{3A9A741C-7644-4810-ABAF-465822FC0D76}"/>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Tree>
    <p:extLst>
      <p:ext uri="{BB962C8B-B14F-4D97-AF65-F5344CB8AC3E}">
        <p14:creationId xmlns:p14="http://schemas.microsoft.com/office/powerpoint/2010/main" val="3017016206"/>
      </p:ext>
    </p:extLst>
  </p:cSld>
  <p:clrMapOvr>
    <a:masterClrMapping/>
  </p:clrMapOvr>
  <p:extLst>
    <p:ext uri="{DCECCB84-F9BA-43D5-87BE-67443E8EF086}">
      <p15:sldGuideLst xmlns:p15="http://schemas.microsoft.com/office/powerpoint/2012/main">
        <p15:guide id="0" pos="163">
          <p15:clr>
            <a:srgbClr val="FBAE40"/>
          </p15:clr>
        </p15:guide>
        <p15:guide id="1" pos="6747">
          <p15:clr>
            <a:srgbClr val="FBAE40"/>
          </p15:clr>
        </p15:guide>
        <p15:guide id="5" pos="1748">
          <p15:clr>
            <a:srgbClr val="FBAE40"/>
          </p15:clr>
        </p15:guide>
        <p15:guide id="6" pos="3496">
          <p15:clr>
            <a:srgbClr val="FBAE40"/>
          </p15:clr>
        </p15:guide>
        <p15:guide id="7" pos="5080">
          <p15:clr>
            <a:srgbClr val="FBAE40"/>
          </p15:clr>
        </p15:guide>
        <p15:guide id="8" pos="1829">
          <p15:clr>
            <a:srgbClr val="FBAE40"/>
          </p15:clr>
        </p15:guide>
        <p15:guide id="9" pos="3414">
          <p15:clr>
            <a:srgbClr val="FBAE40"/>
          </p15:clr>
        </p15:guide>
        <p15:guide id="10" pos="5162">
          <p15:clr>
            <a:srgbClr val="FBAE40"/>
          </p15:clr>
        </p15:guide>
        <p15:guide id="11" orient="horz" pos="408">
          <p15:clr>
            <a:srgbClr val="FBAE40"/>
          </p15:clr>
        </p15:guide>
        <p15:guide id="14" orient="horz" pos="163">
          <p15:clr>
            <a:srgbClr val="FBAE40"/>
          </p15:clr>
        </p15:guide>
        <p15:guide id="15" orient="horz" pos="651">
          <p15:clr>
            <a:srgbClr val="FBAE40"/>
          </p15:clr>
        </p15:guide>
        <p15:guide id="17" orient="horz" pos="3441">
          <p15:clr>
            <a:srgbClr val="FBAE40"/>
          </p15:clr>
        </p15:guide>
        <p15:guide id="18" orient="horz" pos="816">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4 content light ">
    <p:bg>
      <p:bgRef idx="1001">
        <a:schemeClr val="bg1"/>
      </p:bgRef>
    </p:bg>
    <p:spTree>
      <p:nvGrpSpPr>
        <p:cNvPr id="1" name=""/>
        <p:cNvGrpSpPr/>
        <p:nvPr/>
      </p:nvGrpSpPr>
      <p:grpSpPr>
        <a:xfrm>
          <a:off x="0" y="0"/>
          <a:ext cx="0" cy="0"/>
          <a:chOff x="0" y="0"/>
          <a:chExt cx="0" cy="0"/>
        </a:xfrm>
      </p:grpSpPr>
      <p:sp>
        <p:nvSpPr>
          <p:cNvPr id="2" name="Chapter_titleonly">
            <a:extLst>
              <a:ext uri="{FF2B5EF4-FFF2-40B4-BE49-F238E27FC236}">
                <a16:creationId xmlns:a16="http://schemas.microsoft.com/office/drawing/2014/main" id="{D8DBEFB5-7FD9-DE0E-BF93-9044327DD412}"/>
              </a:ext>
            </a:extLst>
          </p:cNvPr>
          <p:cNvSpPr>
            <a:spLocks noGrp="1"/>
          </p:cNvSpPr>
          <p:nvPr>
            <p:ph type="body" idx="15" hasCustomPrompt="1"/>
          </p:nvPr>
        </p:nvSpPr>
        <p:spPr>
          <a:xfrm>
            <a:off x="259080" y="259200"/>
            <a:ext cx="10452100" cy="388800"/>
          </a:xfrm>
        </p:spPr>
        <p:txBody>
          <a:bodyPr vert="horz" lIns="0" tIns="0" rIns="0" bIns="0" rtlCol="0">
            <a:noAutofit/>
          </a:bodyPr>
          <a:lstStyle>
            <a:lvl1pPr>
              <a:lnSpc>
                <a:spcPct val="89000"/>
              </a:lnSpc>
              <a:spcBef>
                <a:spcPts val="500"/>
              </a:spcBef>
              <a:buNone/>
              <a:defRPr lang="en-US" sz="2400" b="1" kern="1200" baseline="0" noProof="1">
                <a:solidFill>
                  <a:srgbClr val="00B9E5"/>
                </a:solidFill>
                <a:latin typeface="+mj-lt"/>
                <a:ea typeface="+mj-ea"/>
                <a:cs typeface="+mj-cs"/>
              </a:defRPr>
            </a:lvl1pPr>
          </a:lstStyle>
          <a:p>
            <a:pPr marL="0" lvl="0" indent="0">
              <a:spcBef>
                <a:spcPts val="0"/>
              </a:spcBef>
              <a:buFont typeface="Wingdings 3" panose="05040102010807070707" pitchFamily="18" charset="2"/>
            </a:pPr>
            <a:r>
              <a:rPr lang="en-US" noProof="1"/>
              <a:t>Add Chapter Title</a:t>
            </a:r>
          </a:p>
        </p:txBody>
      </p:sp>
      <p:sp>
        <p:nvSpPr>
          <p:cNvPr id="19" name="slide_title">
            <a:extLst>
              <a:ext uri="{FF2B5EF4-FFF2-40B4-BE49-F238E27FC236}">
                <a16:creationId xmlns:a16="http://schemas.microsoft.com/office/drawing/2014/main" id="{DF7F8884-B1F7-469D-8614-E93F2AA1E3DD}"/>
              </a:ext>
            </a:extLst>
          </p:cNvPr>
          <p:cNvSpPr>
            <a:spLocks noGrp="1"/>
          </p:cNvSpPr>
          <p:nvPr>
            <p:ph type="title" sz="quarter" hasCustomPrompt="1"/>
          </p:nvPr>
        </p:nvSpPr>
        <p:spPr>
          <a:xfrm>
            <a:off x="259080" y="648000"/>
            <a:ext cx="10452100" cy="388800"/>
          </a:xfrm>
        </p:spPr>
        <p:txBody>
          <a:bodyPr/>
          <a:lstStyle>
            <a:lvl1pPr>
              <a:defRPr lang="en-US" sz="2400" b="1" kern="1200" baseline="0" noProof="1">
                <a:solidFill>
                  <a:srgbClr val="00B9E5"/>
                </a:solidFill>
                <a:latin typeface="+mj-lt"/>
                <a:ea typeface="+mj-ea"/>
                <a:cs typeface="+mj-cs"/>
              </a:defRPr>
            </a:lvl1pPr>
          </a:lstStyle>
          <a:p>
            <a:r>
              <a:rPr lang="en-US" noProof="1"/>
              <a:t>Add Slide Title</a:t>
            </a:r>
          </a:p>
        </p:txBody>
      </p:sp>
      <p:sp>
        <p:nvSpPr>
          <p:cNvPr id="5" name="Content Placeholder 1"/>
          <p:cNvSpPr>
            <a:spLocks noGrp="1"/>
          </p:cNvSpPr>
          <p:nvPr>
            <p:ph sz="half" idx="1" hasCustomPrompt="1"/>
          </p:nvPr>
        </p:nvSpPr>
        <p:spPr>
          <a:xfrm>
            <a:off x="259080" y="1295399"/>
            <a:ext cx="2515870" cy="416814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8" name="Content Placeholder 2"/>
          <p:cNvSpPr>
            <a:spLocks noGrp="1"/>
          </p:cNvSpPr>
          <p:nvPr>
            <p:ph sz="half" idx="2" hasCustomPrompt="1"/>
          </p:nvPr>
        </p:nvSpPr>
        <p:spPr>
          <a:xfrm>
            <a:off x="2904490" y="1295400"/>
            <a:ext cx="2515870" cy="416814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6" name="Content Placeholder 3"/>
          <p:cNvSpPr>
            <a:spLocks noGrp="1"/>
          </p:cNvSpPr>
          <p:nvPr>
            <p:ph sz="half" idx="3" hasCustomPrompt="1"/>
          </p:nvPr>
        </p:nvSpPr>
        <p:spPr>
          <a:xfrm>
            <a:off x="5549900" y="1295399"/>
            <a:ext cx="2515870" cy="416814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9" name="Content Placeholder 4"/>
          <p:cNvSpPr>
            <a:spLocks noGrp="1"/>
          </p:cNvSpPr>
          <p:nvPr>
            <p:ph sz="half" idx="4" hasCustomPrompt="1"/>
          </p:nvPr>
        </p:nvSpPr>
        <p:spPr>
          <a:xfrm>
            <a:off x="8195310" y="1295400"/>
            <a:ext cx="2515870" cy="416814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3" name="Slide Number Placeholder 2"/>
          <p:cNvSpPr>
            <a:spLocks noGrp="1"/>
          </p:cNvSpPr>
          <p:nvPr>
            <p:ph type="sldNum" sz="quarter" idx="12"/>
          </p:nvPr>
        </p:nvSpPr>
        <p:spPr>
          <a:xfrm>
            <a:off x="266699" y="5923478"/>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
        <p:nvSpPr>
          <p:cNvPr id="14" name="Rectangle7">
            <a:extLst>
              <a:ext uri="{FF2B5EF4-FFF2-40B4-BE49-F238E27FC236}">
                <a16:creationId xmlns:a16="http://schemas.microsoft.com/office/drawing/2014/main" id="{3A9A741C-7644-4810-ABAF-465822FC0D76}"/>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Tree>
    <p:extLst>
      <p:ext uri="{BB962C8B-B14F-4D97-AF65-F5344CB8AC3E}">
        <p14:creationId xmlns:p14="http://schemas.microsoft.com/office/powerpoint/2010/main" val="266410994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0" pos="163">
          <p15:clr>
            <a:srgbClr val="FBAE40"/>
          </p15:clr>
        </p15:guide>
        <p15:guide id="1" pos="6747">
          <p15:clr>
            <a:srgbClr val="FBAE40"/>
          </p15:clr>
        </p15:guide>
        <p15:guide id="5" pos="1748">
          <p15:clr>
            <a:srgbClr val="FBAE40"/>
          </p15:clr>
        </p15:guide>
        <p15:guide id="6" pos="3496">
          <p15:clr>
            <a:srgbClr val="FBAE40"/>
          </p15:clr>
        </p15:guide>
        <p15:guide id="7" pos="5080">
          <p15:clr>
            <a:srgbClr val="FBAE40"/>
          </p15:clr>
        </p15:guide>
        <p15:guide id="8" pos="1829">
          <p15:clr>
            <a:srgbClr val="FBAE40"/>
          </p15:clr>
        </p15:guide>
        <p15:guide id="9" pos="3414">
          <p15:clr>
            <a:srgbClr val="FBAE40"/>
          </p15:clr>
        </p15:guide>
        <p15:guide id="10" pos="5162">
          <p15:clr>
            <a:srgbClr val="FBAE40"/>
          </p15:clr>
        </p15:guide>
        <p15:guide id="11" orient="horz" pos="408">
          <p15:clr>
            <a:srgbClr val="FBAE40"/>
          </p15:clr>
        </p15:guide>
        <p15:guide id="14" orient="horz" pos="163">
          <p15:clr>
            <a:srgbClr val="FBAE40"/>
          </p15:clr>
        </p15:guide>
        <p15:guide id="15" orient="horz" pos="653">
          <p15:clr>
            <a:srgbClr val="FBAE40"/>
          </p15:clr>
        </p15:guide>
        <p15:guide id="17" orient="horz" pos="3441">
          <p15:clr>
            <a:srgbClr val="FBAE40"/>
          </p15:clr>
        </p15:guide>
        <p15:guide id="18" orient="horz" pos="816">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1_2 x 2 content dark ">
    <p:spTree>
      <p:nvGrpSpPr>
        <p:cNvPr id="1" name=""/>
        <p:cNvGrpSpPr/>
        <p:nvPr/>
      </p:nvGrpSpPr>
      <p:grpSpPr>
        <a:xfrm>
          <a:off x="0" y="0"/>
          <a:ext cx="0" cy="0"/>
          <a:chOff x="0" y="0"/>
          <a:chExt cx="0" cy="0"/>
        </a:xfrm>
      </p:grpSpPr>
      <p:sp>
        <p:nvSpPr>
          <p:cNvPr id="4" name="BackgroundPicture2">
            <a:extLst>
              <a:ext uri="{FF2B5EF4-FFF2-40B4-BE49-F238E27FC236}">
                <a16:creationId xmlns:a16="http://schemas.microsoft.com/office/drawing/2014/main" id="{359291F1-565C-F218-4CE2-BD3E99D3A801}"/>
              </a:ext>
            </a:extLst>
          </p:cNvPr>
          <p:cNvSpPr/>
          <p:nvPr userDrawn="1"/>
        </p:nvSpPr>
        <p:spPr>
          <a:xfrm rot="10800000">
            <a:off x="0" y="5252612"/>
            <a:ext cx="10969626" cy="918001"/>
          </a:xfrm>
          <a:custGeom>
            <a:avLst/>
            <a:gdLst/>
            <a:ahLst/>
            <a:cxnLst/>
            <a:rect l="0" t="0" r="0" b="0"/>
            <a:pathLst>
              <a:path w="10969626" h="918001">
                <a:moveTo>
                  <a:pt x="0" y="0"/>
                </a:moveTo>
                <a:lnTo>
                  <a:pt x="10969625" y="0"/>
                </a:lnTo>
                <a:lnTo>
                  <a:pt x="10969625" y="349200"/>
                </a:lnTo>
                <a:lnTo>
                  <a:pt x="0" y="91800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close/>
              </a:path>
            </a:pathLst>
          </a:custGeom>
          <a:solidFill>
            <a:schemeClr val="accent1"/>
          </a:solidFill>
          <a:ln w="9525" cap="flat" cmpd="sng" algn="ctr">
            <a:no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tabLst/>
            </a:pPr>
            <a:endParaRPr kumimoji="0" lang="en-US" sz="1800" b="0" i="0" u="none" strike="noStrike" kern="0" cap="none" spc="0" normalizeH="0" baseline="0" noProof="0" dirty="0">
              <a:ln>
                <a:noFill/>
              </a:ln>
              <a:solidFill>
                <a:srgbClr val="000000"/>
              </a:solidFill>
              <a:effectLst/>
              <a:uLnTx/>
              <a:uFillTx/>
              <a:latin typeface="Bosch Office Sans"/>
              <a:ea typeface="+mn-ea"/>
              <a:cs typeface="+mn-cs"/>
            </a:endParaRPr>
          </a:p>
        </p:txBody>
      </p:sp>
      <p:pic>
        <p:nvPicPr>
          <p:cNvPr id="7" name="Logo">
            <a:extLst>
              <a:ext uri="{FF2B5EF4-FFF2-40B4-BE49-F238E27FC236}">
                <a16:creationId xmlns:a16="http://schemas.microsoft.com/office/drawing/2014/main" id="{4F473A07-BA6A-88A5-8BE3-01DDC66EFE8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7917" b="40255"/>
          <a:stretch/>
        </p:blipFill>
        <p:spPr>
          <a:xfrm>
            <a:off x="9703435" y="5581387"/>
            <a:ext cx="1104740" cy="438441"/>
          </a:xfrm>
          <a:prstGeom prst="rect">
            <a:avLst/>
          </a:prstGeom>
        </p:spPr>
      </p:pic>
      <p:sp>
        <p:nvSpPr>
          <p:cNvPr id="10" name="Footer">
            <a:extLst>
              <a:ext uri="{FF2B5EF4-FFF2-40B4-BE49-F238E27FC236}">
                <a16:creationId xmlns:a16="http://schemas.microsoft.com/office/drawing/2014/main" id="{EF6C1B0E-9C94-35D8-89B6-B28F9E8E27D7}"/>
              </a:ext>
            </a:extLst>
          </p:cNvPr>
          <p:cNvSpPr txBox="1"/>
          <p:nvPr userDrawn="1"/>
        </p:nvSpPr>
        <p:spPr>
          <a:xfrm>
            <a:off x="593090" y="5935261"/>
            <a:ext cx="8850948" cy="122116"/>
          </a:xfrm>
          <a:prstGeom prst="rect">
            <a:avLst/>
          </a:prstGeom>
          <a:noFill/>
        </p:spPr>
        <p:txBody>
          <a:bodyPr wrap="square" lIns="0" tIns="0" rIns="0" bIns="0" rtlCol="0">
            <a:noAutofit/>
          </a:bodyPr>
          <a:lstStyle/>
          <a:p>
            <a:pPr marL="0" marR="0" lvl="0" indent="0" algn="l" defTabSz="914400" rtl="0" eaLnBrk="1" fontAlgn="auto" latinLnBrk="0" hangingPunct="1">
              <a:lnSpc>
                <a:spcPct val="107000"/>
              </a:lnSpc>
              <a:spcBef>
                <a:spcPts val="0"/>
              </a:spcBef>
              <a:spcAft>
                <a:spcPts val="100"/>
              </a:spcAft>
              <a:buClrTx/>
              <a:buSzTx/>
              <a:buFontTx/>
              <a:buNone/>
              <a:tabLst/>
              <a:defRPr/>
            </a:pPr>
            <a:r>
              <a:rPr lang="en-US" sz="600" kern="0" baseline="0" noProof="1">
                <a:solidFill>
                  <a:srgbClr val="A3BAC8"/>
                </a:solidFill>
                <a:latin typeface="+mn-lt"/>
              </a:rPr>
              <a:t>DC-AT/ESP1 | 08/05/2023 | © Bosch Rexroth AG 2023. All rights reserved, also regarding any disposal, exploitation, reproduction, editing, distribution, as well as in the event of applications for industrial property rights.</a:t>
            </a:r>
          </a:p>
          <a:p>
            <a:pPr marL="0" marR="0" lvl="0" indent="0" algn="l" defTabSz="914400" rtl="0" eaLnBrk="1" fontAlgn="auto" latinLnBrk="0" hangingPunct="1">
              <a:lnSpc>
                <a:spcPct val="107000"/>
              </a:lnSpc>
              <a:spcBef>
                <a:spcPts val="0"/>
              </a:spcBef>
              <a:spcAft>
                <a:spcPts val="100"/>
              </a:spcAft>
              <a:buClrTx/>
              <a:buSzTx/>
              <a:buFontTx/>
              <a:buNone/>
              <a:tabLst/>
              <a:defRPr/>
            </a:pPr>
            <a:endParaRPr lang="en-US" sz="600" kern="0" baseline="0" noProof="1">
              <a:solidFill>
                <a:schemeClr val="accent1"/>
              </a:solidFill>
              <a:latin typeface="+mn-lt"/>
            </a:endParaRPr>
          </a:p>
          <a:p>
            <a:pPr marR="0" defTabSz="914400" eaLnBrk="1" fontAlgn="auto" latinLnBrk="0" hangingPunct="1">
              <a:lnSpc>
                <a:spcPct val="107000"/>
              </a:lnSpc>
              <a:spcBef>
                <a:spcPts val="0"/>
              </a:spcBef>
              <a:spcAft>
                <a:spcPts val="100"/>
              </a:spcAft>
              <a:buClrTx/>
              <a:buSzTx/>
              <a:buFontTx/>
              <a:buNone/>
              <a:tabLst/>
            </a:pPr>
            <a:endParaRPr kumimoji="0" lang="en-US" sz="600" b="0" i="0" u="none" strike="noStrike" kern="0" cap="none" spc="0" normalizeH="0" baseline="0" noProof="1">
              <a:ln>
                <a:noFill/>
              </a:ln>
              <a:solidFill>
                <a:srgbClr val="000000"/>
              </a:solidFill>
              <a:effectLst/>
              <a:uLnTx/>
              <a:uFillTx/>
              <a:latin typeface="+mn-lt"/>
            </a:endParaRPr>
          </a:p>
        </p:txBody>
      </p:sp>
      <p:sp>
        <p:nvSpPr>
          <p:cNvPr id="2" name="Chapter_titleonly">
            <a:extLst>
              <a:ext uri="{FF2B5EF4-FFF2-40B4-BE49-F238E27FC236}">
                <a16:creationId xmlns:a16="http://schemas.microsoft.com/office/drawing/2014/main" id="{6372C0C5-D72E-7D9D-6C6C-76C096623AC6}"/>
              </a:ext>
            </a:extLst>
          </p:cNvPr>
          <p:cNvSpPr>
            <a:spLocks noGrp="1"/>
          </p:cNvSpPr>
          <p:nvPr>
            <p:ph type="body" idx="15" hasCustomPrompt="1"/>
          </p:nvPr>
        </p:nvSpPr>
        <p:spPr>
          <a:xfrm>
            <a:off x="259080" y="259200"/>
            <a:ext cx="10452100" cy="388800"/>
          </a:xfrm>
        </p:spPr>
        <p:txBody>
          <a:bodyPr vert="horz" lIns="0" tIns="0" rIns="0" bIns="0" rtlCol="0">
            <a:noAutofit/>
          </a:bodyPr>
          <a:lstStyle>
            <a:lvl1pPr algn="l" defTabSz="914333" rtl="0" eaLnBrk="1" latinLnBrk="0" hangingPunct="1">
              <a:lnSpc>
                <a:spcPct val="89000"/>
              </a:lnSpc>
              <a:spcBef>
                <a:spcPts val="500"/>
              </a:spcBef>
              <a:buNone/>
              <a:defRPr lang="en-US" sz="2400" b="1" kern="1200" baseline="0" noProof="1">
                <a:solidFill>
                  <a:srgbClr val="00B9E5"/>
                </a:solidFill>
                <a:latin typeface="+mj-lt"/>
                <a:ea typeface="+mj-ea"/>
                <a:cs typeface="+mj-cs"/>
              </a:defRPr>
            </a:lvl1pPr>
          </a:lstStyle>
          <a:p>
            <a:pPr marL="0" lvl="0" indent="0">
              <a:spcBef>
                <a:spcPts val="0"/>
              </a:spcBef>
              <a:buFont typeface="Wingdings 3" panose="05040102010807070707" pitchFamily="18" charset="2"/>
            </a:pPr>
            <a:r>
              <a:rPr lang="en-US" noProof="1"/>
              <a:t>Add Chapter Title</a:t>
            </a:r>
          </a:p>
        </p:txBody>
      </p:sp>
      <p:sp>
        <p:nvSpPr>
          <p:cNvPr id="19" name="slide_title">
            <a:extLst>
              <a:ext uri="{FF2B5EF4-FFF2-40B4-BE49-F238E27FC236}">
                <a16:creationId xmlns:a16="http://schemas.microsoft.com/office/drawing/2014/main" id="{0CD4A6A4-B685-4664-A9F2-206AFF03DCDC}"/>
              </a:ext>
            </a:extLst>
          </p:cNvPr>
          <p:cNvSpPr>
            <a:spLocks noGrp="1"/>
          </p:cNvSpPr>
          <p:nvPr>
            <p:ph type="title" sz="quarter" hasCustomPrompt="1"/>
          </p:nvPr>
        </p:nvSpPr>
        <p:spPr>
          <a:xfrm>
            <a:off x="259080" y="648000"/>
            <a:ext cx="10452100" cy="388800"/>
          </a:xfrm>
        </p:spPr>
        <p:txBody>
          <a:bodyPr/>
          <a:lstStyle>
            <a:lvl1pPr>
              <a:defRPr lang="en-US" sz="2400" b="1" kern="1200" baseline="0" noProof="1">
                <a:solidFill>
                  <a:srgbClr val="00B9E5"/>
                </a:solidFill>
                <a:latin typeface="+mj-lt"/>
                <a:ea typeface="+mj-ea"/>
                <a:cs typeface="+mj-cs"/>
              </a:defRPr>
            </a:lvl1pPr>
          </a:lstStyle>
          <a:p>
            <a:r>
              <a:rPr lang="en-US" noProof="1"/>
              <a:t>Add Slide Title</a:t>
            </a:r>
          </a:p>
        </p:txBody>
      </p:sp>
      <p:sp>
        <p:nvSpPr>
          <p:cNvPr id="5" name="Content Placeholder 1"/>
          <p:cNvSpPr>
            <a:spLocks noGrp="1"/>
          </p:cNvSpPr>
          <p:nvPr>
            <p:ph sz="half" idx="1" hasCustomPrompt="1"/>
          </p:nvPr>
        </p:nvSpPr>
        <p:spPr>
          <a:xfrm>
            <a:off x="259080" y="1295400"/>
            <a:ext cx="4859020" cy="201930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6" name="Content Placeholder 2"/>
          <p:cNvSpPr>
            <a:spLocks noGrp="1"/>
          </p:cNvSpPr>
          <p:nvPr>
            <p:ph sz="half" idx="3" hasCustomPrompt="1"/>
          </p:nvPr>
        </p:nvSpPr>
        <p:spPr>
          <a:xfrm>
            <a:off x="5852160" y="1295400"/>
            <a:ext cx="4859020" cy="201930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8" name="Content Placeholder 3"/>
          <p:cNvSpPr>
            <a:spLocks noGrp="1"/>
          </p:cNvSpPr>
          <p:nvPr>
            <p:ph sz="half" idx="2" hasCustomPrompt="1"/>
          </p:nvPr>
        </p:nvSpPr>
        <p:spPr>
          <a:xfrm>
            <a:off x="259080" y="3444239"/>
            <a:ext cx="4859020" cy="201930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9" name="Content Placeholder 4"/>
          <p:cNvSpPr>
            <a:spLocks noGrp="1"/>
          </p:cNvSpPr>
          <p:nvPr>
            <p:ph sz="half" idx="4" hasCustomPrompt="1"/>
          </p:nvPr>
        </p:nvSpPr>
        <p:spPr>
          <a:xfrm>
            <a:off x="5852160" y="3444239"/>
            <a:ext cx="4859020" cy="201930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3" name="Slide Number Placeholder 2"/>
          <p:cNvSpPr>
            <a:spLocks noGrp="1"/>
          </p:cNvSpPr>
          <p:nvPr>
            <p:ph type="sldNum" sz="quarter" idx="12"/>
          </p:nvPr>
        </p:nvSpPr>
        <p:spPr>
          <a:xfrm>
            <a:off x="266699" y="5923478"/>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
        <p:nvSpPr>
          <p:cNvPr id="14" name="Rectangle7">
            <a:extLst>
              <a:ext uri="{FF2B5EF4-FFF2-40B4-BE49-F238E27FC236}">
                <a16:creationId xmlns:a16="http://schemas.microsoft.com/office/drawing/2014/main" id="{43F0E5D0-784C-433E-AAB0-40D43C1BCBAB}"/>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Tree>
    <p:extLst>
      <p:ext uri="{BB962C8B-B14F-4D97-AF65-F5344CB8AC3E}">
        <p14:creationId xmlns:p14="http://schemas.microsoft.com/office/powerpoint/2010/main" val="2047150927"/>
      </p:ext>
    </p:extLst>
  </p:cSld>
  <p:clrMapOvr>
    <a:masterClrMapping/>
  </p:clrMapOvr>
  <p:extLst>
    <p:ext uri="{DCECCB84-F9BA-43D5-87BE-67443E8EF086}">
      <p15:sldGuideLst xmlns:p15="http://schemas.microsoft.com/office/powerpoint/2012/main">
        <p15:guide id="0" pos="163">
          <p15:clr>
            <a:srgbClr val="FBAE40"/>
          </p15:clr>
        </p15:guide>
        <p15:guide id="1" pos="6747">
          <p15:clr>
            <a:srgbClr val="FBAE40"/>
          </p15:clr>
        </p15:guide>
        <p15:guide id="5" pos="3224">
          <p15:clr>
            <a:srgbClr val="FBAE40"/>
          </p15:clr>
        </p15:guide>
        <p15:guide id="6" pos="3686">
          <p15:clr>
            <a:srgbClr val="FBAE40"/>
          </p15:clr>
        </p15:guide>
        <p15:guide id="10" orient="horz" pos="163">
          <p15:clr>
            <a:srgbClr val="FBAE40"/>
          </p15:clr>
        </p15:guide>
        <p15:guide id="11" orient="horz" pos="408">
          <p15:clr>
            <a:srgbClr val="FBAE40"/>
          </p15:clr>
        </p15:guide>
        <p15:guide id="14" orient="horz" pos="653">
          <p15:clr>
            <a:srgbClr val="FBAE40"/>
          </p15:clr>
        </p15:guide>
        <p15:guide id="15" orient="horz" pos="816">
          <p15:clr>
            <a:srgbClr val="FBAE40"/>
          </p15:clr>
        </p15:guide>
        <p15:guide id="16" orient="horz" pos="2088">
          <p15:clr>
            <a:srgbClr val="FBAE40"/>
          </p15:clr>
        </p15:guide>
        <p15:guide id="18" orient="horz" pos="2169">
          <p15:clr>
            <a:srgbClr val="FBAE40"/>
          </p15:clr>
        </p15:guide>
        <p15:guide id="19" orient="horz" pos="344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2 x 2 content light ">
    <p:spTree>
      <p:nvGrpSpPr>
        <p:cNvPr id="1" name=""/>
        <p:cNvGrpSpPr/>
        <p:nvPr/>
      </p:nvGrpSpPr>
      <p:grpSpPr>
        <a:xfrm>
          <a:off x="0" y="0"/>
          <a:ext cx="0" cy="0"/>
          <a:chOff x="0" y="0"/>
          <a:chExt cx="0" cy="0"/>
        </a:xfrm>
      </p:grpSpPr>
      <p:sp>
        <p:nvSpPr>
          <p:cNvPr id="2" name="Chapter_titleonly">
            <a:extLst>
              <a:ext uri="{FF2B5EF4-FFF2-40B4-BE49-F238E27FC236}">
                <a16:creationId xmlns:a16="http://schemas.microsoft.com/office/drawing/2014/main" id="{6372C0C5-D72E-7D9D-6C6C-76C096623AC6}"/>
              </a:ext>
            </a:extLst>
          </p:cNvPr>
          <p:cNvSpPr>
            <a:spLocks noGrp="1"/>
          </p:cNvSpPr>
          <p:nvPr>
            <p:ph type="body" idx="15" hasCustomPrompt="1"/>
          </p:nvPr>
        </p:nvSpPr>
        <p:spPr>
          <a:xfrm>
            <a:off x="259080" y="259200"/>
            <a:ext cx="10452100" cy="388800"/>
          </a:xfrm>
        </p:spPr>
        <p:txBody>
          <a:bodyPr vert="horz" lIns="0" tIns="0" rIns="0" bIns="0" rtlCol="0">
            <a:noAutofit/>
          </a:bodyPr>
          <a:lstStyle>
            <a:lvl1pPr>
              <a:lnSpc>
                <a:spcPct val="89000"/>
              </a:lnSpc>
              <a:buNone/>
              <a:defRPr lang="en-US" sz="2400" b="1" kern="1200" baseline="0" noProof="1">
                <a:solidFill>
                  <a:srgbClr val="00B9E5"/>
                </a:solidFill>
                <a:latin typeface="+mj-lt"/>
                <a:ea typeface="+mj-ea"/>
                <a:cs typeface="+mj-cs"/>
              </a:defRPr>
            </a:lvl1pPr>
          </a:lstStyle>
          <a:p>
            <a:pPr marL="0" lvl="0" indent="0">
              <a:spcBef>
                <a:spcPts val="0"/>
              </a:spcBef>
              <a:buFont typeface="Wingdings 3" panose="05040102010807070707" pitchFamily="18" charset="2"/>
            </a:pPr>
            <a:r>
              <a:rPr lang="en-US" noProof="1"/>
              <a:t>Add Chapter Title</a:t>
            </a:r>
          </a:p>
        </p:txBody>
      </p:sp>
      <p:sp>
        <p:nvSpPr>
          <p:cNvPr id="19" name="slide_title">
            <a:extLst>
              <a:ext uri="{FF2B5EF4-FFF2-40B4-BE49-F238E27FC236}">
                <a16:creationId xmlns:a16="http://schemas.microsoft.com/office/drawing/2014/main" id="{0CD4A6A4-B685-4664-A9F2-206AFF03DCDC}"/>
              </a:ext>
            </a:extLst>
          </p:cNvPr>
          <p:cNvSpPr>
            <a:spLocks noGrp="1"/>
          </p:cNvSpPr>
          <p:nvPr>
            <p:ph type="title" sz="quarter" hasCustomPrompt="1"/>
          </p:nvPr>
        </p:nvSpPr>
        <p:spPr>
          <a:xfrm>
            <a:off x="259080" y="648000"/>
            <a:ext cx="10452100" cy="388800"/>
          </a:xfrm>
        </p:spPr>
        <p:txBody>
          <a:bodyPr/>
          <a:lstStyle>
            <a:lvl1pPr>
              <a:defRPr lang="en-US" sz="2400" b="1" kern="1200" baseline="0" noProof="1">
                <a:solidFill>
                  <a:srgbClr val="00B9E5"/>
                </a:solidFill>
                <a:latin typeface="+mj-lt"/>
                <a:ea typeface="+mj-ea"/>
                <a:cs typeface="+mj-cs"/>
              </a:defRPr>
            </a:lvl1pPr>
          </a:lstStyle>
          <a:p>
            <a:r>
              <a:rPr lang="en-US" noProof="1"/>
              <a:t>Add Slide Title</a:t>
            </a:r>
          </a:p>
        </p:txBody>
      </p:sp>
      <p:sp>
        <p:nvSpPr>
          <p:cNvPr id="5" name="Content Placeholder 1"/>
          <p:cNvSpPr>
            <a:spLocks noGrp="1"/>
          </p:cNvSpPr>
          <p:nvPr>
            <p:ph sz="half" idx="1" hasCustomPrompt="1"/>
          </p:nvPr>
        </p:nvSpPr>
        <p:spPr>
          <a:xfrm>
            <a:off x="259080" y="1295400"/>
            <a:ext cx="4859020" cy="201930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6" name="Content Placeholder 2"/>
          <p:cNvSpPr>
            <a:spLocks noGrp="1"/>
          </p:cNvSpPr>
          <p:nvPr>
            <p:ph sz="half" idx="3" hasCustomPrompt="1"/>
          </p:nvPr>
        </p:nvSpPr>
        <p:spPr>
          <a:xfrm>
            <a:off x="5852160" y="1295400"/>
            <a:ext cx="4859020" cy="201930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8" name="Content Placeholder 3"/>
          <p:cNvSpPr>
            <a:spLocks noGrp="1"/>
          </p:cNvSpPr>
          <p:nvPr>
            <p:ph sz="half" idx="2" hasCustomPrompt="1"/>
          </p:nvPr>
        </p:nvSpPr>
        <p:spPr>
          <a:xfrm>
            <a:off x="259080" y="3444239"/>
            <a:ext cx="4859020" cy="201930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9" name="Content Placeholder 4"/>
          <p:cNvSpPr>
            <a:spLocks noGrp="1"/>
          </p:cNvSpPr>
          <p:nvPr>
            <p:ph sz="half" idx="4" hasCustomPrompt="1"/>
          </p:nvPr>
        </p:nvSpPr>
        <p:spPr>
          <a:xfrm>
            <a:off x="5852160" y="3444239"/>
            <a:ext cx="4859020" cy="201930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3" name="Slide Number Placeholder 2"/>
          <p:cNvSpPr>
            <a:spLocks noGrp="1"/>
          </p:cNvSpPr>
          <p:nvPr>
            <p:ph type="sldNum" sz="quarter" idx="12"/>
          </p:nvPr>
        </p:nvSpPr>
        <p:spPr>
          <a:xfrm>
            <a:off x="266699" y="5923478"/>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
        <p:nvSpPr>
          <p:cNvPr id="14" name="Rectangle7">
            <a:extLst>
              <a:ext uri="{FF2B5EF4-FFF2-40B4-BE49-F238E27FC236}">
                <a16:creationId xmlns:a16="http://schemas.microsoft.com/office/drawing/2014/main" id="{43F0E5D0-784C-433E-AAB0-40D43C1BCBAB}"/>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Tree>
    <p:extLst>
      <p:ext uri="{BB962C8B-B14F-4D97-AF65-F5344CB8AC3E}">
        <p14:creationId xmlns:p14="http://schemas.microsoft.com/office/powerpoint/2010/main" val="2088670977"/>
      </p:ext>
    </p:extLst>
  </p:cSld>
  <p:clrMapOvr>
    <a:masterClrMapping/>
  </p:clrMapOvr>
  <p:extLst>
    <p:ext uri="{DCECCB84-F9BA-43D5-87BE-67443E8EF086}">
      <p15:sldGuideLst xmlns:p15="http://schemas.microsoft.com/office/powerpoint/2012/main">
        <p15:guide id="0" pos="163">
          <p15:clr>
            <a:srgbClr val="FBAE40"/>
          </p15:clr>
        </p15:guide>
        <p15:guide id="1" pos="6747">
          <p15:clr>
            <a:srgbClr val="FBAE40"/>
          </p15:clr>
        </p15:guide>
        <p15:guide id="5" pos="3224">
          <p15:clr>
            <a:srgbClr val="FBAE40"/>
          </p15:clr>
        </p15:guide>
        <p15:guide id="6" pos="3686">
          <p15:clr>
            <a:srgbClr val="FBAE40"/>
          </p15:clr>
        </p15:guide>
        <p15:guide id="10" orient="horz" pos="163">
          <p15:clr>
            <a:srgbClr val="FBAE40"/>
          </p15:clr>
        </p15:guide>
        <p15:guide id="11" orient="horz" pos="408">
          <p15:clr>
            <a:srgbClr val="FBAE40"/>
          </p15:clr>
        </p15:guide>
        <p15:guide id="14" orient="horz" pos="653">
          <p15:clr>
            <a:srgbClr val="FBAE40"/>
          </p15:clr>
        </p15:guide>
        <p15:guide id="15" orient="horz" pos="810">
          <p15:clr>
            <a:srgbClr val="FBAE40"/>
          </p15:clr>
        </p15:guide>
        <p15:guide id="16" orient="horz" pos="2088">
          <p15:clr>
            <a:srgbClr val="FBAE40"/>
          </p15:clr>
        </p15:guide>
        <p15:guide id="18" orient="horz" pos="2169">
          <p15:clr>
            <a:srgbClr val="FBAE40"/>
          </p15:clr>
        </p15:guide>
        <p15:guide id="19" orient="horz" pos="3441">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1_3 x 2 content dark ">
    <p:spTree>
      <p:nvGrpSpPr>
        <p:cNvPr id="1" name=""/>
        <p:cNvGrpSpPr/>
        <p:nvPr/>
      </p:nvGrpSpPr>
      <p:grpSpPr>
        <a:xfrm>
          <a:off x="0" y="0"/>
          <a:ext cx="0" cy="0"/>
          <a:chOff x="0" y="0"/>
          <a:chExt cx="0" cy="0"/>
        </a:xfrm>
      </p:grpSpPr>
      <p:sp>
        <p:nvSpPr>
          <p:cNvPr id="4" name="BackgroundPicture2">
            <a:extLst>
              <a:ext uri="{FF2B5EF4-FFF2-40B4-BE49-F238E27FC236}">
                <a16:creationId xmlns:a16="http://schemas.microsoft.com/office/drawing/2014/main" id="{1F7F4591-4F3A-F059-FE88-E0C99517F055}"/>
              </a:ext>
            </a:extLst>
          </p:cNvPr>
          <p:cNvSpPr/>
          <p:nvPr userDrawn="1"/>
        </p:nvSpPr>
        <p:spPr>
          <a:xfrm rot="10800000">
            <a:off x="0" y="5252612"/>
            <a:ext cx="10969626" cy="918001"/>
          </a:xfrm>
          <a:custGeom>
            <a:avLst/>
            <a:gdLst/>
            <a:ahLst/>
            <a:cxnLst/>
            <a:rect l="0" t="0" r="0" b="0"/>
            <a:pathLst>
              <a:path w="10969626" h="918001">
                <a:moveTo>
                  <a:pt x="0" y="0"/>
                </a:moveTo>
                <a:lnTo>
                  <a:pt x="10969625" y="0"/>
                </a:lnTo>
                <a:lnTo>
                  <a:pt x="10969625" y="349200"/>
                </a:lnTo>
                <a:lnTo>
                  <a:pt x="0" y="91800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close/>
              </a:path>
            </a:pathLst>
          </a:custGeom>
          <a:solidFill>
            <a:schemeClr val="accent1"/>
          </a:solidFill>
          <a:ln w="9525" cap="flat" cmpd="sng" algn="ctr">
            <a:no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tabLst/>
            </a:pPr>
            <a:endParaRPr kumimoji="0" lang="en-US" sz="1800" b="0" i="0" u="none" strike="noStrike" kern="0" cap="none" spc="0" normalizeH="0" baseline="0" noProof="0" dirty="0">
              <a:ln>
                <a:noFill/>
              </a:ln>
              <a:solidFill>
                <a:srgbClr val="000000"/>
              </a:solidFill>
              <a:effectLst/>
              <a:uLnTx/>
              <a:uFillTx/>
              <a:latin typeface="Bosch Office Sans"/>
              <a:ea typeface="+mn-ea"/>
              <a:cs typeface="+mn-cs"/>
            </a:endParaRPr>
          </a:p>
        </p:txBody>
      </p:sp>
      <p:pic>
        <p:nvPicPr>
          <p:cNvPr id="7" name="Logo">
            <a:extLst>
              <a:ext uri="{FF2B5EF4-FFF2-40B4-BE49-F238E27FC236}">
                <a16:creationId xmlns:a16="http://schemas.microsoft.com/office/drawing/2014/main" id="{AB3D9825-4CC4-DB18-4D42-83E09589E65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7917" b="40255"/>
          <a:stretch/>
        </p:blipFill>
        <p:spPr>
          <a:xfrm>
            <a:off x="9703435" y="5581387"/>
            <a:ext cx="1104740" cy="438441"/>
          </a:xfrm>
          <a:prstGeom prst="rect">
            <a:avLst/>
          </a:prstGeom>
        </p:spPr>
      </p:pic>
      <p:sp>
        <p:nvSpPr>
          <p:cNvPr id="12" name="Footer">
            <a:extLst>
              <a:ext uri="{FF2B5EF4-FFF2-40B4-BE49-F238E27FC236}">
                <a16:creationId xmlns:a16="http://schemas.microsoft.com/office/drawing/2014/main" id="{36A6E8AA-C9D7-15B3-F28F-8101AC9B090D}"/>
              </a:ext>
            </a:extLst>
          </p:cNvPr>
          <p:cNvSpPr txBox="1"/>
          <p:nvPr userDrawn="1"/>
        </p:nvSpPr>
        <p:spPr>
          <a:xfrm>
            <a:off x="593090" y="5935261"/>
            <a:ext cx="8850948" cy="122116"/>
          </a:xfrm>
          <a:prstGeom prst="rect">
            <a:avLst/>
          </a:prstGeom>
          <a:noFill/>
        </p:spPr>
        <p:txBody>
          <a:bodyPr wrap="square" lIns="0" tIns="0" rIns="0" bIns="0" rtlCol="0">
            <a:noAutofit/>
          </a:bodyPr>
          <a:lstStyle/>
          <a:p>
            <a:pPr marL="0" marR="0" lvl="0" indent="0" algn="l" defTabSz="914400" rtl="0" eaLnBrk="1" fontAlgn="auto" latinLnBrk="0" hangingPunct="1">
              <a:lnSpc>
                <a:spcPct val="107000"/>
              </a:lnSpc>
              <a:spcBef>
                <a:spcPts val="0"/>
              </a:spcBef>
              <a:spcAft>
                <a:spcPts val="100"/>
              </a:spcAft>
              <a:buClrTx/>
              <a:buSzTx/>
              <a:buFontTx/>
              <a:buNone/>
              <a:tabLst/>
              <a:defRPr/>
            </a:pPr>
            <a:r>
              <a:rPr lang="en-US" sz="600" kern="0" baseline="0" noProof="1">
                <a:solidFill>
                  <a:srgbClr val="A3BAC8"/>
                </a:solidFill>
                <a:latin typeface="+mn-lt"/>
              </a:rPr>
              <a:t>DC-AT/ESP1 | 08/05/2023 | © Bosch Rexroth AG 2023. All rights reserved, also regarding any disposal, exploitation, reproduction, editing, distribution, as well as in the event of applications for industrial property rights.</a:t>
            </a:r>
          </a:p>
          <a:p>
            <a:pPr marL="0" marR="0" lvl="0" indent="0" algn="l" defTabSz="914400" rtl="0" eaLnBrk="1" fontAlgn="auto" latinLnBrk="0" hangingPunct="1">
              <a:lnSpc>
                <a:spcPct val="107000"/>
              </a:lnSpc>
              <a:spcBef>
                <a:spcPts val="0"/>
              </a:spcBef>
              <a:spcAft>
                <a:spcPts val="100"/>
              </a:spcAft>
              <a:buClrTx/>
              <a:buSzTx/>
              <a:buFontTx/>
              <a:buNone/>
              <a:tabLst/>
              <a:defRPr/>
            </a:pPr>
            <a:endParaRPr lang="en-US" sz="600" kern="0" baseline="0" noProof="1">
              <a:solidFill>
                <a:schemeClr val="accent1"/>
              </a:solidFill>
              <a:latin typeface="+mn-lt"/>
            </a:endParaRPr>
          </a:p>
          <a:p>
            <a:pPr marR="0" defTabSz="914400" eaLnBrk="1" fontAlgn="auto" latinLnBrk="0" hangingPunct="1">
              <a:lnSpc>
                <a:spcPct val="107000"/>
              </a:lnSpc>
              <a:spcBef>
                <a:spcPts val="0"/>
              </a:spcBef>
              <a:spcAft>
                <a:spcPts val="100"/>
              </a:spcAft>
              <a:buClrTx/>
              <a:buSzTx/>
              <a:buFontTx/>
              <a:buNone/>
              <a:tabLst/>
            </a:pPr>
            <a:endParaRPr kumimoji="0" lang="en-US" sz="600" b="0" i="0" u="none" strike="noStrike" kern="0" cap="none" spc="0" normalizeH="0" baseline="0" noProof="1">
              <a:ln>
                <a:noFill/>
              </a:ln>
              <a:solidFill>
                <a:srgbClr val="000000"/>
              </a:solidFill>
              <a:effectLst/>
              <a:uLnTx/>
              <a:uFillTx/>
              <a:latin typeface="+mn-lt"/>
            </a:endParaRPr>
          </a:p>
        </p:txBody>
      </p:sp>
      <p:sp>
        <p:nvSpPr>
          <p:cNvPr id="2" name="Chapter_titleonly">
            <a:extLst>
              <a:ext uri="{FF2B5EF4-FFF2-40B4-BE49-F238E27FC236}">
                <a16:creationId xmlns:a16="http://schemas.microsoft.com/office/drawing/2014/main" id="{F3D71E1B-DBA6-809E-FDB6-D0134DEB0E30}"/>
              </a:ext>
            </a:extLst>
          </p:cNvPr>
          <p:cNvSpPr>
            <a:spLocks noGrp="1"/>
          </p:cNvSpPr>
          <p:nvPr>
            <p:ph type="body" idx="15" hasCustomPrompt="1"/>
          </p:nvPr>
        </p:nvSpPr>
        <p:spPr>
          <a:xfrm>
            <a:off x="259080" y="259200"/>
            <a:ext cx="10452100" cy="388800"/>
          </a:xfrm>
        </p:spPr>
        <p:txBody>
          <a:bodyPr vert="horz" lIns="0" tIns="0" rIns="0" bIns="0" rtlCol="0">
            <a:noAutofit/>
          </a:bodyPr>
          <a:lstStyle>
            <a:lvl1pPr algn="l" defTabSz="914333" rtl="0" eaLnBrk="1" latinLnBrk="0" hangingPunct="1">
              <a:lnSpc>
                <a:spcPct val="89000"/>
              </a:lnSpc>
              <a:spcBef>
                <a:spcPts val="500"/>
              </a:spcBef>
              <a:buNone/>
              <a:defRPr lang="en-US" sz="2400" b="1" kern="1200" baseline="0" noProof="1">
                <a:solidFill>
                  <a:srgbClr val="00B9E5"/>
                </a:solidFill>
                <a:latin typeface="+mj-lt"/>
                <a:ea typeface="+mj-ea"/>
                <a:cs typeface="+mj-cs"/>
              </a:defRPr>
            </a:lvl1pPr>
          </a:lstStyle>
          <a:p>
            <a:pPr marL="0" lvl="0" indent="0">
              <a:spcBef>
                <a:spcPts val="0"/>
              </a:spcBef>
              <a:buFont typeface="Wingdings 3" panose="05040102010807070707" pitchFamily="18" charset="2"/>
            </a:pPr>
            <a:r>
              <a:rPr lang="en-US" noProof="1"/>
              <a:t>Add Chapter Title</a:t>
            </a:r>
          </a:p>
        </p:txBody>
      </p:sp>
      <p:sp>
        <p:nvSpPr>
          <p:cNvPr id="21" name="slide_title">
            <a:extLst>
              <a:ext uri="{FF2B5EF4-FFF2-40B4-BE49-F238E27FC236}">
                <a16:creationId xmlns:a16="http://schemas.microsoft.com/office/drawing/2014/main" id="{37C7D613-AF63-4D59-A3E7-00A3988669EF}"/>
              </a:ext>
            </a:extLst>
          </p:cNvPr>
          <p:cNvSpPr>
            <a:spLocks noGrp="1"/>
          </p:cNvSpPr>
          <p:nvPr>
            <p:ph type="title" sz="quarter" hasCustomPrompt="1"/>
          </p:nvPr>
        </p:nvSpPr>
        <p:spPr>
          <a:xfrm>
            <a:off x="259080" y="648000"/>
            <a:ext cx="10452100" cy="388800"/>
          </a:xfrm>
        </p:spPr>
        <p:txBody>
          <a:bodyPr/>
          <a:lstStyle>
            <a:lvl1pPr>
              <a:defRPr lang="en-US" sz="2400" b="1" kern="1200" baseline="0" noProof="1">
                <a:solidFill>
                  <a:srgbClr val="00B9E5"/>
                </a:solidFill>
                <a:latin typeface="+mj-lt"/>
                <a:ea typeface="+mj-ea"/>
                <a:cs typeface="+mj-cs"/>
              </a:defRPr>
            </a:lvl1pPr>
          </a:lstStyle>
          <a:p>
            <a:r>
              <a:rPr lang="en-US" noProof="1"/>
              <a:t>Add Slide Title</a:t>
            </a:r>
          </a:p>
        </p:txBody>
      </p:sp>
      <p:sp>
        <p:nvSpPr>
          <p:cNvPr id="5" name="Content Placeholder 1"/>
          <p:cNvSpPr>
            <a:spLocks noGrp="1"/>
          </p:cNvSpPr>
          <p:nvPr>
            <p:ph sz="half" idx="1" hasCustomPrompt="1"/>
          </p:nvPr>
        </p:nvSpPr>
        <p:spPr>
          <a:xfrm>
            <a:off x="259080" y="1295399"/>
            <a:ext cx="3129280" cy="201930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6" name="Content Placeholder 2"/>
          <p:cNvSpPr>
            <a:spLocks noGrp="1"/>
          </p:cNvSpPr>
          <p:nvPr>
            <p:ph sz="half" idx="3" hasCustomPrompt="1"/>
          </p:nvPr>
        </p:nvSpPr>
        <p:spPr>
          <a:xfrm>
            <a:off x="3910330" y="1295400"/>
            <a:ext cx="3129280" cy="201930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8" name="Content Placeholder 3"/>
          <p:cNvSpPr>
            <a:spLocks noGrp="1"/>
          </p:cNvSpPr>
          <p:nvPr>
            <p:ph sz="half" idx="5" hasCustomPrompt="1"/>
          </p:nvPr>
        </p:nvSpPr>
        <p:spPr>
          <a:xfrm>
            <a:off x="7561580" y="1295400"/>
            <a:ext cx="3129280" cy="201930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9" name="Content Placeholder 4"/>
          <p:cNvSpPr>
            <a:spLocks noGrp="1"/>
          </p:cNvSpPr>
          <p:nvPr>
            <p:ph sz="half" idx="2" hasCustomPrompt="1"/>
          </p:nvPr>
        </p:nvSpPr>
        <p:spPr>
          <a:xfrm>
            <a:off x="259080" y="3444240"/>
            <a:ext cx="3129280" cy="201930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0" name="Content Placeholder 5"/>
          <p:cNvSpPr>
            <a:spLocks noGrp="1"/>
          </p:cNvSpPr>
          <p:nvPr>
            <p:ph sz="half" idx="4" hasCustomPrompt="1"/>
          </p:nvPr>
        </p:nvSpPr>
        <p:spPr>
          <a:xfrm>
            <a:off x="3910330" y="3444240"/>
            <a:ext cx="3129280" cy="201930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1" name="Content Placeholder 6"/>
          <p:cNvSpPr>
            <a:spLocks noGrp="1"/>
          </p:cNvSpPr>
          <p:nvPr>
            <p:ph sz="half" idx="6" hasCustomPrompt="1"/>
          </p:nvPr>
        </p:nvSpPr>
        <p:spPr>
          <a:xfrm>
            <a:off x="7561580" y="3444240"/>
            <a:ext cx="3129280" cy="201930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3" name="Slide Number Placeholder 2"/>
          <p:cNvSpPr>
            <a:spLocks noGrp="1"/>
          </p:cNvSpPr>
          <p:nvPr>
            <p:ph type="sldNum" sz="quarter" idx="12"/>
          </p:nvPr>
        </p:nvSpPr>
        <p:spPr>
          <a:xfrm>
            <a:off x="266699" y="5923478"/>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
        <p:nvSpPr>
          <p:cNvPr id="16" name="Rectangle7">
            <a:extLst>
              <a:ext uri="{FF2B5EF4-FFF2-40B4-BE49-F238E27FC236}">
                <a16:creationId xmlns:a16="http://schemas.microsoft.com/office/drawing/2014/main" id="{C680F8C7-4715-4E6C-829A-E87F16C03BB3}"/>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Tree>
    <p:extLst>
      <p:ext uri="{BB962C8B-B14F-4D97-AF65-F5344CB8AC3E}">
        <p14:creationId xmlns:p14="http://schemas.microsoft.com/office/powerpoint/2010/main" val="1836659194"/>
      </p:ext>
    </p:extLst>
  </p:cSld>
  <p:clrMapOvr>
    <a:masterClrMapping/>
  </p:clrMapOvr>
  <p:extLst>
    <p:ext uri="{DCECCB84-F9BA-43D5-87BE-67443E8EF086}">
      <p15:sldGuideLst xmlns:p15="http://schemas.microsoft.com/office/powerpoint/2012/main">
        <p15:guide id="0" pos="163">
          <p15:clr>
            <a:srgbClr val="FBAE40"/>
          </p15:clr>
        </p15:guide>
        <p15:guide id="1" pos="6736">
          <p15:clr>
            <a:srgbClr val="FBAE40"/>
          </p15:clr>
        </p15:guide>
        <p15:guide id="5" pos="2134">
          <p15:clr>
            <a:srgbClr val="FBAE40"/>
          </p15:clr>
        </p15:guide>
        <p15:guide id="6" pos="2463">
          <p15:clr>
            <a:srgbClr val="FBAE40"/>
          </p15:clr>
        </p15:guide>
        <p15:guide id="7" pos="4434">
          <p15:clr>
            <a:srgbClr val="FBAE40"/>
          </p15:clr>
        </p15:guide>
        <p15:guide id="8" pos="4763">
          <p15:clr>
            <a:srgbClr val="FBAE40"/>
          </p15:clr>
        </p15:guide>
        <p15:guide id="10" orient="horz" pos="163">
          <p15:clr>
            <a:srgbClr val="FBAE40"/>
          </p15:clr>
        </p15:guide>
        <p15:guide id="11" orient="horz" pos="408">
          <p15:clr>
            <a:srgbClr val="FBAE40"/>
          </p15:clr>
        </p15:guide>
        <p15:guide id="15" orient="horz" pos="2087">
          <p15:clr>
            <a:srgbClr val="FBAE40"/>
          </p15:clr>
        </p15:guide>
        <p15:guide id="18" orient="horz" pos="816">
          <p15:clr>
            <a:srgbClr val="FBAE40"/>
          </p15:clr>
        </p15:guide>
        <p15:guide id="19" orient="horz" pos="2088">
          <p15:clr>
            <a:srgbClr val="FBAE40"/>
          </p15:clr>
        </p15:guide>
        <p15:guide id="20" orient="horz" pos="2169">
          <p15:clr>
            <a:srgbClr val="FBAE40"/>
          </p15:clr>
        </p15:guide>
        <p15:guide id="21" orient="horz" pos="3441">
          <p15:clr>
            <a:srgbClr val="FBAE40"/>
          </p15:clr>
        </p15:guide>
        <p15:guide id="27" orient="horz" pos="652">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3 x 2 content light ">
    <p:spTree>
      <p:nvGrpSpPr>
        <p:cNvPr id="1" name=""/>
        <p:cNvGrpSpPr/>
        <p:nvPr/>
      </p:nvGrpSpPr>
      <p:grpSpPr>
        <a:xfrm>
          <a:off x="0" y="0"/>
          <a:ext cx="0" cy="0"/>
          <a:chOff x="0" y="0"/>
          <a:chExt cx="0" cy="0"/>
        </a:xfrm>
      </p:grpSpPr>
      <p:sp>
        <p:nvSpPr>
          <p:cNvPr id="2" name="Chapter_titleonly">
            <a:extLst>
              <a:ext uri="{FF2B5EF4-FFF2-40B4-BE49-F238E27FC236}">
                <a16:creationId xmlns:a16="http://schemas.microsoft.com/office/drawing/2014/main" id="{F3D71E1B-DBA6-809E-FDB6-D0134DEB0E30}"/>
              </a:ext>
            </a:extLst>
          </p:cNvPr>
          <p:cNvSpPr>
            <a:spLocks noGrp="1"/>
          </p:cNvSpPr>
          <p:nvPr>
            <p:ph type="body" idx="15" hasCustomPrompt="1"/>
          </p:nvPr>
        </p:nvSpPr>
        <p:spPr>
          <a:xfrm>
            <a:off x="259080" y="259200"/>
            <a:ext cx="10452100" cy="388800"/>
          </a:xfrm>
        </p:spPr>
        <p:txBody>
          <a:bodyPr vert="horz" lIns="0" tIns="0" rIns="0" bIns="0" rtlCol="0">
            <a:noAutofit/>
          </a:bodyPr>
          <a:lstStyle>
            <a:lvl1pPr algn="l" defTabSz="914333" rtl="0" eaLnBrk="1" latinLnBrk="0" hangingPunct="1">
              <a:lnSpc>
                <a:spcPct val="89000"/>
              </a:lnSpc>
              <a:spcBef>
                <a:spcPts val="500"/>
              </a:spcBef>
              <a:buNone/>
              <a:defRPr lang="en-US" sz="2400" b="1" kern="1200" baseline="0" noProof="1">
                <a:solidFill>
                  <a:srgbClr val="00B9E5"/>
                </a:solidFill>
                <a:latin typeface="+mj-lt"/>
                <a:ea typeface="+mj-ea"/>
                <a:cs typeface="+mj-cs"/>
              </a:defRPr>
            </a:lvl1pPr>
          </a:lstStyle>
          <a:p>
            <a:pPr marL="0" lvl="0" indent="0">
              <a:spcBef>
                <a:spcPts val="0"/>
              </a:spcBef>
              <a:buFont typeface="Wingdings 3" panose="05040102010807070707" pitchFamily="18" charset="2"/>
            </a:pPr>
            <a:r>
              <a:rPr lang="en-US" noProof="1"/>
              <a:t>Add Chapter Title</a:t>
            </a:r>
          </a:p>
        </p:txBody>
      </p:sp>
      <p:sp>
        <p:nvSpPr>
          <p:cNvPr id="21" name="slide_title">
            <a:extLst>
              <a:ext uri="{FF2B5EF4-FFF2-40B4-BE49-F238E27FC236}">
                <a16:creationId xmlns:a16="http://schemas.microsoft.com/office/drawing/2014/main" id="{37C7D613-AF63-4D59-A3E7-00A3988669EF}"/>
              </a:ext>
            </a:extLst>
          </p:cNvPr>
          <p:cNvSpPr>
            <a:spLocks noGrp="1"/>
          </p:cNvSpPr>
          <p:nvPr>
            <p:ph type="title" sz="quarter" hasCustomPrompt="1"/>
          </p:nvPr>
        </p:nvSpPr>
        <p:spPr>
          <a:xfrm>
            <a:off x="259080" y="648000"/>
            <a:ext cx="10452100" cy="388800"/>
          </a:xfrm>
        </p:spPr>
        <p:txBody>
          <a:bodyPr/>
          <a:lstStyle>
            <a:lvl1pPr>
              <a:defRPr lang="en-US" sz="2400" b="1" kern="1200" baseline="0" noProof="1">
                <a:solidFill>
                  <a:srgbClr val="00B9E5"/>
                </a:solidFill>
                <a:latin typeface="+mj-lt"/>
                <a:ea typeface="+mj-ea"/>
                <a:cs typeface="+mj-cs"/>
              </a:defRPr>
            </a:lvl1pPr>
          </a:lstStyle>
          <a:p>
            <a:r>
              <a:rPr lang="en-US" noProof="1"/>
              <a:t>Add Slide Title</a:t>
            </a:r>
          </a:p>
        </p:txBody>
      </p:sp>
      <p:sp>
        <p:nvSpPr>
          <p:cNvPr id="5" name="Content Placeholder 1"/>
          <p:cNvSpPr>
            <a:spLocks noGrp="1"/>
          </p:cNvSpPr>
          <p:nvPr>
            <p:ph sz="half" idx="1" hasCustomPrompt="1"/>
          </p:nvPr>
        </p:nvSpPr>
        <p:spPr>
          <a:xfrm>
            <a:off x="259080" y="1295399"/>
            <a:ext cx="3129280" cy="201930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6" name="Content Placeholder 2"/>
          <p:cNvSpPr>
            <a:spLocks noGrp="1"/>
          </p:cNvSpPr>
          <p:nvPr>
            <p:ph sz="half" idx="3" hasCustomPrompt="1"/>
          </p:nvPr>
        </p:nvSpPr>
        <p:spPr>
          <a:xfrm>
            <a:off x="3910330" y="1295400"/>
            <a:ext cx="3129280" cy="201930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8" name="Content Placeholder 3"/>
          <p:cNvSpPr>
            <a:spLocks noGrp="1"/>
          </p:cNvSpPr>
          <p:nvPr>
            <p:ph sz="half" idx="5" hasCustomPrompt="1"/>
          </p:nvPr>
        </p:nvSpPr>
        <p:spPr>
          <a:xfrm>
            <a:off x="7561580" y="1295400"/>
            <a:ext cx="3129280" cy="201930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9" name="Content Placeholder 4"/>
          <p:cNvSpPr>
            <a:spLocks noGrp="1"/>
          </p:cNvSpPr>
          <p:nvPr>
            <p:ph sz="half" idx="2" hasCustomPrompt="1"/>
          </p:nvPr>
        </p:nvSpPr>
        <p:spPr>
          <a:xfrm>
            <a:off x="259080" y="3444240"/>
            <a:ext cx="3129280" cy="201930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0" name="Content Placeholder 5"/>
          <p:cNvSpPr>
            <a:spLocks noGrp="1"/>
          </p:cNvSpPr>
          <p:nvPr>
            <p:ph sz="half" idx="4" hasCustomPrompt="1"/>
          </p:nvPr>
        </p:nvSpPr>
        <p:spPr>
          <a:xfrm>
            <a:off x="3910330" y="3444240"/>
            <a:ext cx="3129280" cy="201930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1" name="Content Placeholder 6"/>
          <p:cNvSpPr>
            <a:spLocks noGrp="1"/>
          </p:cNvSpPr>
          <p:nvPr>
            <p:ph sz="half" idx="6" hasCustomPrompt="1"/>
          </p:nvPr>
        </p:nvSpPr>
        <p:spPr>
          <a:xfrm>
            <a:off x="7561580" y="3444240"/>
            <a:ext cx="3129280" cy="201930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3" name="Slide Number Placeholder 2"/>
          <p:cNvSpPr>
            <a:spLocks noGrp="1"/>
          </p:cNvSpPr>
          <p:nvPr>
            <p:ph type="sldNum" sz="quarter" idx="12"/>
          </p:nvPr>
        </p:nvSpPr>
        <p:spPr>
          <a:xfrm>
            <a:off x="266699" y="5923478"/>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
        <p:nvSpPr>
          <p:cNvPr id="16" name="Rectangle7">
            <a:extLst>
              <a:ext uri="{FF2B5EF4-FFF2-40B4-BE49-F238E27FC236}">
                <a16:creationId xmlns:a16="http://schemas.microsoft.com/office/drawing/2014/main" id="{C680F8C7-4715-4E6C-829A-E87F16C03BB3}"/>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Tree>
    <p:extLst>
      <p:ext uri="{BB962C8B-B14F-4D97-AF65-F5344CB8AC3E}">
        <p14:creationId xmlns:p14="http://schemas.microsoft.com/office/powerpoint/2010/main" val="1560586427"/>
      </p:ext>
    </p:extLst>
  </p:cSld>
  <p:clrMapOvr>
    <a:masterClrMapping/>
  </p:clrMapOvr>
  <p:extLst>
    <p:ext uri="{DCECCB84-F9BA-43D5-87BE-67443E8EF086}">
      <p15:sldGuideLst xmlns:p15="http://schemas.microsoft.com/office/powerpoint/2012/main">
        <p15:guide id="0" pos="163">
          <p15:clr>
            <a:srgbClr val="FBAE40"/>
          </p15:clr>
        </p15:guide>
        <p15:guide id="1" pos="6736">
          <p15:clr>
            <a:srgbClr val="FBAE40"/>
          </p15:clr>
        </p15:guide>
        <p15:guide id="5" pos="2134">
          <p15:clr>
            <a:srgbClr val="FBAE40"/>
          </p15:clr>
        </p15:guide>
        <p15:guide id="6" pos="2463">
          <p15:clr>
            <a:srgbClr val="FBAE40"/>
          </p15:clr>
        </p15:guide>
        <p15:guide id="7" pos="4434">
          <p15:clr>
            <a:srgbClr val="FBAE40"/>
          </p15:clr>
        </p15:guide>
        <p15:guide id="8" pos="4763">
          <p15:clr>
            <a:srgbClr val="FBAE40"/>
          </p15:clr>
        </p15:guide>
        <p15:guide id="10" orient="horz" pos="163">
          <p15:clr>
            <a:srgbClr val="FBAE40"/>
          </p15:clr>
        </p15:guide>
        <p15:guide id="11" orient="horz" pos="408">
          <p15:clr>
            <a:srgbClr val="FBAE40"/>
          </p15:clr>
        </p15:guide>
        <p15:guide id="15" orient="horz" pos="2087">
          <p15:clr>
            <a:srgbClr val="FBAE40"/>
          </p15:clr>
        </p15:guide>
        <p15:guide id="18" orient="horz" pos="816">
          <p15:clr>
            <a:srgbClr val="FBAE40"/>
          </p15:clr>
        </p15:guide>
        <p15:guide id="19" orient="horz" pos="2088">
          <p15:clr>
            <a:srgbClr val="FBAE40"/>
          </p15:clr>
        </p15:guide>
        <p15:guide id="20" orient="horz" pos="2169">
          <p15:clr>
            <a:srgbClr val="FBAE40"/>
          </p15:clr>
        </p15:guide>
        <p15:guide id="21" orient="horz" pos="3441">
          <p15:clr>
            <a:srgbClr val="FBAE40"/>
          </p15:clr>
        </p15:guide>
        <p15:guide id="27" orient="horz" pos="652">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1_4 x 2 content dark ">
    <p:spTree>
      <p:nvGrpSpPr>
        <p:cNvPr id="1" name=""/>
        <p:cNvGrpSpPr/>
        <p:nvPr/>
      </p:nvGrpSpPr>
      <p:grpSpPr>
        <a:xfrm>
          <a:off x="0" y="0"/>
          <a:ext cx="0" cy="0"/>
          <a:chOff x="0" y="0"/>
          <a:chExt cx="0" cy="0"/>
        </a:xfrm>
      </p:grpSpPr>
      <p:sp>
        <p:nvSpPr>
          <p:cNvPr id="4" name="BackgroundPicture2">
            <a:extLst>
              <a:ext uri="{FF2B5EF4-FFF2-40B4-BE49-F238E27FC236}">
                <a16:creationId xmlns:a16="http://schemas.microsoft.com/office/drawing/2014/main" id="{65CB7899-BD7D-F20D-A74C-931A3B68CABA}"/>
              </a:ext>
            </a:extLst>
          </p:cNvPr>
          <p:cNvSpPr/>
          <p:nvPr userDrawn="1"/>
        </p:nvSpPr>
        <p:spPr>
          <a:xfrm rot="10800000">
            <a:off x="0" y="5252612"/>
            <a:ext cx="10969626" cy="918001"/>
          </a:xfrm>
          <a:custGeom>
            <a:avLst/>
            <a:gdLst/>
            <a:ahLst/>
            <a:cxnLst/>
            <a:rect l="0" t="0" r="0" b="0"/>
            <a:pathLst>
              <a:path w="10969626" h="918001">
                <a:moveTo>
                  <a:pt x="0" y="0"/>
                </a:moveTo>
                <a:lnTo>
                  <a:pt x="10969625" y="0"/>
                </a:lnTo>
                <a:lnTo>
                  <a:pt x="10969625" y="349200"/>
                </a:lnTo>
                <a:lnTo>
                  <a:pt x="0" y="91800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close/>
              </a:path>
            </a:pathLst>
          </a:custGeom>
          <a:solidFill>
            <a:schemeClr val="accent1"/>
          </a:solidFill>
          <a:ln w="9525" cap="flat" cmpd="sng" algn="ctr">
            <a:no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tabLst/>
            </a:pPr>
            <a:endParaRPr kumimoji="0" lang="en-US" sz="1800" b="0" i="0" u="none" strike="noStrike" kern="0" cap="none" spc="0" normalizeH="0" baseline="0" noProof="0" dirty="0">
              <a:ln>
                <a:noFill/>
              </a:ln>
              <a:solidFill>
                <a:srgbClr val="000000"/>
              </a:solidFill>
              <a:effectLst/>
              <a:uLnTx/>
              <a:uFillTx/>
              <a:latin typeface="Bosch Office Sans"/>
              <a:ea typeface="+mn-ea"/>
              <a:cs typeface="+mn-cs"/>
            </a:endParaRPr>
          </a:p>
        </p:txBody>
      </p:sp>
      <p:pic>
        <p:nvPicPr>
          <p:cNvPr id="7" name="Logo">
            <a:extLst>
              <a:ext uri="{FF2B5EF4-FFF2-40B4-BE49-F238E27FC236}">
                <a16:creationId xmlns:a16="http://schemas.microsoft.com/office/drawing/2014/main" id="{F3EC7E27-8B63-8F3F-5011-7C4E91B996F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7917" b="40255"/>
          <a:stretch/>
        </p:blipFill>
        <p:spPr>
          <a:xfrm>
            <a:off x="9703435" y="5581387"/>
            <a:ext cx="1104740" cy="438441"/>
          </a:xfrm>
          <a:prstGeom prst="rect">
            <a:avLst/>
          </a:prstGeom>
        </p:spPr>
      </p:pic>
      <p:sp>
        <p:nvSpPr>
          <p:cNvPr id="12" name="Footer">
            <a:extLst>
              <a:ext uri="{FF2B5EF4-FFF2-40B4-BE49-F238E27FC236}">
                <a16:creationId xmlns:a16="http://schemas.microsoft.com/office/drawing/2014/main" id="{7CC9E950-335A-16D5-8726-BCB98FCB8AE4}"/>
              </a:ext>
            </a:extLst>
          </p:cNvPr>
          <p:cNvSpPr txBox="1"/>
          <p:nvPr userDrawn="1"/>
        </p:nvSpPr>
        <p:spPr>
          <a:xfrm>
            <a:off x="593090" y="5935261"/>
            <a:ext cx="8850948" cy="122116"/>
          </a:xfrm>
          <a:prstGeom prst="rect">
            <a:avLst/>
          </a:prstGeom>
          <a:noFill/>
        </p:spPr>
        <p:txBody>
          <a:bodyPr wrap="square" lIns="0" tIns="0" rIns="0" bIns="0" rtlCol="0">
            <a:noAutofit/>
          </a:bodyPr>
          <a:lstStyle/>
          <a:p>
            <a:pPr marL="0" marR="0" lvl="0" indent="0" algn="l" defTabSz="914400" rtl="0" eaLnBrk="1" fontAlgn="auto" latinLnBrk="0" hangingPunct="1">
              <a:lnSpc>
                <a:spcPct val="107000"/>
              </a:lnSpc>
              <a:spcBef>
                <a:spcPts val="0"/>
              </a:spcBef>
              <a:spcAft>
                <a:spcPts val="100"/>
              </a:spcAft>
              <a:buClrTx/>
              <a:buSzTx/>
              <a:buFontTx/>
              <a:buNone/>
              <a:tabLst/>
              <a:defRPr/>
            </a:pPr>
            <a:r>
              <a:rPr lang="en-US" sz="600" kern="0" baseline="0" noProof="1">
                <a:solidFill>
                  <a:srgbClr val="A3BAC8"/>
                </a:solidFill>
                <a:latin typeface="+mn-lt"/>
              </a:rPr>
              <a:t>DC-AT/ESP1 | 08/05/2023 | © Bosch Rexroth AG 2023. All rights reserved, also regarding any disposal, exploitation, reproduction, editing, distribution, as well as in the event of applications for industrial property rights.</a:t>
            </a:r>
          </a:p>
          <a:p>
            <a:pPr marL="0" marR="0" lvl="0" indent="0" algn="l" defTabSz="914400" rtl="0" eaLnBrk="1" fontAlgn="auto" latinLnBrk="0" hangingPunct="1">
              <a:lnSpc>
                <a:spcPct val="107000"/>
              </a:lnSpc>
              <a:spcBef>
                <a:spcPts val="0"/>
              </a:spcBef>
              <a:spcAft>
                <a:spcPts val="100"/>
              </a:spcAft>
              <a:buClrTx/>
              <a:buSzTx/>
              <a:buFontTx/>
              <a:buNone/>
              <a:tabLst/>
              <a:defRPr/>
            </a:pPr>
            <a:endParaRPr lang="en-US" sz="600" kern="0" baseline="0" noProof="1">
              <a:solidFill>
                <a:schemeClr val="accent1"/>
              </a:solidFill>
              <a:latin typeface="+mn-lt"/>
            </a:endParaRPr>
          </a:p>
          <a:p>
            <a:pPr marR="0" defTabSz="914400" eaLnBrk="1" fontAlgn="auto" latinLnBrk="0" hangingPunct="1">
              <a:lnSpc>
                <a:spcPct val="107000"/>
              </a:lnSpc>
              <a:spcBef>
                <a:spcPts val="0"/>
              </a:spcBef>
              <a:spcAft>
                <a:spcPts val="100"/>
              </a:spcAft>
              <a:buClrTx/>
              <a:buSzTx/>
              <a:buFontTx/>
              <a:buNone/>
              <a:tabLst/>
            </a:pPr>
            <a:endParaRPr kumimoji="0" lang="en-US" sz="600" b="0" i="0" u="none" strike="noStrike" kern="0" cap="none" spc="0" normalizeH="0" baseline="0" noProof="1">
              <a:ln>
                <a:noFill/>
              </a:ln>
              <a:solidFill>
                <a:srgbClr val="000000"/>
              </a:solidFill>
              <a:effectLst/>
              <a:uLnTx/>
              <a:uFillTx/>
              <a:latin typeface="+mn-lt"/>
            </a:endParaRPr>
          </a:p>
        </p:txBody>
      </p:sp>
      <p:sp>
        <p:nvSpPr>
          <p:cNvPr id="2" name="Chapter_titleonly">
            <a:extLst>
              <a:ext uri="{FF2B5EF4-FFF2-40B4-BE49-F238E27FC236}">
                <a16:creationId xmlns:a16="http://schemas.microsoft.com/office/drawing/2014/main" id="{B0C8B8C5-F767-0B03-C680-4DF16170D066}"/>
              </a:ext>
            </a:extLst>
          </p:cNvPr>
          <p:cNvSpPr>
            <a:spLocks noGrp="1"/>
          </p:cNvSpPr>
          <p:nvPr>
            <p:ph type="body" idx="15" hasCustomPrompt="1"/>
          </p:nvPr>
        </p:nvSpPr>
        <p:spPr>
          <a:xfrm>
            <a:off x="259080" y="259200"/>
            <a:ext cx="10452100" cy="388800"/>
          </a:xfrm>
        </p:spPr>
        <p:txBody>
          <a:bodyPr vert="horz" lIns="0" tIns="0" rIns="0" bIns="0" rtlCol="0">
            <a:noAutofit/>
          </a:bodyPr>
          <a:lstStyle>
            <a:lvl1pPr algn="l" defTabSz="914333" rtl="0" eaLnBrk="1" latinLnBrk="0" hangingPunct="1">
              <a:lnSpc>
                <a:spcPct val="89000"/>
              </a:lnSpc>
              <a:spcBef>
                <a:spcPts val="500"/>
              </a:spcBef>
              <a:buNone/>
              <a:defRPr lang="en-US" sz="2400" b="1" kern="1200" baseline="0" noProof="1">
                <a:solidFill>
                  <a:srgbClr val="00B9E5"/>
                </a:solidFill>
                <a:latin typeface="+mj-lt"/>
                <a:ea typeface="+mj-ea"/>
                <a:cs typeface="+mj-cs"/>
              </a:defRPr>
            </a:lvl1pPr>
          </a:lstStyle>
          <a:p>
            <a:pPr marL="0" lvl="0" indent="0">
              <a:spcBef>
                <a:spcPts val="0"/>
              </a:spcBef>
              <a:buFont typeface="Wingdings 3" panose="05040102010807070707" pitchFamily="18" charset="2"/>
            </a:pPr>
            <a:r>
              <a:rPr lang="en-US" noProof="1"/>
              <a:t>Add Chapter Title</a:t>
            </a:r>
          </a:p>
        </p:txBody>
      </p:sp>
      <p:sp>
        <p:nvSpPr>
          <p:cNvPr id="24" name="slide_title">
            <a:extLst>
              <a:ext uri="{FF2B5EF4-FFF2-40B4-BE49-F238E27FC236}">
                <a16:creationId xmlns:a16="http://schemas.microsoft.com/office/drawing/2014/main" id="{311701A3-045D-4465-A625-85AD8C2B322E}"/>
              </a:ext>
            </a:extLst>
          </p:cNvPr>
          <p:cNvSpPr>
            <a:spLocks noGrp="1"/>
          </p:cNvSpPr>
          <p:nvPr>
            <p:ph type="title" sz="quarter" hasCustomPrompt="1"/>
          </p:nvPr>
        </p:nvSpPr>
        <p:spPr>
          <a:xfrm>
            <a:off x="259080" y="648000"/>
            <a:ext cx="10452100" cy="388800"/>
          </a:xfrm>
        </p:spPr>
        <p:txBody>
          <a:bodyPr/>
          <a:lstStyle>
            <a:lvl1pPr>
              <a:defRPr lang="en-US" sz="2400" b="1" kern="1200" baseline="0" noProof="1">
                <a:solidFill>
                  <a:srgbClr val="00B9E5"/>
                </a:solidFill>
                <a:latin typeface="+mj-lt"/>
                <a:ea typeface="+mj-ea"/>
                <a:cs typeface="+mj-cs"/>
              </a:defRPr>
            </a:lvl1pPr>
          </a:lstStyle>
          <a:p>
            <a:r>
              <a:rPr lang="en-US" noProof="1"/>
              <a:t>Add Slide Title</a:t>
            </a:r>
          </a:p>
        </p:txBody>
      </p:sp>
      <p:sp>
        <p:nvSpPr>
          <p:cNvPr id="5" name="Content Placeholder 1"/>
          <p:cNvSpPr>
            <a:spLocks noGrp="1"/>
          </p:cNvSpPr>
          <p:nvPr>
            <p:ph sz="half" idx="1" hasCustomPrompt="1"/>
          </p:nvPr>
        </p:nvSpPr>
        <p:spPr>
          <a:xfrm>
            <a:off x="259080" y="1295399"/>
            <a:ext cx="2515870" cy="201930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6" name="Content Placeholder 2"/>
          <p:cNvSpPr>
            <a:spLocks noGrp="1"/>
          </p:cNvSpPr>
          <p:nvPr>
            <p:ph sz="half" idx="3" hasCustomPrompt="1"/>
          </p:nvPr>
        </p:nvSpPr>
        <p:spPr>
          <a:xfrm>
            <a:off x="2904490" y="1295400"/>
            <a:ext cx="2515870" cy="201930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7" name="Content Placeholder 3">
            <a:extLst>
              <a:ext uri="{FF2B5EF4-FFF2-40B4-BE49-F238E27FC236}">
                <a16:creationId xmlns:a16="http://schemas.microsoft.com/office/drawing/2014/main" id="{58468F8D-277D-4F1A-84A1-62122010643F}"/>
              </a:ext>
            </a:extLst>
          </p:cNvPr>
          <p:cNvSpPr>
            <a:spLocks noGrp="1"/>
          </p:cNvSpPr>
          <p:nvPr>
            <p:ph sz="half" idx="5" hasCustomPrompt="1"/>
          </p:nvPr>
        </p:nvSpPr>
        <p:spPr>
          <a:xfrm>
            <a:off x="5549900" y="1295399"/>
            <a:ext cx="2515870" cy="201930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8" name="Content Placeholder 4"/>
          <p:cNvSpPr>
            <a:spLocks noGrp="1"/>
          </p:cNvSpPr>
          <p:nvPr>
            <p:ph sz="half" idx="7" hasCustomPrompt="1"/>
          </p:nvPr>
        </p:nvSpPr>
        <p:spPr>
          <a:xfrm>
            <a:off x="8195310" y="1295400"/>
            <a:ext cx="2515870" cy="201930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9" name="Content Placeholder 5"/>
          <p:cNvSpPr>
            <a:spLocks noGrp="1"/>
          </p:cNvSpPr>
          <p:nvPr>
            <p:ph sz="half" idx="2" hasCustomPrompt="1"/>
          </p:nvPr>
        </p:nvSpPr>
        <p:spPr>
          <a:xfrm>
            <a:off x="259080" y="3444240"/>
            <a:ext cx="2515870" cy="201930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0" name="Content Placeholder 6"/>
          <p:cNvSpPr>
            <a:spLocks noGrp="1"/>
          </p:cNvSpPr>
          <p:nvPr>
            <p:ph sz="half" idx="4" hasCustomPrompt="1"/>
          </p:nvPr>
        </p:nvSpPr>
        <p:spPr>
          <a:xfrm>
            <a:off x="2904490" y="3444240"/>
            <a:ext cx="2515870" cy="201930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8" name="Content Placeholder 7">
            <a:extLst>
              <a:ext uri="{FF2B5EF4-FFF2-40B4-BE49-F238E27FC236}">
                <a16:creationId xmlns:a16="http://schemas.microsoft.com/office/drawing/2014/main" id="{B143799E-2832-49D7-9953-45BACACA7549}"/>
              </a:ext>
            </a:extLst>
          </p:cNvPr>
          <p:cNvSpPr>
            <a:spLocks noGrp="1"/>
          </p:cNvSpPr>
          <p:nvPr>
            <p:ph sz="half" idx="6" hasCustomPrompt="1"/>
          </p:nvPr>
        </p:nvSpPr>
        <p:spPr>
          <a:xfrm>
            <a:off x="5549900" y="3444240"/>
            <a:ext cx="2515870" cy="201930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1" name="Content Placeholder 8"/>
          <p:cNvSpPr>
            <a:spLocks noGrp="1"/>
          </p:cNvSpPr>
          <p:nvPr>
            <p:ph sz="half" idx="8" hasCustomPrompt="1"/>
          </p:nvPr>
        </p:nvSpPr>
        <p:spPr>
          <a:xfrm>
            <a:off x="8195310" y="3444240"/>
            <a:ext cx="2515870" cy="201930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3" name="Slide Number Placeholder 2"/>
          <p:cNvSpPr>
            <a:spLocks noGrp="1"/>
          </p:cNvSpPr>
          <p:nvPr>
            <p:ph type="sldNum" sz="quarter" idx="12"/>
          </p:nvPr>
        </p:nvSpPr>
        <p:spPr>
          <a:xfrm>
            <a:off x="266699" y="5923478"/>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
        <p:nvSpPr>
          <p:cNvPr id="21" name="Rectangle7">
            <a:extLst>
              <a:ext uri="{FF2B5EF4-FFF2-40B4-BE49-F238E27FC236}">
                <a16:creationId xmlns:a16="http://schemas.microsoft.com/office/drawing/2014/main" id="{60F530EA-2EFB-4DC6-BA26-465D18FD265B}"/>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Tree>
    <p:extLst>
      <p:ext uri="{BB962C8B-B14F-4D97-AF65-F5344CB8AC3E}">
        <p14:creationId xmlns:p14="http://schemas.microsoft.com/office/powerpoint/2010/main" val="1999458410"/>
      </p:ext>
    </p:extLst>
  </p:cSld>
  <p:clrMapOvr>
    <a:masterClrMapping/>
  </p:clrMapOvr>
  <p:extLst>
    <p:ext uri="{DCECCB84-F9BA-43D5-87BE-67443E8EF086}">
      <p15:sldGuideLst xmlns:p15="http://schemas.microsoft.com/office/powerpoint/2012/main">
        <p15:guide id="0" pos="162">
          <p15:clr>
            <a:srgbClr val="FBAE40"/>
          </p15:clr>
        </p15:guide>
        <p15:guide id="1" pos="6744">
          <p15:clr>
            <a:srgbClr val="FBAE40"/>
          </p15:clr>
        </p15:guide>
        <p15:guide id="5" pos="1748">
          <p15:clr>
            <a:srgbClr val="FBAE40"/>
          </p15:clr>
        </p15:guide>
        <p15:guide id="6" pos="1829">
          <p15:clr>
            <a:srgbClr val="FBAE40"/>
          </p15:clr>
        </p15:guide>
        <p15:guide id="7" pos="3414">
          <p15:clr>
            <a:srgbClr val="FBAE40"/>
          </p15:clr>
        </p15:guide>
        <p15:guide id="8" pos="5162">
          <p15:clr>
            <a:srgbClr val="FBAE40"/>
          </p15:clr>
        </p15:guide>
        <p15:guide id="10" orient="horz" pos="162">
          <p15:clr>
            <a:srgbClr val="FBAE40"/>
          </p15:clr>
        </p15:guide>
        <p15:guide id="11" orient="horz" pos="408">
          <p15:clr>
            <a:srgbClr val="FBAE40"/>
          </p15:clr>
        </p15:guide>
        <p15:guide id="14" orient="horz" pos="813">
          <p15:clr>
            <a:srgbClr val="FBAE40"/>
          </p15:clr>
        </p15:guide>
        <p15:guide id="16" pos="3496">
          <p15:clr>
            <a:srgbClr val="FBAE40"/>
          </p15:clr>
        </p15:guide>
        <p15:guide id="17" pos="5080">
          <p15:clr>
            <a:srgbClr val="FBAE40"/>
          </p15:clr>
        </p15:guide>
        <p15:guide id="24" orient="horz" pos="2169">
          <p15:clr>
            <a:srgbClr val="FBAE40"/>
          </p15:clr>
        </p15:guide>
        <p15:guide id="25" orient="horz" pos="3441">
          <p15:clr>
            <a:srgbClr val="FBAE40"/>
          </p15:clr>
        </p15:guide>
        <p15:guide id="31" orient="horz" pos="652">
          <p15:clr>
            <a:srgbClr val="FBAE40"/>
          </p15:clr>
        </p15:guide>
        <p15:guide id="32" orient="horz" pos="2086">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4 x 2 content light ">
    <p:spTree>
      <p:nvGrpSpPr>
        <p:cNvPr id="1" name=""/>
        <p:cNvGrpSpPr/>
        <p:nvPr/>
      </p:nvGrpSpPr>
      <p:grpSpPr>
        <a:xfrm>
          <a:off x="0" y="0"/>
          <a:ext cx="0" cy="0"/>
          <a:chOff x="0" y="0"/>
          <a:chExt cx="0" cy="0"/>
        </a:xfrm>
      </p:grpSpPr>
      <p:sp>
        <p:nvSpPr>
          <p:cNvPr id="2" name="Chapter_titleonly">
            <a:extLst>
              <a:ext uri="{FF2B5EF4-FFF2-40B4-BE49-F238E27FC236}">
                <a16:creationId xmlns:a16="http://schemas.microsoft.com/office/drawing/2014/main" id="{B0C8B8C5-F767-0B03-C680-4DF16170D066}"/>
              </a:ext>
            </a:extLst>
          </p:cNvPr>
          <p:cNvSpPr>
            <a:spLocks noGrp="1"/>
          </p:cNvSpPr>
          <p:nvPr>
            <p:ph type="body" idx="15" hasCustomPrompt="1"/>
          </p:nvPr>
        </p:nvSpPr>
        <p:spPr>
          <a:xfrm>
            <a:off x="259080" y="259200"/>
            <a:ext cx="10452100" cy="388800"/>
          </a:xfrm>
        </p:spPr>
        <p:txBody>
          <a:bodyPr vert="horz" lIns="0" tIns="0" rIns="0" bIns="0" rtlCol="0">
            <a:noAutofit/>
          </a:bodyPr>
          <a:lstStyle>
            <a:lvl1pPr>
              <a:lnSpc>
                <a:spcPct val="89000"/>
              </a:lnSpc>
              <a:spcBef>
                <a:spcPts val="500"/>
              </a:spcBef>
              <a:buNone/>
              <a:defRPr lang="en-US" sz="2400" b="1" kern="1200" baseline="0" noProof="1">
                <a:solidFill>
                  <a:srgbClr val="00B9E5"/>
                </a:solidFill>
                <a:latin typeface="+mj-lt"/>
                <a:ea typeface="+mj-ea"/>
                <a:cs typeface="+mj-cs"/>
              </a:defRPr>
            </a:lvl1pPr>
          </a:lstStyle>
          <a:p>
            <a:pPr marL="0" lvl="0" indent="0">
              <a:spcBef>
                <a:spcPts val="0"/>
              </a:spcBef>
              <a:buFont typeface="Wingdings 3" panose="05040102010807070707" pitchFamily="18" charset="2"/>
            </a:pPr>
            <a:r>
              <a:rPr lang="en-US" noProof="1"/>
              <a:t>Add Chapter Title</a:t>
            </a:r>
          </a:p>
        </p:txBody>
      </p:sp>
      <p:sp>
        <p:nvSpPr>
          <p:cNvPr id="24" name="slide_title">
            <a:extLst>
              <a:ext uri="{FF2B5EF4-FFF2-40B4-BE49-F238E27FC236}">
                <a16:creationId xmlns:a16="http://schemas.microsoft.com/office/drawing/2014/main" id="{311701A3-045D-4465-A625-85AD8C2B322E}"/>
              </a:ext>
            </a:extLst>
          </p:cNvPr>
          <p:cNvSpPr>
            <a:spLocks noGrp="1"/>
          </p:cNvSpPr>
          <p:nvPr>
            <p:ph type="title" sz="quarter" hasCustomPrompt="1"/>
          </p:nvPr>
        </p:nvSpPr>
        <p:spPr>
          <a:xfrm>
            <a:off x="259080" y="648000"/>
            <a:ext cx="10452100" cy="388800"/>
          </a:xfrm>
        </p:spPr>
        <p:txBody>
          <a:bodyPr/>
          <a:lstStyle>
            <a:lvl1pPr>
              <a:defRPr lang="en-US" sz="2400" b="1" kern="1200" baseline="0" noProof="1">
                <a:solidFill>
                  <a:srgbClr val="00B9E5"/>
                </a:solidFill>
                <a:latin typeface="+mj-lt"/>
                <a:ea typeface="+mj-ea"/>
                <a:cs typeface="+mj-cs"/>
              </a:defRPr>
            </a:lvl1pPr>
          </a:lstStyle>
          <a:p>
            <a:r>
              <a:rPr lang="en-US" noProof="1"/>
              <a:t>Add Slide Title</a:t>
            </a:r>
          </a:p>
        </p:txBody>
      </p:sp>
      <p:sp>
        <p:nvSpPr>
          <p:cNvPr id="5" name="Content Placeholder 1"/>
          <p:cNvSpPr>
            <a:spLocks noGrp="1"/>
          </p:cNvSpPr>
          <p:nvPr>
            <p:ph sz="half" idx="1" hasCustomPrompt="1"/>
          </p:nvPr>
        </p:nvSpPr>
        <p:spPr>
          <a:xfrm>
            <a:off x="259080" y="1295399"/>
            <a:ext cx="2515870" cy="201930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6" name="Content Placeholder 2"/>
          <p:cNvSpPr>
            <a:spLocks noGrp="1"/>
          </p:cNvSpPr>
          <p:nvPr>
            <p:ph sz="half" idx="3" hasCustomPrompt="1"/>
          </p:nvPr>
        </p:nvSpPr>
        <p:spPr>
          <a:xfrm>
            <a:off x="2904490" y="1295400"/>
            <a:ext cx="2515870" cy="201930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7" name="Content Placeholder 3">
            <a:extLst>
              <a:ext uri="{FF2B5EF4-FFF2-40B4-BE49-F238E27FC236}">
                <a16:creationId xmlns:a16="http://schemas.microsoft.com/office/drawing/2014/main" id="{58468F8D-277D-4F1A-84A1-62122010643F}"/>
              </a:ext>
            </a:extLst>
          </p:cNvPr>
          <p:cNvSpPr>
            <a:spLocks noGrp="1"/>
          </p:cNvSpPr>
          <p:nvPr>
            <p:ph sz="half" idx="5" hasCustomPrompt="1"/>
          </p:nvPr>
        </p:nvSpPr>
        <p:spPr>
          <a:xfrm>
            <a:off x="5549900" y="1295399"/>
            <a:ext cx="2515870" cy="201930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8" name="Content Placeholder 4"/>
          <p:cNvSpPr>
            <a:spLocks noGrp="1"/>
          </p:cNvSpPr>
          <p:nvPr>
            <p:ph sz="half" idx="7" hasCustomPrompt="1"/>
          </p:nvPr>
        </p:nvSpPr>
        <p:spPr>
          <a:xfrm>
            <a:off x="8195310" y="1295400"/>
            <a:ext cx="2515870" cy="201930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9" name="Content Placeholder 5"/>
          <p:cNvSpPr>
            <a:spLocks noGrp="1"/>
          </p:cNvSpPr>
          <p:nvPr>
            <p:ph sz="half" idx="2" hasCustomPrompt="1"/>
          </p:nvPr>
        </p:nvSpPr>
        <p:spPr>
          <a:xfrm>
            <a:off x="259080" y="3444240"/>
            <a:ext cx="2515870" cy="201930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0" name="Content Placeholder 6"/>
          <p:cNvSpPr>
            <a:spLocks noGrp="1"/>
          </p:cNvSpPr>
          <p:nvPr>
            <p:ph sz="half" idx="4" hasCustomPrompt="1"/>
          </p:nvPr>
        </p:nvSpPr>
        <p:spPr>
          <a:xfrm>
            <a:off x="2904490" y="3444240"/>
            <a:ext cx="2515870" cy="201930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8" name="Content Placeholder 7">
            <a:extLst>
              <a:ext uri="{FF2B5EF4-FFF2-40B4-BE49-F238E27FC236}">
                <a16:creationId xmlns:a16="http://schemas.microsoft.com/office/drawing/2014/main" id="{B143799E-2832-49D7-9953-45BACACA7549}"/>
              </a:ext>
            </a:extLst>
          </p:cNvPr>
          <p:cNvSpPr>
            <a:spLocks noGrp="1"/>
          </p:cNvSpPr>
          <p:nvPr>
            <p:ph sz="half" idx="6" hasCustomPrompt="1"/>
          </p:nvPr>
        </p:nvSpPr>
        <p:spPr>
          <a:xfrm>
            <a:off x="5549900" y="3444240"/>
            <a:ext cx="2515870" cy="201930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1" name="Content Placeholder 8"/>
          <p:cNvSpPr>
            <a:spLocks noGrp="1"/>
          </p:cNvSpPr>
          <p:nvPr>
            <p:ph sz="half" idx="8" hasCustomPrompt="1"/>
          </p:nvPr>
        </p:nvSpPr>
        <p:spPr>
          <a:xfrm>
            <a:off x="8195310" y="3444240"/>
            <a:ext cx="2515870" cy="201930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3" name="Slide Number Placeholder 2"/>
          <p:cNvSpPr>
            <a:spLocks noGrp="1"/>
          </p:cNvSpPr>
          <p:nvPr>
            <p:ph type="sldNum" sz="quarter" idx="12"/>
          </p:nvPr>
        </p:nvSpPr>
        <p:spPr>
          <a:xfrm>
            <a:off x="266699" y="5923478"/>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
        <p:nvSpPr>
          <p:cNvPr id="21" name="Rectangle7">
            <a:extLst>
              <a:ext uri="{FF2B5EF4-FFF2-40B4-BE49-F238E27FC236}">
                <a16:creationId xmlns:a16="http://schemas.microsoft.com/office/drawing/2014/main" id="{60F530EA-2EFB-4DC6-BA26-465D18FD265B}"/>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Tree>
    <p:extLst>
      <p:ext uri="{BB962C8B-B14F-4D97-AF65-F5344CB8AC3E}">
        <p14:creationId xmlns:p14="http://schemas.microsoft.com/office/powerpoint/2010/main" val="2841176521"/>
      </p:ext>
    </p:extLst>
  </p:cSld>
  <p:clrMapOvr>
    <a:masterClrMapping/>
  </p:clrMapOvr>
  <p:extLst>
    <p:ext uri="{DCECCB84-F9BA-43D5-87BE-67443E8EF086}">
      <p15:sldGuideLst xmlns:p15="http://schemas.microsoft.com/office/powerpoint/2012/main">
        <p15:guide id="0" pos="162">
          <p15:clr>
            <a:srgbClr val="FBAE40"/>
          </p15:clr>
        </p15:guide>
        <p15:guide id="1" pos="6744">
          <p15:clr>
            <a:srgbClr val="FBAE40"/>
          </p15:clr>
        </p15:guide>
        <p15:guide id="5" pos="1748">
          <p15:clr>
            <a:srgbClr val="FBAE40"/>
          </p15:clr>
        </p15:guide>
        <p15:guide id="6" pos="1829">
          <p15:clr>
            <a:srgbClr val="FBAE40"/>
          </p15:clr>
        </p15:guide>
        <p15:guide id="7" pos="3414">
          <p15:clr>
            <a:srgbClr val="FBAE40"/>
          </p15:clr>
        </p15:guide>
        <p15:guide id="8" pos="5162">
          <p15:clr>
            <a:srgbClr val="FBAE40"/>
          </p15:clr>
        </p15:guide>
        <p15:guide id="10" orient="horz" pos="162">
          <p15:clr>
            <a:srgbClr val="FBAE40"/>
          </p15:clr>
        </p15:guide>
        <p15:guide id="11" orient="horz" pos="408">
          <p15:clr>
            <a:srgbClr val="FBAE40"/>
          </p15:clr>
        </p15:guide>
        <p15:guide id="14" orient="horz" pos="813">
          <p15:clr>
            <a:srgbClr val="FBAE40"/>
          </p15:clr>
        </p15:guide>
        <p15:guide id="16" pos="3496">
          <p15:clr>
            <a:srgbClr val="FBAE40"/>
          </p15:clr>
        </p15:guide>
        <p15:guide id="17" pos="5080">
          <p15:clr>
            <a:srgbClr val="FBAE40"/>
          </p15:clr>
        </p15:guide>
        <p15:guide id="24" orient="horz" pos="2169">
          <p15:clr>
            <a:srgbClr val="FBAE40"/>
          </p15:clr>
        </p15:guide>
        <p15:guide id="25" orient="horz" pos="3441">
          <p15:clr>
            <a:srgbClr val="FBAE40"/>
          </p15:clr>
        </p15:guide>
        <p15:guide id="31" orient="horz" pos="652">
          <p15:clr>
            <a:srgbClr val="FBAE40"/>
          </p15:clr>
        </p15:guide>
        <p15:guide id="32" orient="horz" pos="2086">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2_1 content dark ">
    <p:spTree>
      <p:nvGrpSpPr>
        <p:cNvPr id="1" name=""/>
        <p:cNvGrpSpPr/>
        <p:nvPr/>
      </p:nvGrpSpPr>
      <p:grpSpPr>
        <a:xfrm>
          <a:off x="0" y="0"/>
          <a:ext cx="0" cy="0"/>
          <a:chOff x="0" y="0"/>
          <a:chExt cx="0" cy="0"/>
        </a:xfrm>
      </p:grpSpPr>
      <p:sp>
        <p:nvSpPr>
          <p:cNvPr id="2" name="BackgroundPicture2">
            <a:extLst>
              <a:ext uri="{FF2B5EF4-FFF2-40B4-BE49-F238E27FC236}">
                <a16:creationId xmlns:a16="http://schemas.microsoft.com/office/drawing/2014/main" id="{D2B671C2-F892-7D86-47F6-297924D45BA0}"/>
              </a:ext>
            </a:extLst>
          </p:cNvPr>
          <p:cNvSpPr/>
          <p:nvPr userDrawn="1"/>
        </p:nvSpPr>
        <p:spPr>
          <a:xfrm rot="10800000">
            <a:off x="0" y="5252612"/>
            <a:ext cx="10969626" cy="918001"/>
          </a:xfrm>
          <a:custGeom>
            <a:avLst/>
            <a:gdLst/>
            <a:ahLst/>
            <a:cxnLst/>
            <a:rect l="0" t="0" r="0" b="0"/>
            <a:pathLst>
              <a:path w="10969626" h="918001">
                <a:moveTo>
                  <a:pt x="0" y="0"/>
                </a:moveTo>
                <a:lnTo>
                  <a:pt x="10969625" y="0"/>
                </a:lnTo>
                <a:lnTo>
                  <a:pt x="10969625" y="349200"/>
                </a:lnTo>
                <a:lnTo>
                  <a:pt x="0" y="91800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close/>
              </a:path>
            </a:pathLst>
          </a:custGeom>
          <a:solidFill>
            <a:schemeClr val="accent1"/>
          </a:solidFill>
          <a:ln w="9525" cap="flat" cmpd="sng" algn="ctr">
            <a:no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tabLst/>
            </a:pPr>
            <a:endParaRPr kumimoji="0" lang="en-US" sz="1800" b="0" i="0" u="none" strike="noStrike" kern="0" cap="none" spc="0" normalizeH="0" baseline="0" noProof="0" dirty="0">
              <a:ln>
                <a:noFill/>
              </a:ln>
              <a:solidFill>
                <a:srgbClr val="000000"/>
              </a:solidFill>
              <a:effectLst/>
              <a:uLnTx/>
              <a:uFillTx/>
              <a:latin typeface="Bosch Office Sans"/>
              <a:ea typeface="+mn-ea"/>
              <a:cs typeface="+mn-cs"/>
            </a:endParaRPr>
          </a:p>
        </p:txBody>
      </p:sp>
      <p:pic>
        <p:nvPicPr>
          <p:cNvPr id="4" name="Logo">
            <a:extLst>
              <a:ext uri="{FF2B5EF4-FFF2-40B4-BE49-F238E27FC236}">
                <a16:creationId xmlns:a16="http://schemas.microsoft.com/office/drawing/2014/main" id="{E226CA20-F6D6-2E36-A0A8-19247210411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7917" b="40255"/>
          <a:stretch/>
        </p:blipFill>
        <p:spPr>
          <a:xfrm>
            <a:off x="9703435" y="5581387"/>
            <a:ext cx="1104740" cy="438441"/>
          </a:xfrm>
          <a:prstGeom prst="rect">
            <a:avLst/>
          </a:prstGeom>
        </p:spPr>
      </p:pic>
      <p:sp>
        <p:nvSpPr>
          <p:cNvPr id="7" name="Footer">
            <a:extLst>
              <a:ext uri="{FF2B5EF4-FFF2-40B4-BE49-F238E27FC236}">
                <a16:creationId xmlns:a16="http://schemas.microsoft.com/office/drawing/2014/main" id="{C7059B8D-6CE9-AFC3-4791-373D5B9A5384}"/>
              </a:ext>
            </a:extLst>
          </p:cNvPr>
          <p:cNvSpPr txBox="1"/>
          <p:nvPr userDrawn="1"/>
        </p:nvSpPr>
        <p:spPr>
          <a:xfrm>
            <a:off x="593090" y="5935261"/>
            <a:ext cx="8850948" cy="122116"/>
          </a:xfrm>
          <a:prstGeom prst="rect">
            <a:avLst/>
          </a:prstGeom>
          <a:noFill/>
        </p:spPr>
        <p:txBody>
          <a:bodyPr wrap="square" lIns="0" tIns="0" rIns="0" bIns="0" rtlCol="0">
            <a:noAutofit/>
          </a:bodyPr>
          <a:lstStyle/>
          <a:p>
            <a:pPr marR="0" defTabSz="914400" eaLnBrk="1" fontAlgn="auto" latinLnBrk="0" hangingPunct="1">
              <a:lnSpc>
                <a:spcPct val="107000"/>
              </a:lnSpc>
              <a:spcBef>
                <a:spcPts val="0"/>
              </a:spcBef>
              <a:spcAft>
                <a:spcPts val="100"/>
              </a:spcAft>
              <a:buClrTx/>
              <a:buSzTx/>
              <a:buFontTx/>
              <a:buNone/>
              <a:tabLst/>
            </a:pPr>
            <a:r>
              <a:rPr kumimoji="0" lang="de-DE" sz="600" b="0" i="0" u="none" strike="noStrike" kern="0" cap="none" spc="0" normalizeH="0" baseline="0" noProof="1">
                <a:ln>
                  <a:noFill/>
                </a:ln>
                <a:solidFill>
                  <a:srgbClr val="A3BAC8"/>
                </a:solidFill>
                <a:effectLst/>
                <a:uLnTx/>
                <a:uFillTx/>
                <a:latin typeface="Bosch Office Sans" pitchFamily="2" charset="0"/>
              </a:rPr>
              <a:t>DC-AT/ESP1 | 31.05.2023 | © Bosch Rexroth AG 2023. Alle Rechte vorbehalten, auch bzgl. jeder Verfügung, Verwertung, Reproduktion, Bearbeitung, Weitergabe sowie für den Fall von Schutzrechtsanmeldungen.</a:t>
            </a:r>
            <a:endParaRPr kumimoji="0" lang="en-US" sz="600" b="0" i="0" u="none" strike="noStrike" kern="0" cap="none" spc="0" normalizeH="0" baseline="0" noProof="1">
              <a:ln>
                <a:noFill/>
              </a:ln>
              <a:solidFill>
                <a:srgbClr val="A3BAC8"/>
              </a:solidFill>
              <a:effectLst/>
              <a:uLnTx/>
              <a:uFillTx/>
              <a:latin typeface="Bosch Office Sans" pitchFamily="2" charset="0"/>
            </a:endParaRPr>
          </a:p>
          <a:p>
            <a:pPr marR="0" defTabSz="914400" eaLnBrk="1" fontAlgn="auto" latinLnBrk="0" hangingPunct="1">
              <a:lnSpc>
                <a:spcPct val="107000"/>
              </a:lnSpc>
              <a:spcBef>
                <a:spcPts val="0"/>
              </a:spcBef>
              <a:spcAft>
                <a:spcPts val="100"/>
              </a:spcAft>
              <a:buClrTx/>
              <a:buSzTx/>
              <a:buFontTx/>
              <a:buNone/>
              <a:tabLst/>
            </a:pPr>
            <a:endParaRPr kumimoji="0" lang="en-US" sz="600" b="0" i="0" u="none" strike="noStrike" kern="0" cap="none" spc="0" normalizeH="0" baseline="0" noProof="1">
              <a:ln>
                <a:noFill/>
              </a:ln>
              <a:solidFill>
                <a:srgbClr val="000000"/>
              </a:solidFill>
              <a:effectLst/>
              <a:uLnTx/>
              <a:uFillTx/>
              <a:latin typeface="+mn-lt"/>
            </a:endParaRPr>
          </a:p>
        </p:txBody>
      </p:sp>
      <p:sp>
        <p:nvSpPr>
          <p:cNvPr id="3" name="Chapter_titleonly">
            <a:extLst>
              <a:ext uri="{FF2B5EF4-FFF2-40B4-BE49-F238E27FC236}">
                <a16:creationId xmlns:a16="http://schemas.microsoft.com/office/drawing/2014/main" id="{BE09DEEA-7110-245B-5AD2-75A29B3BA8EA}"/>
              </a:ext>
            </a:extLst>
          </p:cNvPr>
          <p:cNvSpPr>
            <a:spLocks noGrp="1"/>
          </p:cNvSpPr>
          <p:nvPr>
            <p:ph type="body" idx="15" hasCustomPrompt="1"/>
          </p:nvPr>
        </p:nvSpPr>
        <p:spPr>
          <a:xfrm>
            <a:off x="259080" y="259200"/>
            <a:ext cx="10452100" cy="388800"/>
          </a:xfrm>
        </p:spPr>
        <p:txBody>
          <a:bodyPr vert="horz" lIns="0" tIns="0" rIns="0" bIns="0" rtlCol="0">
            <a:noAutofit/>
          </a:bodyPr>
          <a:lstStyle>
            <a:lvl1pPr>
              <a:lnSpc>
                <a:spcPct val="89000"/>
              </a:lnSpc>
              <a:buNone/>
              <a:defRPr lang="de-DE" sz="2400" b="1" kern="0" baseline="0">
                <a:solidFill>
                  <a:srgbClr val="00B9E5"/>
                </a:solidFill>
                <a:latin typeface="+mj-lt"/>
                <a:ea typeface="+mn-ea"/>
                <a:cs typeface="+mn-cs"/>
              </a:defRPr>
            </a:lvl1pPr>
          </a:lstStyle>
          <a:p>
            <a:pPr marL="0" lvl="0" indent="0">
              <a:spcBef>
                <a:spcPts val="0"/>
              </a:spcBef>
              <a:buFont typeface="Wingdings 3" panose="05040102010807070707" pitchFamily="18" charset="2"/>
            </a:pPr>
            <a:r>
              <a:rPr lang="en-US" noProof="1"/>
              <a:t>Kapitel­überschrift hinzufügen</a:t>
            </a:r>
          </a:p>
        </p:txBody>
      </p:sp>
      <p:sp>
        <p:nvSpPr>
          <p:cNvPr id="15" name="slide_title">
            <a:extLst>
              <a:ext uri="{FF2B5EF4-FFF2-40B4-BE49-F238E27FC236}">
                <a16:creationId xmlns:a16="http://schemas.microsoft.com/office/drawing/2014/main" id="{C0A6F091-52AD-4C0A-8D32-80EE860A9980}"/>
              </a:ext>
            </a:extLst>
          </p:cNvPr>
          <p:cNvSpPr>
            <a:spLocks noGrp="1"/>
          </p:cNvSpPr>
          <p:nvPr>
            <p:ph type="title" sz="quarter" hasCustomPrompt="1"/>
          </p:nvPr>
        </p:nvSpPr>
        <p:spPr>
          <a:xfrm>
            <a:off x="259080" y="648000"/>
            <a:ext cx="10452100" cy="388800"/>
          </a:xfrm>
        </p:spPr>
        <p:txBody>
          <a:bodyPr/>
          <a:lstStyle>
            <a:lvl1pPr>
              <a:defRPr>
                <a:solidFill>
                  <a:srgbClr val="00B9E5"/>
                </a:solidFill>
              </a:defRPr>
            </a:lvl1pPr>
          </a:lstStyle>
          <a:p>
            <a:r>
              <a:rPr lang="en-US" noProof="1"/>
              <a:t>Folienüberschrift hinzufügen</a:t>
            </a:r>
          </a:p>
        </p:txBody>
      </p:sp>
      <p:sp>
        <p:nvSpPr>
          <p:cNvPr id="5" name="Content Placeholder 1">
            <a:extLst>
              <a:ext uri="{FF2B5EF4-FFF2-40B4-BE49-F238E27FC236}">
                <a16:creationId xmlns:a16="http://schemas.microsoft.com/office/drawing/2014/main" id="{4D46C5CB-CB38-4AD2-99D2-34C738DF30C0}"/>
              </a:ext>
            </a:extLst>
          </p:cNvPr>
          <p:cNvSpPr>
            <a:spLocks noGrp="1"/>
          </p:cNvSpPr>
          <p:nvPr>
            <p:ph sz="quarter" idx="1" hasCustomPrompt="1"/>
          </p:nvPr>
        </p:nvSpPr>
        <p:spPr>
          <a:xfrm>
            <a:off x="259080" y="1295400"/>
            <a:ext cx="10452100" cy="416814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0" name="Rectangle7">
            <a:extLst>
              <a:ext uri="{FF2B5EF4-FFF2-40B4-BE49-F238E27FC236}">
                <a16:creationId xmlns:a16="http://schemas.microsoft.com/office/drawing/2014/main" id="{8883D326-CEAD-4903-8269-B2D194C3C224}"/>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endParaRPr lang="en-US" sz="550" b="0" i="0" u="none" strike="noStrike" kern="0" baseline="0" noProof="1">
              <a:solidFill>
                <a:srgbClr val="000000"/>
              </a:solidFill>
              <a:latin typeface="+mn-lt"/>
            </a:endParaRPr>
          </a:p>
        </p:txBody>
      </p:sp>
      <p:sp>
        <p:nvSpPr>
          <p:cNvPr id="6" name="Slide Number Placeholder 5"/>
          <p:cNvSpPr>
            <a:spLocks noGrp="1"/>
          </p:cNvSpPr>
          <p:nvPr>
            <p:ph type="sldNum" sz="quarter" idx="12"/>
          </p:nvPr>
        </p:nvSpPr>
        <p:spPr>
          <a:xfrm>
            <a:off x="266699" y="5923478"/>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Tree>
    <p:extLst>
      <p:ext uri="{BB962C8B-B14F-4D97-AF65-F5344CB8AC3E}">
        <p14:creationId xmlns:p14="http://schemas.microsoft.com/office/powerpoint/2010/main" val="13519582"/>
      </p:ext>
    </p:extLst>
  </p:cSld>
  <p:clrMapOvr>
    <a:masterClrMapping/>
  </p:clrMapOvr>
  <p:extLst>
    <p:ext uri="{DCECCB84-F9BA-43D5-87BE-67443E8EF086}">
      <p15:sldGuideLst xmlns:p15="http://schemas.microsoft.com/office/powerpoint/2012/main">
        <p15:guide id="0" pos="163">
          <p15:clr>
            <a:srgbClr val="FBAE40"/>
          </p15:clr>
        </p15:guide>
        <p15:guide id="1" pos="6747">
          <p15:clr>
            <a:srgbClr val="FBAE40"/>
          </p15:clr>
        </p15:guide>
        <p15:guide id="10" orient="horz" pos="163">
          <p15:clr>
            <a:srgbClr val="FBAE40"/>
          </p15:clr>
        </p15:guide>
        <p15:guide id="11" orient="horz" pos="408">
          <p15:clr>
            <a:srgbClr val="FBAE40"/>
          </p15:clr>
        </p15:guide>
        <p15:guide id="15" orient="horz" pos="652">
          <p15:clr>
            <a:srgbClr val="FBAE40"/>
          </p15:clr>
        </p15:guide>
        <p15:guide id="16" orient="horz" pos="816">
          <p15:clr>
            <a:srgbClr val="FBAE40"/>
          </p15:clr>
        </p15:guide>
        <p15:guide id="17" orient="horz" pos="3441">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2_1 content light ">
    <p:spTree>
      <p:nvGrpSpPr>
        <p:cNvPr id="1" name=""/>
        <p:cNvGrpSpPr/>
        <p:nvPr/>
      </p:nvGrpSpPr>
      <p:grpSpPr>
        <a:xfrm>
          <a:off x="0" y="0"/>
          <a:ext cx="0" cy="0"/>
          <a:chOff x="0" y="0"/>
          <a:chExt cx="0" cy="0"/>
        </a:xfrm>
      </p:grpSpPr>
      <p:sp>
        <p:nvSpPr>
          <p:cNvPr id="3" name="Chapter_titleonly">
            <a:extLst>
              <a:ext uri="{FF2B5EF4-FFF2-40B4-BE49-F238E27FC236}">
                <a16:creationId xmlns:a16="http://schemas.microsoft.com/office/drawing/2014/main" id="{BE09DEEA-7110-245B-5AD2-75A29B3BA8EA}"/>
              </a:ext>
            </a:extLst>
          </p:cNvPr>
          <p:cNvSpPr>
            <a:spLocks noGrp="1"/>
          </p:cNvSpPr>
          <p:nvPr>
            <p:ph type="body" idx="15" hasCustomPrompt="1"/>
          </p:nvPr>
        </p:nvSpPr>
        <p:spPr>
          <a:xfrm>
            <a:off x="259080" y="259200"/>
            <a:ext cx="10452100" cy="388800"/>
          </a:xfrm>
        </p:spPr>
        <p:txBody>
          <a:bodyPr vert="horz" lIns="0" tIns="0" rIns="0" bIns="0" rtlCol="0">
            <a:noAutofit/>
          </a:bodyPr>
          <a:lstStyle>
            <a:lvl1pPr>
              <a:lnSpc>
                <a:spcPct val="89000"/>
              </a:lnSpc>
              <a:buNone/>
              <a:defRPr lang="de-DE" sz="2400" b="1" kern="0" baseline="0">
                <a:solidFill>
                  <a:srgbClr val="00B9E5"/>
                </a:solidFill>
                <a:latin typeface="+mj-lt"/>
                <a:ea typeface="+mn-ea"/>
                <a:cs typeface="+mn-cs"/>
              </a:defRPr>
            </a:lvl1pPr>
          </a:lstStyle>
          <a:p>
            <a:pPr marL="0" lvl="0" indent="0">
              <a:spcBef>
                <a:spcPts val="0"/>
              </a:spcBef>
              <a:buFont typeface="Wingdings 3" panose="05040102010807070707" pitchFamily="18" charset="2"/>
            </a:pPr>
            <a:r>
              <a:rPr lang="en-US" noProof="1"/>
              <a:t>Kapitel­überschrift hinzufügen</a:t>
            </a:r>
          </a:p>
        </p:txBody>
      </p:sp>
      <p:sp>
        <p:nvSpPr>
          <p:cNvPr id="15" name="slide_title">
            <a:extLst>
              <a:ext uri="{FF2B5EF4-FFF2-40B4-BE49-F238E27FC236}">
                <a16:creationId xmlns:a16="http://schemas.microsoft.com/office/drawing/2014/main" id="{C0A6F091-52AD-4C0A-8D32-80EE860A9980}"/>
              </a:ext>
            </a:extLst>
          </p:cNvPr>
          <p:cNvSpPr>
            <a:spLocks noGrp="1"/>
          </p:cNvSpPr>
          <p:nvPr>
            <p:ph type="title" sz="quarter" hasCustomPrompt="1"/>
          </p:nvPr>
        </p:nvSpPr>
        <p:spPr>
          <a:xfrm>
            <a:off x="259080" y="648000"/>
            <a:ext cx="10452100" cy="388800"/>
          </a:xfrm>
        </p:spPr>
        <p:txBody>
          <a:bodyPr/>
          <a:lstStyle>
            <a:lvl1pPr>
              <a:defRPr>
                <a:solidFill>
                  <a:srgbClr val="00B9E5"/>
                </a:solidFill>
              </a:defRPr>
            </a:lvl1pPr>
          </a:lstStyle>
          <a:p>
            <a:r>
              <a:rPr lang="en-US" noProof="1"/>
              <a:t>Folienüberschrift hinzufügen</a:t>
            </a:r>
          </a:p>
        </p:txBody>
      </p:sp>
      <p:sp>
        <p:nvSpPr>
          <p:cNvPr id="5" name="Content Placeholder 1">
            <a:extLst>
              <a:ext uri="{FF2B5EF4-FFF2-40B4-BE49-F238E27FC236}">
                <a16:creationId xmlns:a16="http://schemas.microsoft.com/office/drawing/2014/main" id="{4D46C5CB-CB38-4AD2-99D2-34C738DF30C0}"/>
              </a:ext>
            </a:extLst>
          </p:cNvPr>
          <p:cNvSpPr>
            <a:spLocks noGrp="1"/>
          </p:cNvSpPr>
          <p:nvPr>
            <p:ph sz="quarter" idx="1" hasCustomPrompt="1"/>
          </p:nvPr>
        </p:nvSpPr>
        <p:spPr>
          <a:xfrm>
            <a:off x="259080" y="1295400"/>
            <a:ext cx="10452100" cy="416814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6" name="Slide Number Placeholder 5"/>
          <p:cNvSpPr>
            <a:spLocks noGrp="1"/>
          </p:cNvSpPr>
          <p:nvPr>
            <p:ph type="sldNum" sz="quarter" idx="12"/>
          </p:nvPr>
        </p:nvSpPr>
        <p:spPr>
          <a:xfrm>
            <a:off x="266699" y="5923478"/>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
        <p:nvSpPr>
          <p:cNvPr id="10" name="Rectangle7">
            <a:extLst>
              <a:ext uri="{FF2B5EF4-FFF2-40B4-BE49-F238E27FC236}">
                <a16:creationId xmlns:a16="http://schemas.microsoft.com/office/drawing/2014/main" id="{8883D326-CEAD-4903-8269-B2D194C3C224}"/>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endParaRPr lang="en-US" sz="550" b="0" i="0" u="none" strike="noStrike" kern="0" baseline="0" noProof="1">
              <a:solidFill>
                <a:srgbClr val="000000"/>
              </a:solidFill>
              <a:latin typeface="+mn-lt"/>
            </a:endParaRPr>
          </a:p>
        </p:txBody>
      </p:sp>
    </p:spTree>
    <p:extLst>
      <p:ext uri="{BB962C8B-B14F-4D97-AF65-F5344CB8AC3E}">
        <p14:creationId xmlns:p14="http://schemas.microsoft.com/office/powerpoint/2010/main" val="3665749390"/>
      </p:ext>
    </p:extLst>
  </p:cSld>
  <p:clrMapOvr>
    <a:masterClrMapping/>
  </p:clrMapOvr>
  <p:extLst>
    <p:ext uri="{DCECCB84-F9BA-43D5-87BE-67443E8EF086}">
      <p15:sldGuideLst xmlns:p15="http://schemas.microsoft.com/office/powerpoint/2012/main">
        <p15:guide id="0" pos="163">
          <p15:clr>
            <a:srgbClr val="FBAE40"/>
          </p15:clr>
        </p15:guide>
        <p15:guide id="1" pos="6747">
          <p15:clr>
            <a:srgbClr val="FBAE40"/>
          </p15:clr>
        </p15:guide>
        <p15:guide id="10" orient="horz" pos="163">
          <p15:clr>
            <a:srgbClr val="FBAE40"/>
          </p15:clr>
        </p15:guide>
        <p15:guide id="11" orient="horz" pos="408">
          <p15:clr>
            <a:srgbClr val="FBAE40"/>
          </p15:clr>
        </p15:guide>
        <p15:guide id="15" orient="horz" pos="652">
          <p15:clr>
            <a:srgbClr val="FBAE40"/>
          </p15:clr>
        </p15:guide>
        <p15:guide id="16" orient="horz" pos="816">
          <p15:clr>
            <a:srgbClr val="FBAE40"/>
          </p15:clr>
        </p15:guide>
        <p15:guide id="17" orient="horz" pos="3441">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2_2 content dark ">
    <p:spTree>
      <p:nvGrpSpPr>
        <p:cNvPr id="1" name=""/>
        <p:cNvGrpSpPr/>
        <p:nvPr/>
      </p:nvGrpSpPr>
      <p:grpSpPr>
        <a:xfrm>
          <a:off x="0" y="0"/>
          <a:ext cx="0" cy="0"/>
          <a:chOff x="0" y="0"/>
          <a:chExt cx="0" cy="0"/>
        </a:xfrm>
      </p:grpSpPr>
      <p:sp>
        <p:nvSpPr>
          <p:cNvPr id="4" name="BackgroundPicture2">
            <a:extLst>
              <a:ext uri="{FF2B5EF4-FFF2-40B4-BE49-F238E27FC236}">
                <a16:creationId xmlns:a16="http://schemas.microsoft.com/office/drawing/2014/main" id="{1FC57609-6AFA-3304-8F7B-7BCD44E6CEB3}"/>
              </a:ext>
            </a:extLst>
          </p:cNvPr>
          <p:cNvSpPr/>
          <p:nvPr userDrawn="1"/>
        </p:nvSpPr>
        <p:spPr>
          <a:xfrm rot="10800000">
            <a:off x="0" y="5252612"/>
            <a:ext cx="10969626" cy="918001"/>
          </a:xfrm>
          <a:custGeom>
            <a:avLst/>
            <a:gdLst/>
            <a:ahLst/>
            <a:cxnLst/>
            <a:rect l="0" t="0" r="0" b="0"/>
            <a:pathLst>
              <a:path w="10969626" h="918001">
                <a:moveTo>
                  <a:pt x="0" y="0"/>
                </a:moveTo>
                <a:lnTo>
                  <a:pt x="10969625" y="0"/>
                </a:lnTo>
                <a:lnTo>
                  <a:pt x="10969625" y="349200"/>
                </a:lnTo>
                <a:lnTo>
                  <a:pt x="0" y="91800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close/>
              </a:path>
            </a:pathLst>
          </a:custGeom>
          <a:solidFill>
            <a:schemeClr val="accent1"/>
          </a:solidFill>
          <a:ln w="9525" cap="flat" cmpd="sng" algn="ctr">
            <a:no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tabLst/>
            </a:pPr>
            <a:endParaRPr kumimoji="0" lang="en-US" sz="1800" b="0" i="0" u="none" strike="noStrike" kern="0" cap="none" spc="0" normalizeH="0" baseline="0" noProof="0" dirty="0">
              <a:ln>
                <a:noFill/>
              </a:ln>
              <a:solidFill>
                <a:srgbClr val="000000"/>
              </a:solidFill>
              <a:effectLst/>
              <a:uLnTx/>
              <a:uFillTx/>
              <a:latin typeface="Bosch Office Sans"/>
              <a:ea typeface="+mn-ea"/>
              <a:cs typeface="+mn-cs"/>
            </a:endParaRPr>
          </a:p>
        </p:txBody>
      </p:sp>
      <p:pic>
        <p:nvPicPr>
          <p:cNvPr id="7" name="Logo">
            <a:extLst>
              <a:ext uri="{FF2B5EF4-FFF2-40B4-BE49-F238E27FC236}">
                <a16:creationId xmlns:a16="http://schemas.microsoft.com/office/drawing/2014/main" id="{DFF25F49-7BF4-12C2-56D2-72A9903FFEB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7917" b="40255"/>
          <a:stretch/>
        </p:blipFill>
        <p:spPr>
          <a:xfrm>
            <a:off x="9703435" y="5581387"/>
            <a:ext cx="1104740" cy="438441"/>
          </a:xfrm>
          <a:prstGeom prst="rect">
            <a:avLst/>
          </a:prstGeom>
        </p:spPr>
      </p:pic>
      <p:sp>
        <p:nvSpPr>
          <p:cNvPr id="8" name="Footer">
            <a:extLst>
              <a:ext uri="{FF2B5EF4-FFF2-40B4-BE49-F238E27FC236}">
                <a16:creationId xmlns:a16="http://schemas.microsoft.com/office/drawing/2014/main" id="{FCACF895-D46F-5D35-43CD-79C2AC5D53C1}"/>
              </a:ext>
            </a:extLst>
          </p:cNvPr>
          <p:cNvSpPr txBox="1"/>
          <p:nvPr userDrawn="1"/>
        </p:nvSpPr>
        <p:spPr>
          <a:xfrm>
            <a:off x="593090" y="5935261"/>
            <a:ext cx="8850948" cy="122116"/>
          </a:xfrm>
          <a:prstGeom prst="rect">
            <a:avLst/>
          </a:prstGeom>
          <a:noFill/>
        </p:spPr>
        <p:txBody>
          <a:bodyPr wrap="square" lIns="0" tIns="0" rIns="0" bIns="0" rtlCol="0">
            <a:noAutofit/>
          </a:bodyPr>
          <a:lstStyle/>
          <a:p>
            <a:pPr marR="0" defTabSz="914400" eaLnBrk="1" fontAlgn="auto" latinLnBrk="0" hangingPunct="1">
              <a:lnSpc>
                <a:spcPct val="107000"/>
              </a:lnSpc>
              <a:spcBef>
                <a:spcPts val="0"/>
              </a:spcBef>
              <a:spcAft>
                <a:spcPts val="100"/>
              </a:spcAft>
              <a:buClrTx/>
              <a:buSzTx/>
              <a:buFontTx/>
              <a:buNone/>
              <a:tabLst/>
            </a:pPr>
            <a:r>
              <a:rPr kumimoji="0" lang="de-DE" sz="600" b="0" i="0" u="none" strike="noStrike" kern="0" cap="none" spc="0" normalizeH="0" baseline="0" noProof="1">
                <a:ln>
                  <a:noFill/>
                </a:ln>
                <a:solidFill>
                  <a:srgbClr val="A3BAC8"/>
                </a:solidFill>
                <a:effectLst/>
                <a:uLnTx/>
                <a:uFillTx/>
                <a:latin typeface="Bosch Office Sans" pitchFamily="2" charset="0"/>
              </a:rPr>
              <a:t>DC-AT/ESP1 | 31.05.2023 | © Bosch Rexroth AG 2023. Alle Rechte vorbehalten, auch bzgl. jeder Verfügung, Verwertung, Reproduktion, Bearbeitung, Weitergabe sowie für den Fall von Schutzrechtsanmeldungen.</a:t>
            </a:r>
            <a:endParaRPr kumimoji="0" lang="en-US" sz="600" b="0" i="0" u="none" strike="noStrike" kern="0" cap="none" spc="0" normalizeH="0" baseline="0" noProof="1">
              <a:ln>
                <a:noFill/>
              </a:ln>
              <a:solidFill>
                <a:srgbClr val="A3BAC8"/>
              </a:solidFill>
              <a:effectLst/>
              <a:uLnTx/>
              <a:uFillTx/>
              <a:latin typeface="Bosch Office Sans" pitchFamily="2" charset="0"/>
            </a:endParaRPr>
          </a:p>
          <a:p>
            <a:pPr marR="0" defTabSz="914400" eaLnBrk="1" fontAlgn="auto" latinLnBrk="0" hangingPunct="1">
              <a:lnSpc>
                <a:spcPct val="107000"/>
              </a:lnSpc>
              <a:spcBef>
                <a:spcPts val="0"/>
              </a:spcBef>
              <a:spcAft>
                <a:spcPts val="100"/>
              </a:spcAft>
              <a:buClrTx/>
              <a:buSzTx/>
              <a:buFontTx/>
              <a:buNone/>
              <a:tabLst/>
            </a:pPr>
            <a:endParaRPr kumimoji="0" lang="en-US" sz="600" b="0" i="0" u="none" strike="noStrike" kern="0" cap="none" spc="0" normalizeH="0" baseline="0" noProof="1">
              <a:ln>
                <a:noFill/>
              </a:ln>
              <a:solidFill>
                <a:srgbClr val="000000"/>
              </a:solidFill>
              <a:effectLst/>
              <a:uLnTx/>
              <a:uFillTx/>
              <a:latin typeface="+mn-lt"/>
            </a:endParaRPr>
          </a:p>
        </p:txBody>
      </p:sp>
      <p:sp>
        <p:nvSpPr>
          <p:cNvPr id="2" name="Chapter_titleonly">
            <a:extLst>
              <a:ext uri="{FF2B5EF4-FFF2-40B4-BE49-F238E27FC236}">
                <a16:creationId xmlns:a16="http://schemas.microsoft.com/office/drawing/2014/main" id="{ABC852AC-F4A3-94DE-3FB8-23477B54F942}"/>
              </a:ext>
            </a:extLst>
          </p:cNvPr>
          <p:cNvSpPr>
            <a:spLocks noGrp="1"/>
          </p:cNvSpPr>
          <p:nvPr>
            <p:ph type="body" idx="15" hasCustomPrompt="1"/>
          </p:nvPr>
        </p:nvSpPr>
        <p:spPr>
          <a:xfrm>
            <a:off x="259080" y="259200"/>
            <a:ext cx="10452100" cy="388800"/>
          </a:xfrm>
        </p:spPr>
        <p:txBody>
          <a:bodyPr vert="horz" lIns="0" tIns="0" rIns="0" bIns="0" rtlCol="0">
            <a:noAutofit/>
          </a:bodyPr>
          <a:lstStyle>
            <a:lvl1pPr>
              <a:lnSpc>
                <a:spcPct val="89000"/>
              </a:lnSpc>
              <a:buNone/>
              <a:defRPr lang="de-DE" sz="2400" b="1" kern="0" baseline="0">
                <a:solidFill>
                  <a:srgbClr val="00B9E5"/>
                </a:solidFill>
                <a:latin typeface="+mj-lt"/>
                <a:ea typeface="+mn-ea"/>
                <a:cs typeface="+mn-cs"/>
              </a:defRPr>
            </a:lvl1pPr>
          </a:lstStyle>
          <a:p>
            <a:pPr marL="0" lvl="0" indent="0">
              <a:spcBef>
                <a:spcPts val="0"/>
              </a:spcBef>
              <a:buFont typeface="Wingdings 3" panose="05040102010807070707" pitchFamily="18" charset="2"/>
            </a:pPr>
            <a:r>
              <a:rPr lang="en-US" noProof="1"/>
              <a:t>Kapitel­überschrift hinzufügen</a:t>
            </a:r>
          </a:p>
        </p:txBody>
      </p:sp>
      <p:sp>
        <p:nvSpPr>
          <p:cNvPr id="17" name="slide_title">
            <a:extLst>
              <a:ext uri="{FF2B5EF4-FFF2-40B4-BE49-F238E27FC236}">
                <a16:creationId xmlns:a16="http://schemas.microsoft.com/office/drawing/2014/main" id="{9F6D022B-DEE5-4AD2-8799-00321036FE87}"/>
              </a:ext>
            </a:extLst>
          </p:cNvPr>
          <p:cNvSpPr>
            <a:spLocks noGrp="1"/>
          </p:cNvSpPr>
          <p:nvPr>
            <p:ph type="title" sz="quarter" hasCustomPrompt="1"/>
          </p:nvPr>
        </p:nvSpPr>
        <p:spPr>
          <a:xfrm>
            <a:off x="259080" y="648000"/>
            <a:ext cx="10452100" cy="388800"/>
          </a:xfrm>
        </p:spPr>
        <p:txBody>
          <a:bodyPr/>
          <a:lstStyle>
            <a:lvl1pPr>
              <a:defRPr>
                <a:solidFill>
                  <a:srgbClr val="00B9E5"/>
                </a:solidFill>
              </a:defRPr>
            </a:lvl1pPr>
          </a:lstStyle>
          <a:p>
            <a:r>
              <a:rPr lang="en-US" noProof="1"/>
              <a:t>Folienüberschrift hinzufügen</a:t>
            </a:r>
          </a:p>
        </p:txBody>
      </p:sp>
      <p:sp>
        <p:nvSpPr>
          <p:cNvPr id="5" name="Content Placeholder 1"/>
          <p:cNvSpPr>
            <a:spLocks noGrp="1"/>
          </p:cNvSpPr>
          <p:nvPr>
            <p:ph sz="half" idx="1" hasCustomPrompt="1"/>
          </p:nvPr>
        </p:nvSpPr>
        <p:spPr>
          <a:xfrm>
            <a:off x="259080" y="1295400"/>
            <a:ext cx="1045210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6" name="Content Placeholder 2"/>
          <p:cNvSpPr>
            <a:spLocks noGrp="1"/>
          </p:cNvSpPr>
          <p:nvPr>
            <p:ph sz="half" idx="2" hasCustomPrompt="1"/>
          </p:nvPr>
        </p:nvSpPr>
        <p:spPr>
          <a:xfrm>
            <a:off x="259080" y="3444240"/>
            <a:ext cx="1045210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3" name="Slide Number Placeholder 2"/>
          <p:cNvSpPr>
            <a:spLocks noGrp="1"/>
          </p:cNvSpPr>
          <p:nvPr>
            <p:ph type="sldNum" sz="quarter" idx="12"/>
          </p:nvPr>
        </p:nvSpPr>
        <p:spPr>
          <a:xfrm>
            <a:off x="266699" y="5923478"/>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
        <p:nvSpPr>
          <p:cNvPr id="12" name="Rectangle7">
            <a:extLst>
              <a:ext uri="{FF2B5EF4-FFF2-40B4-BE49-F238E27FC236}">
                <a16:creationId xmlns:a16="http://schemas.microsoft.com/office/drawing/2014/main" id="{2E7C0809-54C2-4B00-97B9-AEB55C54DF36}"/>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endParaRPr lang="en-US" sz="550" b="0" i="0" u="none" strike="noStrike" kern="0" baseline="0" noProof="1">
              <a:solidFill>
                <a:srgbClr val="000000"/>
              </a:solidFill>
              <a:latin typeface="+mn-lt"/>
            </a:endParaRPr>
          </a:p>
        </p:txBody>
      </p:sp>
    </p:spTree>
    <p:extLst>
      <p:ext uri="{BB962C8B-B14F-4D97-AF65-F5344CB8AC3E}">
        <p14:creationId xmlns:p14="http://schemas.microsoft.com/office/powerpoint/2010/main" val="2480214601"/>
      </p:ext>
    </p:extLst>
  </p:cSld>
  <p:clrMapOvr>
    <a:masterClrMapping/>
  </p:clrMapOvr>
  <p:extLst>
    <p:ext uri="{DCECCB84-F9BA-43D5-87BE-67443E8EF086}">
      <p15:sldGuideLst xmlns:p15="http://schemas.microsoft.com/office/powerpoint/2012/main">
        <p15:guide id="0" pos="163">
          <p15:clr>
            <a:srgbClr val="FBAE40"/>
          </p15:clr>
        </p15:guide>
        <p15:guide id="1" pos="6747">
          <p15:clr>
            <a:srgbClr val="FBAE40"/>
          </p15:clr>
        </p15:guide>
        <p15:guide id="10" orient="horz" pos="163">
          <p15:clr>
            <a:srgbClr val="FBAE40"/>
          </p15:clr>
        </p15:guide>
        <p15:guide id="11" orient="horz" pos="408">
          <p15:clr>
            <a:srgbClr val="FBAE40"/>
          </p15:clr>
        </p15:guide>
        <p15:guide id="14" orient="horz" pos="816">
          <p15:clr>
            <a:srgbClr val="FBAE40"/>
          </p15:clr>
        </p15:guide>
        <p15:guide id="15" orient="horz" pos="2088">
          <p15:clr>
            <a:srgbClr val="FBAE40"/>
          </p15:clr>
        </p15:guide>
        <p15:guide id="16" orient="horz" pos="2169">
          <p15:clr>
            <a:srgbClr val="FBAE40"/>
          </p15:clr>
        </p15:guide>
        <p15:guide id="17" orient="horz" pos="3441">
          <p15:clr>
            <a:srgbClr val="FBAE40"/>
          </p15:clr>
        </p15:guide>
        <p15:guide id="19" orient="horz" pos="652">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2_2 content light ">
    <p:spTree>
      <p:nvGrpSpPr>
        <p:cNvPr id="1" name=""/>
        <p:cNvGrpSpPr/>
        <p:nvPr/>
      </p:nvGrpSpPr>
      <p:grpSpPr>
        <a:xfrm>
          <a:off x="0" y="0"/>
          <a:ext cx="0" cy="0"/>
          <a:chOff x="0" y="0"/>
          <a:chExt cx="0" cy="0"/>
        </a:xfrm>
      </p:grpSpPr>
      <p:sp>
        <p:nvSpPr>
          <p:cNvPr id="2" name="Chapter_titleonly">
            <a:extLst>
              <a:ext uri="{FF2B5EF4-FFF2-40B4-BE49-F238E27FC236}">
                <a16:creationId xmlns:a16="http://schemas.microsoft.com/office/drawing/2014/main" id="{ABC852AC-F4A3-94DE-3FB8-23477B54F942}"/>
              </a:ext>
            </a:extLst>
          </p:cNvPr>
          <p:cNvSpPr>
            <a:spLocks noGrp="1"/>
          </p:cNvSpPr>
          <p:nvPr>
            <p:ph type="body" idx="15" hasCustomPrompt="1"/>
          </p:nvPr>
        </p:nvSpPr>
        <p:spPr>
          <a:xfrm>
            <a:off x="259080" y="259200"/>
            <a:ext cx="10452100" cy="388800"/>
          </a:xfrm>
        </p:spPr>
        <p:txBody>
          <a:bodyPr vert="horz" lIns="0" tIns="0" rIns="0" bIns="0" rtlCol="0">
            <a:noAutofit/>
          </a:bodyPr>
          <a:lstStyle>
            <a:lvl1pPr>
              <a:lnSpc>
                <a:spcPct val="89000"/>
              </a:lnSpc>
              <a:buNone/>
              <a:defRPr lang="de-DE" sz="2400" b="1" kern="0" baseline="0">
                <a:solidFill>
                  <a:srgbClr val="00B9E5"/>
                </a:solidFill>
                <a:latin typeface="+mj-lt"/>
                <a:ea typeface="+mn-ea"/>
                <a:cs typeface="+mn-cs"/>
              </a:defRPr>
            </a:lvl1pPr>
          </a:lstStyle>
          <a:p>
            <a:pPr marL="0" lvl="0" indent="0">
              <a:spcBef>
                <a:spcPts val="0"/>
              </a:spcBef>
              <a:buFont typeface="Wingdings 3" panose="05040102010807070707" pitchFamily="18" charset="2"/>
            </a:pPr>
            <a:r>
              <a:rPr lang="en-US" noProof="1"/>
              <a:t>Kapitel­überschrift hinzufügen</a:t>
            </a:r>
          </a:p>
        </p:txBody>
      </p:sp>
      <p:sp>
        <p:nvSpPr>
          <p:cNvPr id="17" name="slide_title">
            <a:extLst>
              <a:ext uri="{FF2B5EF4-FFF2-40B4-BE49-F238E27FC236}">
                <a16:creationId xmlns:a16="http://schemas.microsoft.com/office/drawing/2014/main" id="{9F6D022B-DEE5-4AD2-8799-00321036FE87}"/>
              </a:ext>
            </a:extLst>
          </p:cNvPr>
          <p:cNvSpPr>
            <a:spLocks noGrp="1"/>
          </p:cNvSpPr>
          <p:nvPr>
            <p:ph type="title" sz="quarter" hasCustomPrompt="1"/>
          </p:nvPr>
        </p:nvSpPr>
        <p:spPr>
          <a:xfrm>
            <a:off x="259080" y="648000"/>
            <a:ext cx="10452100" cy="388800"/>
          </a:xfrm>
        </p:spPr>
        <p:txBody>
          <a:bodyPr/>
          <a:lstStyle>
            <a:lvl1pPr>
              <a:defRPr>
                <a:solidFill>
                  <a:srgbClr val="00B9E5"/>
                </a:solidFill>
              </a:defRPr>
            </a:lvl1pPr>
          </a:lstStyle>
          <a:p>
            <a:r>
              <a:rPr lang="en-US" noProof="1"/>
              <a:t>Folienüberschrift hinzufügen</a:t>
            </a:r>
          </a:p>
        </p:txBody>
      </p:sp>
      <p:sp>
        <p:nvSpPr>
          <p:cNvPr id="5" name="Content Placeholder 1"/>
          <p:cNvSpPr>
            <a:spLocks noGrp="1"/>
          </p:cNvSpPr>
          <p:nvPr>
            <p:ph sz="half" idx="1" hasCustomPrompt="1"/>
          </p:nvPr>
        </p:nvSpPr>
        <p:spPr>
          <a:xfrm>
            <a:off x="259080" y="1295400"/>
            <a:ext cx="1045210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6" name="Content Placeholder 2"/>
          <p:cNvSpPr>
            <a:spLocks noGrp="1"/>
          </p:cNvSpPr>
          <p:nvPr>
            <p:ph sz="half" idx="2" hasCustomPrompt="1"/>
          </p:nvPr>
        </p:nvSpPr>
        <p:spPr>
          <a:xfrm>
            <a:off x="259080" y="3444240"/>
            <a:ext cx="1045210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3" name="Slide Number Placeholder 2"/>
          <p:cNvSpPr>
            <a:spLocks noGrp="1"/>
          </p:cNvSpPr>
          <p:nvPr>
            <p:ph type="sldNum" sz="quarter" idx="12"/>
          </p:nvPr>
        </p:nvSpPr>
        <p:spPr>
          <a:xfrm>
            <a:off x="266699" y="5923478"/>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
        <p:nvSpPr>
          <p:cNvPr id="12" name="Rectangle7">
            <a:extLst>
              <a:ext uri="{FF2B5EF4-FFF2-40B4-BE49-F238E27FC236}">
                <a16:creationId xmlns:a16="http://schemas.microsoft.com/office/drawing/2014/main" id="{2E7C0809-54C2-4B00-97B9-AEB55C54DF36}"/>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endParaRPr lang="en-US" sz="550" b="0" i="0" u="none" strike="noStrike" kern="0" baseline="0" noProof="1">
              <a:solidFill>
                <a:srgbClr val="000000"/>
              </a:solidFill>
              <a:latin typeface="+mn-lt"/>
            </a:endParaRPr>
          </a:p>
        </p:txBody>
      </p:sp>
    </p:spTree>
    <p:extLst>
      <p:ext uri="{BB962C8B-B14F-4D97-AF65-F5344CB8AC3E}">
        <p14:creationId xmlns:p14="http://schemas.microsoft.com/office/powerpoint/2010/main" val="1718507199"/>
      </p:ext>
    </p:extLst>
  </p:cSld>
  <p:clrMapOvr>
    <a:masterClrMapping/>
  </p:clrMapOvr>
  <p:extLst>
    <p:ext uri="{DCECCB84-F9BA-43D5-87BE-67443E8EF086}">
      <p15:sldGuideLst xmlns:p15="http://schemas.microsoft.com/office/powerpoint/2012/main">
        <p15:guide id="0" pos="163">
          <p15:clr>
            <a:srgbClr val="FBAE40"/>
          </p15:clr>
        </p15:guide>
        <p15:guide id="1" pos="6747">
          <p15:clr>
            <a:srgbClr val="FBAE40"/>
          </p15:clr>
        </p15:guide>
        <p15:guide id="10" orient="horz" pos="163">
          <p15:clr>
            <a:srgbClr val="FBAE40"/>
          </p15:clr>
        </p15:guide>
        <p15:guide id="11" orient="horz" pos="408">
          <p15:clr>
            <a:srgbClr val="FBAE40"/>
          </p15:clr>
        </p15:guide>
        <p15:guide id="14" orient="horz" pos="816">
          <p15:clr>
            <a:srgbClr val="FBAE40"/>
          </p15:clr>
        </p15:guide>
        <p15:guide id="15" orient="horz" pos="2088">
          <p15:clr>
            <a:srgbClr val="FBAE40"/>
          </p15:clr>
        </p15:guide>
        <p15:guide id="16" orient="horz" pos="2169">
          <p15:clr>
            <a:srgbClr val="FBAE40"/>
          </p15:clr>
        </p15:guide>
        <p15:guide id="17" orient="horz" pos="3441">
          <p15:clr>
            <a:srgbClr val="FBAE40"/>
          </p15:clr>
        </p15:guide>
        <p15:guide id="19" orient="horz" pos="652">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2_2 content dark vertical ">
    <p:spTree>
      <p:nvGrpSpPr>
        <p:cNvPr id="1" name=""/>
        <p:cNvGrpSpPr/>
        <p:nvPr/>
      </p:nvGrpSpPr>
      <p:grpSpPr>
        <a:xfrm>
          <a:off x="0" y="0"/>
          <a:ext cx="0" cy="0"/>
          <a:chOff x="0" y="0"/>
          <a:chExt cx="0" cy="0"/>
        </a:xfrm>
      </p:grpSpPr>
      <p:sp>
        <p:nvSpPr>
          <p:cNvPr id="6" name="BackgroundPicture2">
            <a:extLst>
              <a:ext uri="{FF2B5EF4-FFF2-40B4-BE49-F238E27FC236}">
                <a16:creationId xmlns:a16="http://schemas.microsoft.com/office/drawing/2014/main" id="{BBDA00B9-3600-5FA0-6818-202B41AB7273}"/>
              </a:ext>
            </a:extLst>
          </p:cNvPr>
          <p:cNvSpPr/>
          <p:nvPr userDrawn="1"/>
        </p:nvSpPr>
        <p:spPr>
          <a:xfrm rot="10800000">
            <a:off x="0" y="5252612"/>
            <a:ext cx="10969626" cy="918001"/>
          </a:xfrm>
          <a:custGeom>
            <a:avLst/>
            <a:gdLst/>
            <a:ahLst/>
            <a:cxnLst/>
            <a:rect l="0" t="0" r="0" b="0"/>
            <a:pathLst>
              <a:path w="10969626" h="918001">
                <a:moveTo>
                  <a:pt x="0" y="0"/>
                </a:moveTo>
                <a:lnTo>
                  <a:pt x="10969625" y="0"/>
                </a:lnTo>
                <a:lnTo>
                  <a:pt x="10969625" y="349200"/>
                </a:lnTo>
                <a:lnTo>
                  <a:pt x="0" y="91800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close/>
              </a:path>
            </a:pathLst>
          </a:custGeom>
          <a:solidFill>
            <a:schemeClr val="accent1"/>
          </a:solidFill>
          <a:ln w="9525" cap="flat" cmpd="sng" algn="ctr">
            <a:no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tabLst/>
            </a:pPr>
            <a:endParaRPr kumimoji="0" lang="en-US" sz="1800" b="0" i="0" u="none" strike="noStrike" kern="0" cap="none" spc="0" normalizeH="0" baseline="0" noProof="0" dirty="0">
              <a:ln>
                <a:noFill/>
              </a:ln>
              <a:solidFill>
                <a:srgbClr val="000000"/>
              </a:solidFill>
              <a:effectLst/>
              <a:uLnTx/>
              <a:uFillTx/>
              <a:latin typeface="Bosch Office Sans"/>
              <a:ea typeface="+mn-ea"/>
              <a:cs typeface="+mn-cs"/>
            </a:endParaRPr>
          </a:p>
        </p:txBody>
      </p:sp>
      <p:pic>
        <p:nvPicPr>
          <p:cNvPr id="7" name="Logo">
            <a:extLst>
              <a:ext uri="{FF2B5EF4-FFF2-40B4-BE49-F238E27FC236}">
                <a16:creationId xmlns:a16="http://schemas.microsoft.com/office/drawing/2014/main" id="{2631C5EE-CABD-169C-1ABA-1CEB3EA8134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7917" b="40255"/>
          <a:stretch/>
        </p:blipFill>
        <p:spPr>
          <a:xfrm>
            <a:off x="9703435" y="5581387"/>
            <a:ext cx="1104740" cy="438441"/>
          </a:xfrm>
          <a:prstGeom prst="rect">
            <a:avLst/>
          </a:prstGeom>
        </p:spPr>
      </p:pic>
      <p:sp>
        <p:nvSpPr>
          <p:cNvPr id="8" name="Footer">
            <a:extLst>
              <a:ext uri="{FF2B5EF4-FFF2-40B4-BE49-F238E27FC236}">
                <a16:creationId xmlns:a16="http://schemas.microsoft.com/office/drawing/2014/main" id="{43237A22-C329-4BCF-C7CF-4899B8B56D46}"/>
              </a:ext>
            </a:extLst>
          </p:cNvPr>
          <p:cNvSpPr txBox="1"/>
          <p:nvPr userDrawn="1"/>
        </p:nvSpPr>
        <p:spPr>
          <a:xfrm>
            <a:off x="593090" y="5935261"/>
            <a:ext cx="8850948" cy="122116"/>
          </a:xfrm>
          <a:prstGeom prst="rect">
            <a:avLst/>
          </a:prstGeom>
          <a:noFill/>
        </p:spPr>
        <p:txBody>
          <a:bodyPr wrap="square" lIns="0" tIns="0" rIns="0" bIns="0" rtlCol="0">
            <a:noAutofit/>
          </a:bodyPr>
          <a:lstStyle/>
          <a:p>
            <a:pPr marR="0" defTabSz="914400" eaLnBrk="1" fontAlgn="auto" latinLnBrk="0" hangingPunct="1">
              <a:lnSpc>
                <a:spcPct val="107000"/>
              </a:lnSpc>
              <a:spcBef>
                <a:spcPts val="0"/>
              </a:spcBef>
              <a:spcAft>
                <a:spcPts val="100"/>
              </a:spcAft>
              <a:buClrTx/>
              <a:buSzTx/>
              <a:buFontTx/>
              <a:buNone/>
              <a:tabLst/>
            </a:pPr>
            <a:r>
              <a:rPr kumimoji="0" lang="de-DE" sz="600" b="0" i="0" u="none" strike="noStrike" kern="0" cap="none" spc="0" normalizeH="0" baseline="0" noProof="1">
                <a:ln>
                  <a:noFill/>
                </a:ln>
                <a:solidFill>
                  <a:srgbClr val="A3BAC8"/>
                </a:solidFill>
                <a:effectLst/>
                <a:uLnTx/>
                <a:uFillTx/>
                <a:latin typeface="Bosch Office Sans" pitchFamily="2" charset="0"/>
              </a:rPr>
              <a:t>DC-AT/ESP1 | 31.05.2023 | © Bosch Rexroth AG 2023. Alle Rechte vorbehalten, auch bzgl. jeder Verfügung, Verwertung, Reproduktion, Bearbeitung, Weitergabe sowie für den Fall von Schutzrechtsanmeldungen.</a:t>
            </a:r>
            <a:endParaRPr kumimoji="0" lang="en-US" sz="600" b="0" i="0" u="none" strike="noStrike" kern="0" cap="none" spc="0" normalizeH="0" baseline="0" noProof="1">
              <a:ln>
                <a:noFill/>
              </a:ln>
              <a:solidFill>
                <a:srgbClr val="A3BAC8"/>
              </a:solidFill>
              <a:effectLst/>
              <a:uLnTx/>
              <a:uFillTx/>
              <a:latin typeface="Bosch Office Sans" pitchFamily="2" charset="0"/>
            </a:endParaRPr>
          </a:p>
          <a:p>
            <a:pPr marR="0" defTabSz="914400" eaLnBrk="1" fontAlgn="auto" latinLnBrk="0" hangingPunct="1">
              <a:lnSpc>
                <a:spcPct val="107000"/>
              </a:lnSpc>
              <a:spcBef>
                <a:spcPts val="0"/>
              </a:spcBef>
              <a:spcAft>
                <a:spcPts val="100"/>
              </a:spcAft>
              <a:buClrTx/>
              <a:buSzTx/>
              <a:buFontTx/>
              <a:buNone/>
              <a:tabLst/>
            </a:pPr>
            <a:endParaRPr kumimoji="0" lang="en-US" sz="600" b="0" i="0" u="none" strike="noStrike" kern="0" cap="none" spc="0" normalizeH="0" baseline="0" noProof="1">
              <a:ln>
                <a:noFill/>
              </a:ln>
              <a:solidFill>
                <a:srgbClr val="000000"/>
              </a:solidFill>
              <a:effectLst/>
              <a:uLnTx/>
              <a:uFillTx/>
              <a:latin typeface="+mn-lt"/>
            </a:endParaRPr>
          </a:p>
        </p:txBody>
      </p:sp>
      <p:sp>
        <p:nvSpPr>
          <p:cNvPr id="2" name="Chapter_titleonly">
            <a:extLst>
              <a:ext uri="{FF2B5EF4-FFF2-40B4-BE49-F238E27FC236}">
                <a16:creationId xmlns:a16="http://schemas.microsoft.com/office/drawing/2014/main" id="{8D62AB88-76FF-A3A0-37E8-EB4781142AA0}"/>
              </a:ext>
            </a:extLst>
          </p:cNvPr>
          <p:cNvSpPr>
            <a:spLocks noGrp="1"/>
          </p:cNvSpPr>
          <p:nvPr>
            <p:ph type="body" idx="15" hasCustomPrompt="1"/>
          </p:nvPr>
        </p:nvSpPr>
        <p:spPr>
          <a:xfrm>
            <a:off x="259080" y="259200"/>
            <a:ext cx="10452100" cy="388800"/>
          </a:xfrm>
        </p:spPr>
        <p:txBody>
          <a:bodyPr vert="horz" lIns="0" tIns="0" rIns="0" bIns="0" rtlCol="0">
            <a:noAutofit/>
          </a:bodyPr>
          <a:lstStyle>
            <a:lvl1pPr>
              <a:lnSpc>
                <a:spcPct val="89000"/>
              </a:lnSpc>
              <a:buNone/>
              <a:defRPr lang="de-DE" sz="2400" b="1" kern="0" baseline="0">
                <a:solidFill>
                  <a:srgbClr val="00B9E5"/>
                </a:solidFill>
                <a:latin typeface="+mj-lt"/>
                <a:ea typeface="+mn-ea"/>
                <a:cs typeface="+mn-cs"/>
              </a:defRPr>
            </a:lvl1pPr>
          </a:lstStyle>
          <a:p>
            <a:pPr marL="0" lvl="0" indent="0">
              <a:spcBef>
                <a:spcPts val="0"/>
              </a:spcBef>
              <a:buFont typeface="Wingdings 3" panose="05040102010807070707" pitchFamily="18" charset="2"/>
            </a:pPr>
            <a:r>
              <a:rPr lang="en-US" noProof="1"/>
              <a:t>Kapitel­überschrift hinzufügen</a:t>
            </a:r>
          </a:p>
        </p:txBody>
      </p:sp>
      <p:sp>
        <p:nvSpPr>
          <p:cNvPr id="17" name="slide_title">
            <a:extLst>
              <a:ext uri="{FF2B5EF4-FFF2-40B4-BE49-F238E27FC236}">
                <a16:creationId xmlns:a16="http://schemas.microsoft.com/office/drawing/2014/main" id="{F65834A0-7F38-430B-B142-0F15EEF33EAF}"/>
              </a:ext>
            </a:extLst>
          </p:cNvPr>
          <p:cNvSpPr>
            <a:spLocks noGrp="1"/>
          </p:cNvSpPr>
          <p:nvPr>
            <p:ph type="title" sz="quarter" hasCustomPrompt="1"/>
          </p:nvPr>
        </p:nvSpPr>
        <p:spPr>
          <a:xfrm>
            <a:off x="259080" y="648000"/>
            <a:ext cx="10452100" cy="388800"/>
          </a:xfrm>
        </p:spPr>
        <p:txBody>
          <a:bodyPr/>
          <a:lstStyle>
            <a:lvl1pPr>
              <a:defRPr>
                <a:solidFill>
                  <a:srgbClr val="00B9E5"/>
                </a:solidFill>
              </a:defRPr>
            </a:lvl1pPr>
          </a:lstStyle>
          <a:p>
            <a:r>
              <a:rPr lang="en-US" noProof="1"/>
              <a:t>Folienüberschrift hinzufügen</a:t>
            </a:r>
          </a:p>
        </p:txBody>
      </p:sp>
      <p:sp>
        <p:nvSpPr>
          <p:cNvPr id="3" name="Content Placeholder 1"/>
          <p:cNvSpPr>
            <a:spLocks noGrp="1"/>
          </p:cNvSpPr>
          <p:nvPr>
            <p:ph sz="half" idx="1" hasCustomPrompt="1"/>
          </p:nvPr>
        </p:nvSpPr>
        <p:spPr>
          <a:xfrm>
            <a:off x="259080" y="1295400"/>
            <a:ext cx="4859020" cy="416814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4" name="Content Placeholder 2"/>
          <p:cNvSpPr>
            <a:spLocks noGrp="1"/>
          </p:cNvSpPr>
          <p:nvPr>
            <p:ph sz="half" idx="2" hasCustomPrompt="1"/>
          </p:nvPr>
        </p:nvSpPr>
        <p:spPr>
          <a:xfrm>
            <a:off x="5852160" y="1295400"/>
            <a:ext cx="4859020" cy="416814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5" name="Slide Number Placeholder 4"/>
          <p:cNvSpPr>
            <a:spLocks noGrp="1"/>
          </p:cNvSpPr>
          <p:nvPr>
            <p:ph type="sldNum" sz="quarter" idx="12"/>
          </p:nvPr>
        </p:nvSpPr>
        <p:spPr>
          <a:xfrm>
            <a:off x="266699" y="5923478"/>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
        <p:nvSpPr>
          <p:cNvPr id="12" name="Rectangle7">
            <a:extLst>
              <a:ext uri="{FF2B5EF4-FFF2-40B4-BE49-F238E27FC236}">
                <a16:creationId xmlns:a16="http://schemas.microsoft.com/office/drawing/2014/main" id="{0193DB20-8E77-4A05-AA77-554F32E8990F}"/>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endParaRPr lang="en-US" sz="550" b="0" i="0" u="none" strike="noStrike" kern="0" baseline="0" noProof="1">
              <a:solidFill>
                <a:srgbClr val="000000"/>
              </a:solidFill>
              <a:latin typeface="+mn-lt"/>
            </a:endParaRPr>
          </a:p>
        </p:txBody>
      </p:sp>
    </p:spTree>
    <p:extLst>
      <p:ext uri="{BB962C8B-B14F-4D97-AF65-F5344CB8AC3E}">
        <p14:creationId xmlns:p14="http://schemas.microsoft.com/office/powerpoint/2010/main" val="2358164558"/>
      </p:ext>
    </p:extLst>
  </p:cSld>
  <p:clrMapOvr>
    <a:masterClrMapping/>
  </p:clrMapOvr>
  <p:extLst>
    <p:ext uri="{DCECCB84-F9BA-43D5-87BE-67443E8EF086}">
      <p15:sldGuideLst xmlns:p15="http://schemas.microsoft.com/office/powerpoint/2012/main">
        <p15:guide id="0" pos="163">
          <p15:clr>
            <a:srgbClr val="FBAE40"/>
          </p15:clr>
        </p15:guide>
        <p15:guide id="1" pos="6747">
          <p15:clr>
            <a:srgbClr val="FBAE40"/>
          </p15:clr>
        </p15:guide>
        <p15:guide id="5" pos="3224">
          <p15:clr>
            <a:srgbClr val="FBAE40"/>
          </p15:clr>
        </p15:guide>
        <p15:guide id="6" pos="3686">
          <p15:clr>
            <a:srgbClr val="FBAE40"/>
          </p15:clr>
        </p15:guide>
        <p15:guide id="10" orient="horz" pos="163">
          <p15:clr>
            <a:srgbClr val="FBAE40"/>
          </p15:clr>
        </p15:guide>
        <p15:guide id="11" orient="horz" pos="408">
          <p15:clr>
            <a:srgbClr val="FBAE40"/>
          </p15:clr>
        </p15:guide>
        <p15:guide id="13" orient="horz" pos="653">
          <p15:clr>
            <a:srgbClr val="FBAE40"/>
          </p15:clr>
        </p15:guide>
        <p15:guide id="14" orient="horz" pos="816">
          <p15:clr>
            <a:srgbClr val="FBAE40"/>
          </p15:clr>
        </p15:guide>
        <p15:guide id="15" orient="horz" pos="3441">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2_2 content light vertical ">
    <p:spTree>
      <p:nvGrpSpPr>
        <p:cNvPr id="1" name=""/>
        <p:cNvGrpSpPr/>
        <p:nvPr/>
      </p:nvGrpSpPr>
      <p:grpSpPr>
        <a:xfrm>
          <a:off x="0" y="0"/>
          <a:ext cx="0" cy="0"/>
          <a:chOff x="0" y="0"/>
          <a:chExt cx="0" cy="0"/>
        </a:xfrm>
      </p:grpSpPr>
      <p:sp>
        <p:nvSpPr>
          <p:cNvPr id="2" name="Chapter_titleonly">
            <a:extLst>
              <a:ext uri="{FF2B5EF4-FFF2-40B4-BE49-F238E27FC236}">
                <a16:creationId xmlns:a16="http://schemas.microsoft.com/office/drawing/2014/main" id="{8D62AB88-76FF-A3A0-37E8-EB4781142AA0}"/>
              </a:ext>
            </a:extLst>
          </p:cNvPr>
          <p:cNvSpPr>
            <a:spLocks noGrp="1"/>
          </p:cNvSpPr>
          <p:nvPr>
            <p:ph type="body" idx="15" hasCustomPrompt="1"/>
          </p:nvPr>
        </p:nvSpPr>
        <p:spPr>
          <a:xfrm>
            <a:off x="259080" y="259200"/>
            <a:ext cx="10452100" cy="388800"/>
          </a:xfrm>
        </p:spPr>
        <p:txBody>
          <a:bodyPr vert="horz" lIns="0" tIns="0" rIns="0" bIns="0" rtlCol="0">
            <a:noAutofit/>
          </a:bodyPr>
          <a:lstStyle>
            <a:lvl1pPr>
              <a:lnSpc>
                <a:spcPct val="89000"/>
              </a:lnSpc>
              <a:buNone/>
              <a:defRPr lang="de-DE" sz="2400" b="1" kern="0" baseline="0">
                <a:solidFill>
                  <a:srgbClr val="00B9E5"/>
                </a:solidFill>
                <a:latin typeface="+mj-lt"/>
                <a:ea typeface="+mn-ea"/>
                <a:cs typeface="+mn-cs"/>
              </a:defRPr>
            </a:lvl1pPr>
          </a:lstStyle>
          <a:p>
            <a:pPr marL="0" lvl="0" indent="0">
              <a:spcBef>
                <a:spcPts val="0"/>
              </a:spcBef>
              <a:buFont typeface="Wingdings 3" panose="05040102010807070707" pitchFamily="18" charset="2"/>
            </a:pPr>
            <a:r>
              <a:rPr lang="en-US" noProof="1"/>
              <a:t>Kapitel­überschrift hinzufügen</a:t>
            </a:r>
          </a:p>
        </p:txBody>
      </p:sp>
      <p:sp>
        <p:nvSpPr>
          <p:cNvPr id="17" name="slide_title">
            <a:extLst>
              <a:ext uri="{FF2B5EF4-FFF2-40B4-BE49-F238E27FC236}">
                <a16:creationId xmlns:a16="http://schemas.microsoft.com/office/drawing/2014/main" id="{F65834A0-7F38-430B-B142-0F15EEF33EAF}"/>
              </a:ext>
            </a:extLst>
          </p:cNvPr>
          <p:cNvSpPr>
            <a:spLocks noGrp="1"/>
          </p:cNvSpPr>
          <p:nvPr>
            <p:ph type="title" sz="quarter" hasCustomPrompt="1"/>
          </p:nvPr>
        </p:nvSpPr>
        <p:spPr>
          <a:xfrm>
            <a:off x="259080" y="648000"/>
            <a:ext cx="10452100" cy="388800"/>
          </a:xfrm>
        </p:spPr>
        <p:txBody>
          <a:bodyPr/>
          <a:lstStyle>
            <a:lvl1pPr>
              <a:defRPr>
                <a:solidFill>
                  <a:srgbClr val="00B9E5"/>
                </a:solidFill>
              </a:defRPr>
            </a:lvl1pPr>
          </a:lstStyle>
          <a:p>
            <a:r>
              <a:rPr lang="en-US" noProof="1"/>
              <a:t>Folienüberschrift hinzufügen</a:t>
            </a:r>
          </a:p>
        </p:txBody>
      </p:sp>
      <p:sp>
        <p:nvSpPr>
          <p:cNvPr id="3" name="Content Placeholder 1"/>
          <p:cNvSpPr>
            <a:spLocks noGrp="1"/>
          </p:cNvSpPr>
          <p:nvPr>
            <p:ph sz="half" idx="1" hasCustomPrompt="1"/>
          </p:nvPr>
        </p:nvSpPr>
        <p:spPr>
          <a:xfrm>
            <a:off x="259080" y="1295400"/>
            <a:ext cx="4859020" cy="416814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4" name="Content Placeholder 2"/>
          <p:cNvSpPr>
            <a:spLocks noGrp="1"/>
          </p:cNvSpPr>
          <p:nvPr>
            <p:ph sz="half" idx="2" hasCustomPrompt="1"/>
          </p:nvPr>
        </p:nvSpPr>
        <p:spPr>
          <a:xfrm>
            <a:off x="5852160" y="1295400"/>
            <a:ext cx="4859020" cy="416814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5" name="Slide Number Placeholder 4"/>
          <p:cNvSpPr>
            <a:spLocks noGrp="1"/>
          </p:cNvSpPr>
          <p:nvPr>
            <p:ph type="sldNum" sz="quarter" idx="12"/>
          </p:nvPr>
        </p:nvSpPr>
        <p:spPr>
          <a:xfrm>
            <a:off x="266699" y="5923478"/>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
        <p:nvSpPr>
          <p:cNvPr id="12" name="Rectangle7">
            <a:extLst>
              <a:ext uri="{FF2B5EF4-FFF2-40B4-BE49-F238E27FC236}">
                <a16:creationId xmlns:a16="http://schemas.microsoft.com/office/drawing/2014/main" id="{0193DB20-8E77-4A05-AA77-554F32E8990F}"/>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endParaRPr lang="en-US" sz="550" b="0" i="0" u="none" strike="noStrike" kern="0" baseline="0" noProof="1">
              <a:solidFill>
                <a:srgbClr val="000000"/>
              </a:solidFill>
              <a:latin typeface="+mn-lt"/>
            </a:endParaRPr>
          </a:p>
        </p:txBody>
      </p:sp>
    </p:spTree>
    <p:extLst>
      <p:ext uri="{BB962C8B-B14F-4D97-AF65-F5344CB8AC3E}">
        <p14:creationId xmlns:p14="http://schemas.microsoft.com/office/powerpoint/2010/main" val="3445391811"/>
      </p:ext>
    </p:extLst>
  </p:cSld>
  <p:clrMapOvr>
    <a:masterClrMapping/>
  </p:clrMapOvr>
  <p:extLst>
    <p:ext uri="{DCECCB84-F9BA-43D5-87BE-67443E8EF086}">
      <p15:sldGuideLst xmlns:p15="http://schemas.microsoft.com/office/powerpoint/2012/main">
        <p15:guide id="0" pos="163">
          <p15:clr>
            <a:srgbClr val="FBAE40"/>
          </p15:clr>
        </p15:guide>
        <p15:guide id="1" pos="6747">
          <p15:clr>
            <a:srgbClr val="FBAE40"/>
          </p15:clr>
        </p15:guide>
        <p15:guide id="5" pos="3224">
          <p15:clr>
            <a:srgbClr val="FBAE40"/>
          </p15:clr>
        </p15:guide>
        <p15:guide id="6" pos="3686">
          <p15:clr>
            <a:srgbClr val="FBAE40"/>
          </p15:clr>
        </p15:guide>
        <p15:guide id="10" orient="horz" pos="163">
          <p15:clr>
            <a:srgbClr val="FBAE40"/>
          </p15:clr>
        </p15:guide>
        <p15:guide id="11" orient="horz" pos="408">
          <p15:clr>
            <a:srgbClr val="FBAE40"/>
          </p15:clr>
        </p15:guide>
        <p15:guide id="13" orient="horz" pos="653">
          <p15:clr>
            <a:srgbClr val="FBAE40"/>
          </p15:clr>
        </p15:guide>
        <p15:guide id="14" orient="horz" pos="816">
          <p15:clr>
            <a:srgbClr val="FBAE40"/>
          </p15:clr>
        </p15:guide>
        <p15:guide id="15" orient="horz" pos="3441">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2_3 content dark ">
    <p:spTree>
      <p:nvGrpSpPr>
        <p:cNvPr id="1" name=""/>
        <p:cNvGrpSpPr/>
        <p:nvPr/>
      </p:nvGrpSpPr>
      <p:grpSpPr>
        <a:xfrm>
          <a:off x="0" y="0"/>
          <a:ext cx="0" cy="0"/>
          <a:chOff x="0" y="0"/>
          <a:chExt cx="0" cy="0"/>
        </a:xfrm>
      </p:grpSpPr>
      <p:sp>
        <p:nvSpPr>
          <p:cNvPr id="6" name="BackgroundPicture2">
            <a:extLst>
              <a:ext uri="{FF2B5EF4-FFF2-40B4-BE49-F238E27FC236}">
                <a16:creationId xmlns:a16="http://schemas.microsoft.com/office/drawing/2014/main" id="{284D3B4C-9D1A-C467-D10D-AB5759B15402}"/>
              </a:ext>
            </a:extLst>
          </p:cNvPr>
          <p:cNvSpPr/>
          <p:nvPr userDrawn="1"/>
        </p:nvSpPr>
        <p:spPr>
          <a:xfrm rot="10800000">
            <a:off x="0" y="5252612"/>
            <a:ext cx="10969626" cy="918001"/>
          </a:xfrm>
          <a:custGeom>
            <a:avLst/>
            <a:gdLst/>
            <a:ahLst/>
            <a:cxnLst/>
            <a:rect l="0" t="0" r="0" b="0"/>
            <a:pathLst>
              <a:path w="10969626" h="918001">
                <a:moveTo>
                  <a:pt x="0" y="0"/>
                </a:moveTo>
                <a:lnTo>
                  <a:pt x="10969625" y="0"/>
                </a:lnTo>
                <a:lnTo>
                  <a:pt x="10969625" y="349200"/>
                </a:lnTo>
                <a:lnTo>
                  <a:pt x="0" y="91800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close/>
              </a:path>
            </a:pathLst>
          </a:custGeom>
          <a:solidFill>
            <a:schemeClr val="accent1"/>
          </a:solidFill>
          <a:ln w="9525" cap="flat" cmpd="sng" algn="ctr">
            <a:no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tabLst/>
            </a:pPr>
            <a:endParaRPr kumimoji="0" lang="en-US" sz="1800" b="0" i="0" u="none" strike="noStrike" kern="0" cap="none" spc="0" normalizeH="0" baseline="0" noProof="0" dirty="0">
              <a:ln>
                <a:noFill/>
              </a:ln>
              <a:solidFill>
                <a:srgbClr val="000000"/>
              </a:solidFill>
              <a:effectLst/>
              <a:uLnTx/>
              <a:uFillTx/>
              <a:latin typeface="Bosch Office Sans"/>
              <a:ea typeface="+mn-ea"/>
              <a:cs typeface="+mn-cs"/>
            </a:endParaRPr>
          </a:p>
        </p:txBody>
      </p:sp>
      <p:pic>
        <p:nvPicPr>
          <p:cNvPr id="7" name="Logo">
            <a:extLst>
              <a:ext uri="{FF2B5EF4-FFF2-40B4-BE49-F238E27FC236}">
                <a16:creationId xmlns:a16="http://schemas.microsoft.com/office/drawing/2014/main" id="{47FD3E56-5E06-6DD1-4756-46DE63EF80B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7917" b="40255"/>
          <a:stretch/>
        </p:blipFill>
        <p:spPr>
          <a:xfrm>
            <a:off x="9703435" y="5581387"/>
            <a:ext cx="1104740" cy="438441"/>
          </a:xfrm>
          <a:prstGeom prst="rect">
            <a:avLst/>
          </a:prstGeom>
        </p:spPr>
      </p:pic>
      <p:sp>
        <p:nvSpPr>
          <p:cNvPr id="8" name="Footer">
            <a:extLst>
              <a:ext uri="{FF2B5EF4-FFF2-40B4-BE49-F238E27FC236}">
                <a16:creationId xmlns:a16="http://schemas.microsoft.com/office/drawing/2014/main" id="{FEB6F6A5-A529-92B9-55FE-058CB9D1E984}"/>
              </a:ext>
            </a:extLst>
          </p:cNvPr>
          <p:cNvSpPr txBox="1"/>
          <p:nvPr userDrawn="1"/>
        </p:nvSpPr>
        <p:spPr>
          <a:xfrm>
            <a:off x="593090" y="5935261"/>
            <a:ext cx="8850948" cy="122116"/>
          </a:xfrm>
          <a:prstGeom prst="rect">
            <a:avLst/>
          </a:prstGeom>
          <a:noFill/>
        </p:spPr>
        <p:txBody>
          <a:bodyPr wrap="square" lIns="0" tIns="0" rIns="0" bIns="0" rtlCol="0">
            <a:noAutofit/>
          </a:bodyPr>
          <a:lstStyle/>
          <a:p>
            <a:pPr marR="0" defTabSz="914400" eaLnBrk="1" fontAlgn="auto" latinLnBrk="0" hangingPunct="1">
              <a:lnSpc>
                <a:spcPct val="107000"/>
              </a:lnSpc>
              <a:spcBef>
                <a:spcPts val="0"/>
              </a:spcBef>
              <a:spcAft>
                <a:spcPts val="100"/>
              </a:spcAft>
              <a:buClrTx/>
              <a:buSzTx/>
              <a:buFontTx/>
              <a:buNone/>
              <a:tabLst/>
            </a:pPr>
            <a:r>
              <a:rPr kumimoji="0" lang="de-DE" sz="600" b="0" i="0" u="none" strike="noStrike" kern="0" cap="none" spc="0" normalizeH="0" baseline="0" noProof="1">
                <a:ln>
                  <a:noFill/>
                </a:ln>
                <a:solidFill>
                  <a:srgbClr val="A3BAC8"/>
                </a:solidFill>
                <a:effectLst/>
                <a:uLnTx/>
                <a:uFillTx/>
                <a:latin typeface="Bosch Office Sans" pitchFamily="2" charset="0"/>
              </a:rPr>
              <a:t>DC-AT/ESP1 | 31.05.2023 | © Bosch Rexroth AG 2023. Alle Rechte vorbehalten, auch bzgl. jeder Verfügung, Verwertung, Reproduktion, Bearbeitung, Weitergabe sowie für den Fall von Schutzrechtsanmeldungen.</a:t>
            </a:r>
            <a:endParaRPr kumimoji="0" lang="en-US" sz="600" b="0" i="0" u="none" strike="noStrike" kern="0" cap="none" spc="0" normalizeH="0" baseline="0" noProof="1">
              <a:ln>
                <a:noFill/>
              </a:ln>
              <a:solidFill>
                <a:srgbClr val="A3BAC8"/>
              </a:solidFill>
              <a:effectLst/>
              <a:uLnTx/>
              <a:uFillTx/>
              <a:latin typeface="Bosch Office Sans" pitchFamily="2" charset="0"/>
            </a:endParaRPr>
          </a:p>
          <a:p>
            <a:pPr marR="0" defTabSz="914400" eaLnBrk="1" fontAlgn="auto" latinLnBrk="0" hangingPunct="1">
              <a:lnSpc>
                <a:spcPct val="107000"/>
              </a:lnSpc>
              <a:spcBef>
                <a:spcPts val="0"/>
              </a:spcBef>
              <a:spcAft>
                <a:spcPts val="100"/>
              </a:spcAft>
              <a:buClrTx/>
              <a:buSzTx/>
              <a:buFontTx/>
              <a:buNone/>
              <a:tabLst/>
            </a:pPr>
            <a:endParaRPr kumimoji="0" lang="en-US" sz="600" b="0" i="0" u="none" strike="noStrike" kern="0" cap="none" spc="0" normalizeH="0" baseline="0" noProof="1">
              <a:ln>
                <a:noFill/>
              </a:ln>
              <a:solidFill>
                <a:srgbClr val="000000"/>
              </a:solidFill>
              <a:effectLst/>
              <a:uLnTx/>
              <a:uFillTx/>
              <a:latin typeface="+mn-lt"/>
            </a:endParaRPr>
          </a:p>
        </p:txBody>
      </p:sp>
      <p:sp>
        <p:nvSpPr>
          <p:cNvPr id="2" name="Chapter_titleonly">
            <a:extLst>
              <a:ext uri="{FF2B5EF4-FFF2-40B4-BE49-F238E27FC236}">
                <a16:creationId xmlns:a16="http://schemas.microsoft.com/office/drawing/2014/main" id="{E311C0AE-2DE4-8E96-7B13-6B9BCE05E566}"/>
              </a:ext>
            </a:extLst>
          </p:cNvPr>
          <p:cNvSpPr>
            <a:spLocks noGrp="1"/>
          </p:cNvSpPr>
          <p:nvPr>
            <p:ph type="body" idx="15" hasCustomPrompt="1"/>
          </p:nvPr>
        </p:nvSpPr>
        <p:spPr>
          <a:xfrm>
            <a:off x="259080" y="259200"/>
            <a:ext cx="10452100" cy="388800"/>
          </a:xfrm>
        </p:spPr>
        <p:txBody>
          <a:bodyPr vert="horz" lIns="0" tIns="0" rIns="0" bIns="0" rtlCol="0">
            <a:noAutofit/>
          </a:bodyPr>
          <a:lstStyle>
            <a:lvl1pPr>
              <a:lnSpc>
                <a:spcPct val="89000"/>
              </a:lnSpc>
              <a:buNone/>
              <a:defRPr lang="de-DE" sz="2400" b="1" kern="0" baseline="0">
                <a:solidFill>
                  <a:srgbClr val="00B9E5"/>
                </a:solidFill>
                <a:latin typeface="+mj-lt"/>
                <a:ea typeface="+mn-ea"/>
                <a:cs typeface="+mn-cs"/>
              </a:defRPr>
            </a:lvl1pPr>
          </a:lstStyle>
          <a:p>
            <a:pPr marL="0" lvl="0" indent="0">
              <a:spcBef>
                <a:spcPts val="0"/>
              </a:spcBef>
              <a:buFont typeface="Wingdings 3" panose="05040102010807070707" pitchFamily="18" charset="2"/>
            </a:pPr>
            <a:r>
              <a:rPr lang="en-US" noProof="1"/>
              <a:t>Kapitel­überschrift hinzufügen</a:t>
            </a:r>
          </a:p>
        </p:txBody>
      </p:sp>
      <p:sp>
        <p:nvSpPr>
          <p:cNvPr id="18" name="slide_title">
            <a:extLst>
              <a:ext uri="{FF2B5EF4-FFF2-40B4-BE49-F238E27FC236}">
                <a16:creationId xmlns:a16="http://schemas.microsoft.com/office/drawing/2014/main" id="{8466D3B3-E7C3-4CBE-9A38-5FE8BF51AAEA}"/>
              </a:ext>
            </a:extLst>
          </p:cNvPr>
          <p:cNvSpPr>
            <a:spLocks noGrp="1"/>
          </p:cNvSpPr>
          <p:nvPr>
            <p:ph type="title" sz="quarter" hasCustomPrompt="1"/>
          </p:nvPr>
        </p:nvSpPr>
        <p:spPr>
          <a:xfrm>
            <a:off x="259080" y="648000"/>
            <a:ext cx="10452100" cy="388800"/>
          </a:xfrm>
        </p:spPr>
        <p:txBody>
          <a:bodyPr/>
          <a:lstStyle>
            <a:lvl1pPr>
              <a:defRPr>
                <a:solidFill>
                  <a:srgbClr val="00B9E5"/>
                </a:solidFill>
              </a:defRPr>
            </a:lvl1pPr>
          </a:lstStyle>
          <a:p>
            <a:r>
              <a:rPr lang="en-US" noProof="1"/>
              <a:t>Folienüberschrift hinzufügen</a:t>
            </a:r>
          </a:p>
        </p:txBody>
      </p:sp>
      <p:sp>
        <p:nvSpPr>
          <p:cNvPr id="3" name="Content Placeholder 1"/>
          <p:cNvSpPr>
            <a:spLocks noGrp="1"/>
          </p:cNvSpPr>
          <p:nvPr>
            <p:ph sz="half" idx="1" hasCustomPrompt="1"/>
          </p:nvPr>
        </p:nvSpPr>
        <p:spPr>
          <a:xfrm>
            <a:off x="259080" y="1295399"/>
            <a:ext cx="3129280" cy="416814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47" name="Content Placeholder 2">
            <a:extLst>
              <a:ext uri="{FF2B5EF4-FFF2-40B4-BE49-F238E27FC236}">
                <a16:creationId xmlns:a16="http://schemas.microsoft.com/office/drawing/2014/main" id="{3F3E027D-9EE5-4C12-9974-36EA025C350F}"/>
              </a:ext>
            </a:extLst>
          </p:cNvPr>
          <p:cNvSpPr>
            <a:spLocks noGrp="1"/>
          </p:cNvSpPr>
          <p:nvPr>
            <p:ph sz="half" idx="2" hasCustomPrompt="1"/>
          </p:nvPr>
        </p:nvSpPr>
        <p:spPr>
          <a:xfrm>
            <a:off x="3910330" y="1295400"/>
            <a:ext cx="3129280" cy="416814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4" name="Content Placeholder 3"/>
          <p:cNvSpPr>
            <a:spLocks noGrp="1"/>
          </p:cNvSpPr>
          <p:nvPr>
            <p:ph sz="half" idx="3" hasCustomPrompt="1"/>
          </p:nvPr>
        </p:nvSpPr>
        <p:spPr>
          <a:xfrm>
            <a:off x="7561580" y="1295400"/>
            <a:ext cx="3129280" cy="416814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5" name="Slide Number Placeholder 4"/>
          <p:cNvSpPr>
            <a:spLocks noGrp="1"/>
          </p:cNvSpPr>
          <p:nvPr>
            <p:ph type="sldNum" sz="quarter" idx="12"/>
          </p:nvPr>
        </p:nvSpPr>
        <p:spPr>
          <a:xfrm>
            <a:off x="266699" y="5923478"/>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
        <p:nvSpPr>
          <p:cNvPr id="13" name="Rectangle7">
            <a:extLst>
              <a:ext uri="{FF2B5EF4-FFF2-40B4-BE49-F238E27FC236}">
                <a16:creationId xmlns:a16="http://schemas.microsoft.com/office/drawing/2014/main" id="{79759149-285E-4F0E-938E-7199B34084BE}"/>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endParaRPr lang="en-US" sz="550" b="0" i="0" u="none" strike="noStrike" kern="0" baseline="0" noProof="1">
              <a:solidFill>
                <a:srgbClr val="000000"/>
              </a:solidFill>
              <a:latin typeface="+mn-lt"/>
            </a:endParaRPr>
          </a:p>
        </p:txBody>
      </p:sp>
    </p:spTree>
    <p:extLst>
      <p:ext uri="{BB962C8B-B14F-4D97-AF65-F5344CB8AC3E}">
        <p14:creationId xmlns:p14="http://schemas.microsoft.com/office/powerpoint/2010/main" val="151539879"/>
      </p:ext>
    </p:extLst>
  </p:cSld>
  <p:clrMapOvr>
    <a:masterClrMapping/>
  </p:clrMapOvr>
  <p:extLst>
    <p:ext uri="{DCECCB84-F9BA-43D5-87BE-67443E8EF086}">
      <p15:sldGuideLst xmlns:p15="http://schemas.microsoft.com/office/powerpoint/2012/main">
        <p15:guide id="0" pos="163">
          <p15:clr>
            <a:srgbClr val="FBAE40"/>
          </p15:clr>
        </p15:guide>
        <p15:guide id="5" pos="2134">
          <p15:clr>
            <a:srgbClr val="FBAE40"/>
          </p15:clr>
        </p15:guide>
        <p15:guide id="6" pos="4763">
          <p15:clr>
            <a:srgbClr val="FBAE40"/>
          </p15:clr>
        </p15:guide>
        <p15:guide id="7" pos="6734">
          <p15:clr>
            <a:srgbClr val="FBAE40"/>
          </p15:clr>
        </p15:guide>
        <p15:guide id="8" pos="2463">
          <p15:clr>
            <a:srgbClr val="FBAE40"/>
          </p15:clr>
        </p15:guide>
        <p15:guide id="9" pos="4434">
          <p15:clr>
            <a:srgbClr val="FBAE40"/>
          </p15:clr>
        </p15:guide>
        <p15:guide id="12" orient="horz" pos="163">
          <p15:clr>
            <a:srgbClr val="FBAE40"/>
          </p15:clr>
        </p15:guide>
        <p15:guide id="13" orient="horz" pos="408">
          <p15:clr>
            <a:srgbClr val="FBAE40"/>
          </p15:clr>
        </p15:guide>
        <p15:guide id="14" orient="horz" pos="653">
          <p15:clr>
            <a:srgbClr val="FBAE40"/>
          </p15:clr>
        </p15:guide>
        <p15:guide id="16" orient="horz" pos="3441">
          <p15:clr>
            <a:srgbClr val="FBAE40"/>
          </p15:clr>
        </p15:guide>
        <p15:guide id="17" orient="horz" pos="816">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2_3 content light ">
    <p:spTree>
      <p:nvGrpSpPr>
        <p:cNvPr id="1" name=""/>
        <p:cNvGrpSpPr/>
        <p:nvPr/>
      </p:nvGrpSpPr>
      <p:grpSpPr>
        <a:xfrm>
          <a:off x="0" y="0"/>
          <a:ext cx="0" cy="0"/>
          <a:chOff x="0" y="0"/>
          <a:chExt cx="0" cy="0"/>
        </a:xfrm>
      </p:grpSpPr>
      <p:sp>
        <p:nvSpPr>
          <p:cNvPr id="2" name="Chapter_titleonly">
            <a:extLst>
              <a:ext uri="{FF2B5EF4-FFF2-40B4-BE49-F238E27FC236}">
                <a16:creationId xmlns:a16="http://schemas.microsoft.com/office/drawing/2014/main" id="{E311C0AE-2DE4-8E96-7B13-6B9BCE05E566}"/>
              </a:ext>
            </a:extLst>
          </p:cNvPr>
          <p:cNvSpPr>
            <a:spLocks noGrp="1"/>
          </p:cNvSpPr>
          <p:nvPr>
            <p:ph type="body" idx="15" hasCustomPrompt="1"/>
          </p:nvPr>
        </p:nvSpPr>
        <p:spPr>
          <a:xfrm>
            <a:off x="259080" y="259200"/>
            <a:ext cx="10452100" cy="388800"/>
          </a:xfrm>
        </p:spPr>
        <p:txBody>
          <a:bodyPr vert="horz" lIns="0" tIns="0" rIns="0" bIns="0" rtlCol="0">
            <a:noAutofit/>
          </a:bodyPr>
          <a:lstStyle>
            <a:lvl1pPr>
              <a:lnSpc>
                <a:spcPct val="89000"/>
              </a:lnSpc>
              <a:buNone/>
              <a:defRPr lang="de-DE" sz="2400" b="1" kern="0" baseline="0">
                <a:solidFill>
                  <a:srgbClr val="00B9E5"/>
                </a:solidFill>
                <a:latin typeface="+mj-lt"/>
                <a:ea typeface="+mn-ea"/>
                <a:cs typeface="+mn-cs"/>
              </a:defRPr>
            </a:lvl1pPr>
          </a:lstStyle>
          <a:p>
            <a:pPr marL="0" lvl="0" indent="0">
              <a:spcBef>
                <a:spcPts val="0"/>
              </a:spcBef>
              <a:buFont typeface="Wingdings 3" panose="05040102010807070707" pitchFamily="18" charset="2"/>
            </a:pPr>
            <a:r>
              <a:rPr lang="en-US" noProof="1"/>
              <a:t>Kapitel­überschrift hinzufügen</a:t>
            </a:r>
          </a:p>
        </p:txBody>
      </p:sp>
      <p:sp>
        <p:nvSpPr>
          <p:cNvPr id="18" name="slide_title">
            <a:extLst>
              <a:ext uri="{FF2B5EF4-FFF2-40B4-BE49-F238E27FC236}">
                <a16:creationId xmlns:a16="http://schemas.microsoft.com/office/drawing/2014/main" id="{8466D3B3-E7C3-4CBE-9A38-5FE8BF51AAEA}"/>
              </a:ext>
            </a:extLst>
          </p:cNvPr>
          <p:cNvSpPr>
            <a:spLocks noGrp="1"/>
          </p:cNvSpPr>
          <p:nvPr>
            <p:ph type="title" sz="quarter" hasCustomPrompt="1"/>
          </p:nvPr>
        </p:nvSpPr>
        <p:spPr>
          <a:xfrm>
            <a:off x="259080" y="648000"/>
            <a:ext cx="10452100" cy="388800"/>
          </a:xfrm>
        </p:spPr>
        <p:txBody>
          <a:bodyPr/>
          <a:lstStyle>
            <a:lvl1pPr>
              <a:defRPr>
                <a:solidFill>
                  <a:srgbClr val="00B9E5"/>
                </a:solidFill>
              </a:defRPr>
            </a:lvl1pPr>
          </a:lstStyle>
          <a:p>
            <a:r>
              <a:rPr lang="en-US" noProof="1"/>
              <a:t>Folienüberschrift hinzufügen</a:t>
            </a:r>
          </a:p>
        </p:txBody>
      </p:sp>
      <p:sp>
        <p:nvSpPr>
          <p:cNvPr id="3" name="Content Placeholder 1"/>
          <p:cNvSpPr>
            <a:spLocks noGrp="1"/>
          </p:cNvSpPr>
          <p:nvPr>
            <p:ph sz="half" idx="1" hasCustomPrompt="1"/>
          </p:nvPr>
        </p:nvSpPr>
        <p:spPr>
          <a:xfrm>
            <a:off x="259080" y="1295399"/>
            <a:ext cx="3129280" cy="416814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47" name="Content Placeholder 2">
            <a:extLst>
              <a:ext uri="{FF2B5EF4-FFF2-40B4-BE49-F238E27FC236}">
                <a16:creationId xmlns:a16="http://schemas.microsoft.com/office/drawing/2014/main" id="{3F3E027D-9EE5-4C12-9974-36EA025C350F}"/>
              </a:ext>
            </a:extLst>
          </p:cNvPr>
          <p:cNvSpPr>
            <a:spLocks noGrp="1"/>
          </p:cNvSpPr>
          <p:nvPr>
            <p:ph sz="half" idx="2" hasCustomPrompt="1"/>
          </p:nvPr>
        </p:nvSpPr>
        <p:spPr>
          <a:xfrm>
            <a:off x="3910330" y="1295400"/>
            <a:ext cx="3129280" cy="416814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4" name="Content Placeholder 3"/>
          <p:cNvSpPr>
            <a:spLocks noGrp="1"/>
          </p:cNvSpPr>
          <p:nvPr>
            <p:ph sz="half" idx="3" hasCustomPrompt="1"/>
          </p:nvPr>
        </p:nvSpPr>
        <p:spPr>
          <a:xfrm>
            <a:off x="7561580" y="1295400"/>
            <a:ext cx="3129280" cy="416814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5" name="Slide Number Placeholder 4"/>
          <p:cNvSpPr>
            <a:spLocks noGrp="1"/>
          </p:cNvSpPr>
          <p:nvPr>
            <p:ph type="sldNum" sz="quarter" idx="12"/>
          </p:nvPr>
        </p:nvSpPr>
        <p:spPr>
          <a:xfrm>
            <a:off x="266699" y="5923478"/>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
        <p:nvSpPr>
          <p:cNvPr id="13" name="Rectangle7">
            <a:extLst>
              <a:ext uri="{FF2B5EF4-FFF2-40B4-BE49-F238E27FC236}">
                <a16:creationId xmlns:a16="http://schemas.microsoft.com/office/drawing/2014/main" id="{79759149-285E-4F0E-938E-7199B34084BE}"/>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endParaRPr lang="en-US" sz="550" b="0" i="0" u="none" strike="noStrike" kern="0" baseline="0" noProof="1">
              <a:solidFill>
                <a:srgbClr val="000000"/>
              </a:solidFill>
              <a:latin typeface="+mn-lt"/>
            </a:endParaRPr>
          </a:p>
        </p:txBody>
      </p:sp>
    </p:spTree>
    <p:extLst>
      <p:ext uri="{BB962C8B-B14F-4D97-AF65-F5344CB8AC3E}">
        <p14:creationId xmlns:p14="http://schemas.microsoft.com/office/powerpoint/2010/main" val="1193314891"/>
      </p:ext>
    </p:extLst>
  </p:cSld>
  <p:clrMapOvr>
    <a:masterClrMapping/>
  </p:clrMapOvr>
  <p:extLst>
    <p:ext uri="{DCECCB84-F9BA-43D5-87BE-67443E8EF086}">
      <p15:sldGuideLst xmlns:p15="http://schemas.microsoft.com/office/powerpoint/2012/main">
        <p15:guide id="0" pos="163">
          <p15:clr>
            <a:srgbClr val="FBAE40"/>
          </p15:clr>
        </p15:guide>
        <p15:guide id="5" pos="2134">
          <p15:clr>
            <a:srgbClr val="FBAE40"/>
          </p15:clr>
        </p15:guide>
        <p15:guide id="6" pos="4763">
          <p15:clr>
            <a:srgbClr val="FBAE40"/>
          </p15:clr>
        </p15:guide>
        <p15:guide id="7" pos="6734">
          <p15:clr>
            <a:srgbClr val="FBAE40"/>
          </p15:clr>
        </p15:guide>
        <p15:guide id="8" pos="2463">
          <p15:clr>
            <a:srgbClr val="FBAE40"/>
          </p15:clr>
        </p15:guide>
        <p15:guide id="9" pos="4434">
          <p15:clr>
            <a:srgbClr val="FBAE40"/>
          </p15:clr>
        </p15:guide>
        <p15:guide id="12" orient="horz" pos="163">
          <p15:clr>
            <a:srgbClr val="FBAE40"/>
          </p15:clr>
        </p15:guide>
        <p15:guide id="13" orient="horz" pos="408">
          <p15:clr>
            <a:srgbClr val="FBAE40"/>
          </p15:clr>
        </p15:guide>
        <p15:guide id="14" orient="horz" pos="653">
          <p15:clr>
            <a:srgbClr val="FBAE40"/>
          </p15:clr>
        </p15:guide>
        <p15:guide id="16" orient="horz" pos="3441">
          <p15:clr>
            <a:srgbClr val="FBAE40"/>
          </p15:clr>
        </p15:guide>
        <p15:guide id="17" orient="horz" pos="810">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2_Full picture dark ">
    <p:bg>
      <p:bgPr>
        <a:solidFill>
          <a:schemeClr val="accent1"/>
        </a:solidFill>
        <a:effectLst/>
      </p:bgPr>
    </p:bg>
    <p:spTree>
      <p:nvGrpSpPr>
        <p:cNvPr id="1" name=""/>
        <p:cNvGrpSpPr/>
        <p:nvPr/>
      </p:nvGrpSpPr>
      <p:grpSpPr>
        <a:xfrm>
          <a:off x="0" y="0"/>
          <a:ext cx="0" cy="0"/>
          <a:chOff x="0" y="0"/>
          <a:chExt cx="0" cy="0"/>
        </a:xfrm>
      </p:grpSpPr>
      <p:pic>
        <p:nvPicPr>
          <p:cNvPr id="3" name="Logo">
            <a:extLst>
              <a:ext uri="{FF2B5EF4-FFF2-40B4-BE49-F238E27FC236}">
                <a16:creationId xmlns:a16="http://schemas.microsoft.com/office/drawing/2014/main" id="{F1A856B7-C428-C201-2653-305370B1803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7917" b="40255"/>
          <a:stretch/>
        </p:blipFill>
        <p:spPr>
          <a:xfrm>
            <a:off x="9703435" y="5581387"/>
            <a:ext cx="1104740" cy="438441"/>
          </a:xfrm>
          <a:prstGeom prst="rect">
            <a:avLst/>
          </a:prstGeom>
        </p:spPr>
      </p:pic>
      <p:sp>
        <p:nvSpPr>
          <p:cNvPr id="4" name="Footer">
            <a:extLst>
              <a:ext uri="{FF2B5EF4-FFF2-40B4-BE49-F238E27FC236}">
                <a16:creationId xmlns:a16="http://schemas.microsoft.com/office/drawing/2014/main" id="{71FC0F82-13F9-DC6E-A1F6-AF573CDEF10A}"/>
              </a:ext>
            </a:extLst>
          </p:cNvPr>
          <p:cNvSpPr txBox="1"/>
          <p:nvPr userDrawn="1"/>
        </p:nvSpPr>
        <p:spPr>
          <a:xfrm>
            <a:off x="593090" y="5935261"/>
            <a:ext cx="8850948" cy="122116"/>
          </a:xfrm>
          <a:prstGeom prst="rect">
            <a:avLst/>
          </a:prstGeom>
          <a:noFill/>
        </p:spPr>
        <p:txBody>
          <a:bodyPr wrap="square" lIns="0" tIns="0" rIns="0" bIns="0" rtlCol="0">
            <a:noAutofit/>
          </a:bodyPr>
          <a:lstStyle/>
          <a:p>
            <a:pPr marR="0" defTabSz="914400" eaLnBrk="1" fontAlgn="auto" latinLnBrk="0" hangingPunct="1">
              <a:lnSpc>
                <a:spcPct val="107000"/>
              </a:lnSpc>
              <a:spcBef>
                <a:spcPts val="0"/>
              </a:spcBef>
              <a:spcAft>
                <a:spcPts val="100"/>
              </a:spcAft>
              <a:buClrTx/>
              <a:buSzTx/>
              <a:buFontTx/>
              <a:buNone/>
              <a:tabLst/>
            </a:pPr>
            <a:r>
              <a:rPr kumimoji="0" lang="de-DE" sz="600" b="0" i="0" u="none" strike="noStrike" kern="0" cap="none" spc="0" normalizeH="0" baseline="0" noProof="1">
                <a:ln>
                  <a:noFill/>
                </a:ln>
                <a:solidFill>
                  <a:srgbClr val="A3BAC8"/>
                </a:solidFill>
                <a:effectLst/>
                <a:uLnTx/>
                <a:uFillTx/>
                <a:latin typeface="Bosch Office Sans" pitchFamily="2" charset="0"/>
              </a:rPr>
              <a:t>DC-AT/ESP1 | 31.05.2023 | © Bosch Rexroth AG 2023. Alle Rechte vorbehalten, auch bzgl. jeder Verfügung, Verwertung, Reproduktion, Bearbeitung, Weitergabe sowie für den Fall von Schutzrechtsanmeldungen.</a:t>
            </a:r>
            <a:endParaRPr kumimoji="0" lang="en-US" sz="600" b="0" i="0" u="none" strike="noStrike" kern="0" cap="none" spc="0" normalizeH="0" baseline="0" noProof="1">
              <a:ln>
                <a:noFill/>
              </a:ln>
              <a:solidFill>
                <a:srgbClr val="A3BAC8"/>
              </a:solidFill>
              <a:effectLst/>
              <a:uLnTx/>
              <a:uFillTx/>
              <a:latin typeface="Bosch Office Sans" pitchFamily="2" charset="0"/>
            </a:endParaRPr>
          </a:p>
          <a:p>
            <a:pPr marR="0" defTabSz="914400" eaLnBrk="1" fontAlgn="auto" latinLnBrk="0" hangingPunct="1">
              <a:lnSpc>
                <a:spcPct val="107000"/>
              </a:lnSpc>
              <a:spcBef>
                <a:spcPts val="0"/>
              </a:spcBef>
              <a:spcAft>
                <a:spcPts val="100"/>
              </a:spcAft>
              <a:buClrTx/>
              <a:buSzTx/>
              <a:buFontTx/>
              <a:buNone/>
              <a:tabLst/>
            </a:pPr>
            <a:endParaRPr kumimoji="0" lang="en-US" sz="600" b="0" i="0" u="none" strike="noStrike" kern="0" cap="none" spc="0" normalizeH="0" baseline="0" noProof="1">
              <a:ln>
                <a:noFill/>
              </a:ln>
              <a:solidFill>
                <a:srgbClr val="000000"/>
              </a:solidFill>
              <a:effectLst/>
              <a:uLnTx/>
              <a:uFillTx/>
              <a:latin typeface="+mn-lt"/>
            </a:endParaRPr>
          </a:p>
        </p:txBody>
      </p:sp>
      <p:sp>
        <p:nvSpPr>
          <p:cNvPr id="5" name="Slide Number Placeholder 4"/>
          <p:cNvSpPr>
            <a:spLocks noGrp="1"/>
          </p:cNvSpPr>
          <p:nvPr>
            <p:ph type="sldNum" sz="quarter" idx="12"/>
          </p:nvPr>
        </p:nvSpPr>
        <p:spPr>
          <a:xfrm>
            <a:off x="266699" y="5923478"/>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
        <p:nvSpPr>
          <p:cNvPr id="10" name="Bildplatzhalter 9">
            <a:extLst>
              <a:ext uri="{FF2B5EF4-FFF2-40B4-BE49-F238E27FC236}">
                <a16:creationId xmlns:a16="http://schemas.microsoft.com/office/drawing/2014/main" id="{8BA72D09-8BBC-E855-D374-A752108073D0}"/>
              </a:ext>
            </a:extLst>
          </p:cNvPr>
          <p:cNvSpPr>
            <a:spLocks noGrp="1"/>
          </p:cNvSpPr>
          <p:nvPr>
            <p:ph type="pic" sz="quarter" idx="1" hasCustomPrompt="1"/>
          </p:nvPr>
        </p:nvSpPr>
        <p:spPr>
          <a:xfrm>
            <a:off x="0" y="0"/>
            <a:ext cx="10969625" cy="6170613"/>
          </a:xfrm>
          <a:custGeom>
            <a:avLst/>
            <a:gdLst>
              <a:gd name="connsiteX0" fmla="*/ 1 w 10969625"/>
              <a:gd name="connsiteY0" fmla="*/ 6170400 h 6170613"/>
              <a:gd name="connsiteX1" fmla="*/ 2 w 10969625"/>
              <a:gd name="connsiteY1" fmla="*/ 6170400 h 6170613"/>
              <a:gd name="connsiteX2" fmla="*/ 2 w 10969625"/>
              <a:gd name="connsiteY2" fmla="*/ 6170613 h 6170613"/>
              <a:gd name="connsiteX3" fmla="*/ 1 w 10969625"/>
              <a:gd name="connsiteY3" fmla="*/ 6170613 h 6170613"/>
              <a:gd name="connsiteX4" fmla="*/ 0 w 10969625"/>
              <a:gd name="connsiteY4" fmla="*/ 0 h 6170613"/>
              <a:gd name="connsiteX5" fmla="*/ 10969625 w 10969625"/>
              <a:gd name="connsiteY5" fmla="*/ 0 h 6170613"/>
              <a:gd name="connsiteX6" fmla="*/ 10969625 w 10969625"/>
              <a:gd name="connsiteY6" fmla="*/ 5252613 h 6170613"/>
              <a:gd name="connsiteX7" fmla="*/ 1 w 10969625"/>
              <a:gd name="connsiteY7" fmla="*/ 5821413 h 6170613"/>
              <a:gd name="connsiteX8" fmla="*/ 1 w 10969625"/>
              <a:gd name="connsiteY8" fmla="*/ 6170400 h 6170613"/>
              <a:gd name="connsiteX9" fmla="*/ 0 w 10969625"/>
              <a:gd name="connsiteY9" fmla="*/ 6170400 h 6170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69625" h="6170613">
                <a:moveTo>
                  <a:pt x="1" y="6170400"/>
                </a:moveTo>
                <a:lnTo>
                  <a:pt x="2" y="6170400"/>
                </a:lnTo>
                <a:lnTo>
                  <a:pt x="2" y="6170613"/>
                </a:lnTo>
                <a:lnTo>
                  <a:pt x="1" y="6170613"/>
                </a:lnTo>
                <a:close/>
                <a:moveTo>
                  <a:pt x="0" y="0"/>
                </a:moveTo>
                <a:lnTo>
                  <a:pt x="10969625" y="0"/>
                </a:lnTo>
                <a:lnTo>
                  <a:pt x="10969625" y="5252613"/>
                </a:lnTo>
                <a:lnTo>
                  <a:pt x="1" y="5821413"/>
                </a:lnTo>
                <a:lnTo>
                  <a:pt x="1" y="6170400"/>
                </a:lnTo>
                <a:lnTo>
                  <a:pt x="0" y="6170400"/>
                </a:lnTo>
                <a:close/>
              </a:path>
            </a:pathLst>
          </a:custGeom>
          <a:solidFill>
            <a:srgbClr val="FFE6E7"/>
          </a:solidFill>
        </p:spPr>
        <p:txBody>
          <a:bodyPr wrap="square" anchor="ctr">
            <a:noAutofit/>
          </a:bodyPr>
          <a:lstStyle>
            <a:lvl1pPr marL="0" indent="0" algn="ctr">
              <a:lnSpc>
                <a:spcPct val="550000"/>
              </a:lnSpc>
              <a:buFontTx/>
              <a:buNone/>
              <a:defRPr sz="1200"/>
            </a:lvl1pPr>
          </a:lstStyle>
          <a:p>
            <a:r>
              <a:rPr lang="en-US"/>
              <a:t>Bild hinzufügen</a:t>
            </a:r>
          </a:p>
        </p:txBody>
      </p:sp>
    </p:spTree>
    <p:extLst>
      <p:ext uri="{BB962C8B-B14F-4D97-AF65-F5344CB8AC3E}">
        <p14:creationId xmlns:p14="http://schemas.microsoft.com/office/powerpoint/2010/main" val="2407875557"/>
      </p:ext>
    </p:extLst>
  </p:cSld>
  <p:clrMapOvr>
    <a:masterClrMapping/>
  </p:clrMapOvr>
  <p:extLst>
    <p:ext uri="{DCECCB84-F9BA-43D5-87BE-67443E8EF086}">
      <p15:sldGuideLst xmlns:p15="http://schemas.microsoft.com/office/powerpoint/2012/main">
        <p15:guide id="2" orient="horz" pos="3440">
          <p15:clr>
            <a:srgbClr val="FBAE40"/>
          </p15:clr>
        </p15:guide>
        <p15:guide id="3" pos="166">
          <p15:clr>
            <a:srgbClr val="FBAE40"/>
          </p15:clr>
        </p15:guide>
        <p15:guide id="4" pos="6744">
          <p15:clr>
            <a:srgbClr val="FBAE40"/>
          </p15:clr>
        </p15:guide>
        <p15:guide id="5" orient="horz" pos="162">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2_4 content dark ">
    <p:spTree>
      <p:nvGrpSpPr>
        <p:cNvPr id="1" name=""/>
        <p:cNvGrpSpPr/>
        <p:nvPr/>
      </p:nvGrpSpPr>
      <p:grpSpPr>
        <a:xfrm>
          <a:off x="0" y="0"/>
          <a:ext cx="0" cy="0"/>
          <a:chOff x="0" y="0"/>
          <a:chExt cx="0" cy="0"/>
        </a:xfrm>
      </p:grpSpPr>
      <p:sp>
        <p:nvSpPr>
          <p:cNvPr id="4" name="BackgroundPicture2">
            <a:extLst>
              <a:ext uri="{FF2B5EF4-FFF2-40B4-BE49-F238E27FC236}">
                <a16:creationId xmlns:a16="http://schemas.microsoft.com/office/drawing/2014/main" id="{9F4F8A00-0989-FEAD-D127-59325AD26110}"/>
              </a:ext>
            </a:extLst>
          </p:cNvPr>
          <p:cNvSpPr/>
          <p:nvPr userDrawn="1"/>
        </p:nvSpPr>
        <p:spPr>
          <a:xfrm rot="10800000">
            <a:off x="0" y="5252612"/>
            <a:ext cx="10969626" cy="918001"/>
          </a:xfrm>
          <a:custGeom>
            <a:avLst/>
            <a:gdLst/>
            <a:ahLst/>
            <a:cxnLst/>
            <a:rect l="0" t="0" r="0" b="0"/>
            <a:pathLst>
              <a:path w="10969626" h="918001">
                <a:moveTo>
                  <a:pt x="0" y="0"/>
                </a:moveTo>
                <a:lnTo>
                  <a:pt x="10969625" y="0"/>
                </a:lnTo>
                <a:lnTo>
                  <a:pt x="10969625" y="349200"/>
                </a:lnTo>
                <a:lnTo>
                  <a:pt x="0" y="91800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close/>
              </a:path>
            </a:pathLst>
          </a:custGeom>
          <a:solidFill>
            <a:schemeClr val="accent1"/>
          </a:solidFill>
          <a:ln w="9525" cap="flat" cmpd="sng" algn="ctr">
            <a:no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tabLst/>
            </a:pPr>
            <a:endParaRPr kumimoji="0" lang="en-US" sz="1800" b="0" i="0" u="none" strike="noStrike" kern="0" cap="none" spc="0" normalizeH="0" baseline="0" noProof="0" dirty="0">
              <a:ln>
                <a:noFill/>
              </a:ln>
              <a:solidFill>
                <a:srgbClr val="000000"/>
              </a:solidFill>
              <a:effectLst/>
              <a:uLnTx/>
              <a:uFillTx/>
              <a:latin typeface="Bosch Office Sans"/>
              <a:ea typeface="+mn-ea"/>
              <a:cs typeface="+mn-cs"/>
            </a:endParaRPr>
          </a:p>
        </p:txBody>
      </p:sp>
      <p:pic>
        <p:nvPicPr>
          <p:cNvPr id="7" name="Logo">
            <a:extLst>
              <a:ext uri="{FF2B5EF4-FFF2-40B4-BE49-F238E27FC236}">
                <a16:creationId xmlns:a16="http://schemas.microsoft.com/office/drawing/2014/main" id="{29C23F0C-EB63-1D22-28D2-C6B83FB9B24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7917" b="40255"/>
          <a:stretch/>
        </p:blipFill>
        <p:spPr>
          <a:xfrm>
            <a:off x="9703435" y="5581387"/>
            <a:ext cx="1104740" cy="438441"/>
          </a:xfrm>
          <a:prstGeom prst="rect">
            <a:avLst/>
          </a:prstGeom>
        </p:spPr>
      </p:pic>
      <p:sp>
        <p:nvSpPr>
          <p:cNvPr id="10" name="Footer">
            <a:extLst>
              <a:ext uri="{FF2B5EF4-FFF2-40B4-BE49-F238E27FC236}">
                <a16:creationId xmlns:a16="http://schemas.microsoft.com/office/drawing/2014/main" id="{A06149E1-C7E9-E474-E1DD-47C75CD7DB77}"/>
              </a:ext>
            </a:extLst>
          </p:cNvPr>
          <p:cNvSpPr txBox="1"/>
          <p:nvPr userDrawn="1"/>
        </p:nvSpPr>
        <p:spPr>
          <a:xfrm>
            <a:off x="593090" y="5935261"/>
            <a:ext cx="8850948" cy="122116"/>
          </a:xfrm>
          <a:prstGeom prst="rect">
            <a:avLst/>
          </a:prstGeom>
          <a:noFill/>
        </p:spPr>
        <p:txBody>
          <a:bodyPr wrap="square" lIns="0" tIns="0" rIns="0" bIns="0" rtlCol="0">
            <a:noAutofit/>
          </a:bodyPr>
          <a:lstStyle/>
          <a:p>
            <a:pPr marR="0" defTabSz="914400" eaLnBrk="1" fontAlgn="auto" latinLnBrk="0" hangingPunct="1">
              <a:lnSpc>
                <a:spcPct val="107000"/>
              </a:lnSpc>
              <a:spcBef>
                <a:spcPts val="0"/>
              </a:spcBef>
              <a:spcAft>
                <a:spcPts val="100"/>
              </a:spcAft>
              <a:buClrTx/>
              <a:buSzTx/>
              <a:buFontTx/>
              <a:buNone/>
              <a:tabLst/>
            </a:pPr>
            <a:r>
              <a:rPr kumimoji="0" lang="de-DE" sz="600" b="0" i="0" u="none" strike="noStrike" kern="0" cap="none" spc="0" normalizeH="0" baseline="0" noProof="1">
                <a:ln>
                  <a:noFill/>
                </a:ln>
                <a:solidFill>
                  <a:srgbClr val="A3BAC8"/>
                </a:solidFill>
                <a:effectLst/>
                <a:uLnTx/>
                <a:uFillTx/>
                <a:latin typeface="Bosch Office Sans" pitchFamily="2" charset="0"/>
              </a:rPr>
              <a:t>DC-AT/ESP1 | 31.05.2023 | © Bosch Rexroth AG 2023. Alle Rechte vorbehalten, auch bzgl. jeder Verfügung, Verwertung, Reproduktion, Bearbeitung, Weitergabe sowie für den Fall von Schutzrechtsanmeldungen.</a:t>
            </a:r>
            <a:endParaRPr kumimoji="0" lang="en-US" sz="600" b="0" i="0" u="none" strike="noStrike" kern="0" cap="none" spc="0" normalizeH="0" baseline="0" noProof="1">
              <a:ln>
                <a:noFill/>
              </a:ln>
              <a:solidFill>
                <a:srgbClr val="A3BAC8"/>
              </a:solidFill>
              <a:effectLst/>
              <a:uLnTx/>
              <a:uFillTx/>
              <a:latin typeface="Bosch Office Sans" pitchFamily="2" charset="0"/>
            </a:endParaRPr>
          </a:p>
          <a:p>
            <a:pPr marR="0" defTabSz="914400" eaLnBrk="1" fontAlgn="auto" latinLnBrk="0" hangingPunct="1">
              <a:lnSpc>
                <a:spcPct val="107000"/>
              </a:lnSpc>
              <a:spcBef>
                <a:spcPts val="0"/>
              </a:spcBef>
              <a:spcAft>
                <a:spcPts val="100"/>
              </a:spcAft>
              <a:buClrTx/>
              <a:buSzTx/>
              <a:buFontTx/>
              <a:buNone/>
              <a:tabLst/>
            </a:pPr>
            <a:endParaRPr kumimoji="0" lang="en-US" sz="600" b="0" i="0" u="none" strike="noStrike" kern="0" cap="none" spc="0" normalizeH="0" baseline="0" noProof="1">
              <a:ln>
                <a:noFill/>
              </a:ln>
              <a:solidFill>
                <a:srgbClr val="000000"/>
              </a:solidFill>
              <a:effectLst/>
              <a:uLnTx/>
              <a:uFillTx/>
              <a:latin typeface="+mn-lt"/>
            </a:endParaRPr>
          </a:p>
        </p:txBody>
      </p:sp>
      <p:sp>
        <p:nvSpPr>
          <p:cNvPr id="2" name="Chapter_titleonly">
            <a:extLst>
              <a:ext uri="{FF2B5EF4-FFF2-40B4-BE49-F238E27FC236}">
                <a16:creationId xmlns:a16="http://schemas.microsoft.com/office/drawing/2014/main" id="{D8DBEFB5-7FD9-DE0E-BF93-9044327DD412}"/>
              </a:ext>
            </a:extLst>
          </p:cNvPr>
          <p:cNvSpPr>
            <a:spLocks noGrp="1"/>
          </p:cNvSpPr>
          <p:nvPr>
            <p:ph type="body" idx="15" hasCustomPrompt="1"/>
          </p:nvPr>
        </p:nvSpPr>
        <p:spPr>
          <a:xfrm>
            <a:off x="259080" y="259200"/>
            <a:ext cx="10452100" cy="388800"/>
          </a:xfrm>
        </p:spPr>
        <p:txBody>
          <a:bodyPr vert="horz" lIns="0" tIns="0" rIns="0" bIns="0" rtlCol="0">
            <a:noAutofit/>
          </a:bodyPr>
          <a:lstStyle>
            <a:lvl1pPr algn="l" defTabSz="914333" rtl="0" eaLnBrk="1" latinLnBrk="0" hangingPunct="1">
              <a:lnSpc>
                <a:spcPct val="89000"/>
              </a:lnSpc>
              <a:spcBef>
                <a:spcPts val="500"/>
              </a:spcBef>
              <a:buNone/>
              <a:defRPr lang="en-US" sz="2400" b="1" kern="1200" baseline="0" noProof="1">
                <a:solidFill>
                  <a:srgbClr val="00B9E5"/>
                </a:solidFill>
                <a:latin typeface="+mj-lt"/>
                <a:ea typeface="+mj-ea"/>
                <a:cs typeface="+mj-cs"/>
              </a:defRPr>
            </a:lvl1pPr>
          </a:lstStyle>
          <a:p>
            <a:pPr marL="0" lvl="0" indent="0">
              <a:spcBef>
                <a:spcPts val="0"/>
              </a:spcBef>
              <a:buFont typeface="Wingdings 3" panose="05040102010807070707" pitchFamily="18" charset="2"/>
            </a:pPr>
            <a:r>
              <a:rPr lang="en-US" noProof="1"/>
              <a:t>Kapitel­überschrift hinzufügen</a:t>
            </a:r>
          </a:p>
        </p:txBody>
      </p:sp>
      <p:sp>
        <p:nvSpPr>
          <p:cNvPr id="19" name="slide_title">
            <a:extLst>
              <a:ext uri="{FF2B5EF4-FFF2-40B4-BE49-F238E27FC236}">
                <a16:creationId xmlns:a16="http://schemas.microsoft.com/office/drawing/2014/main" id="{DF7F8884-B1F7-469D-8614-E93F2AA1E3DD}"/>
              </a:ext>
            </a:extLst>
          </p:cNvPr>
          <p:cNvSpPr>
            <a:spLocks noGrp="1"/>
          </p:cNvSpPr>
          <p:nvPr>
            <p:ph type="title" sz="quarter" hasCustomPrompt="1"/>
          </p:nvPr>
        </p:nvSpPr>
        <p:spPr>
          <a:xfrm>
            <a:off x="259080" y="648000"/>
            <a:ext cx="10452100" cy="388800"/>
          </a:xfrm>
        </p:spPr>
        <p:txBody>
          <a:bodyPr/>
          <a:lstStyle>
            <a:lvl1pPr>
              <a:defRPr lang="en-US" sz="2400" b="1" kern="1200" baseline="0" noProof="1">
                <a:solidFill>
                  <a:srgbClr val="00B9E5"/>
                </a:solidFill>
                <a:latin typeface="+mj-lt"/>
                <a:ea typeface="+mj-ea"/>
                <a:cs typeface="+mj-cs"/>
              </a:defRPr>
            </a:lvl1pPr>
          </a:lstStyle>
          <a:p>
            <a:r>
              <a:rPr lang="en-US" noProof="1"/>
              <a:t>Folienüberschrift hinzufügen</a:t>
            </a:r>
          </a:p>
        </p:txBody>
      </p:sp>
      <p:sp>
        <p:nvSpPr>
          <p:cNvPr id="5" name="Content Placeholder 1"/>
          <p:cNvSpPr>
            <a:spLocks noGrp="1"/>
          </p:cNvSpPr>
          <p:nvPr>
            <p:ph sz="half" idx="1" hasCustomPrompt="1"/>
          </p:nvPr>
        </p:nvSpPr>
        <p:spPr>
          <a:xfrm>
            <a:off x="259080" y="1295399"/>
            <a:ext cx="2515870" cy="416814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8" name="Content Placeholder 2"/>
          <p:cNvSpPr>
            <a:spLocks noGrp="1"/>
          </p:cNvSpPr>
          <p:nvPr>
            <p:ph sz="half" idx="2" hasCustomPrompt="1"/>
          </p:nvPr>
        </p:nvSpPr>
        <p:spPr>
          <a:xfrm>
            <a:off x="2904490" y="1295400"/>
            <a:ext cx="2515870" cy="416814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6" name="Content Placeholder 3"/>
          <p:cNvSpPr>
            <a:spLocks noGrp="1"/>
          </p:cNvSpPr>
          <p:nvPr>
            <p:ph sz="half" idx="3" hasCustomPrompt="1"/>
          </p:nvPr>
        </p:nvSpPr>
        <p:spPr>
          <a:xfrm>
            <a:off x="5549900" y="1295399"/>
            <a:ext cx="2515870" cy="416814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9" name="Content Placeholder 4"/>
          <p:cNvSpPr>
            <a:spLocks noGrp="1"/>
          </p:cNvSpPr>
          <p:nvPr>
            <p:ph sz="half" idx="4" hasCustomPrompt="1"/>
          </p:nvPr>
        </p:nvSpPr>
        <p:spPr>
          <a:xfrm>
            <a:off x="8195310" y="1295400"/>
            <a:ext cx="2515870" cy="416814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3" name="Slide Number Placeholder 2"/>
          <p:cNvSpPr>
            <a:spLocks noGrp="1"/>
          </p:cNvSpPr>
          <p:nvPr>
            <p:ph type="sldNum" sz="quarter" idx="12"/>
          </p:nvPr>
        </p:nvSpPr>
        <p:spPr>
          <a:xfrm>
            <a:off x="266699" y="5923478"/>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
        <p:nvSpPr>
          <p:cNvPr id="14" name="Rectangle7">
            <a:extLst>
              <a:ext uri="{FF2B5EF4-FFF2-40B4-BE49-F238E27FC236}">
                <a16:creationId xmlns:a16="http://schemas.microsoft.com/office/drawing/2014/main" id="{3A9A741C-7644-4810-ABAF-465822FC0D76}"/>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endParaRPr lang="en-US" sz="550" b="0" i="0" u="none" strike="noStrike" kern="0" baseline="0" noProof="1">
              <a:solidFill>
                <a:srgbClr val="000000"/>
              </a:solidFill>
              <a:latin typeface="+mn-lt"/>
            </a:endParaRPr>
          </a:p>
        </p:txBody>
      </p:sp>
    </p:spTree>
    <p:extLst>
      <p:ext uri="{BB962C8B-B14F-4D97-AF65-F5344CB8AC3E}">
        <p14:creationId xmlns:p14="http://schemas.microsoft.com/office/powerpoint/2010/main" val="2940352386"/>
      </p:ext>
    </p:extLst>
  </p:cSld>
  <p:clrMapOvr>
    <a:masterClrMapping/>
  </p:clrMapOvr>
  <p:extLst>
    <p:ext uri="{DCECCB84-F9BA-43D5-87BE-67443E8EF086}">
      <p15:sldGuideLst xmlns:p15="http://schemas.microsoft.com/office/powerpoint/2012/main">
        <p15:guide id="0" pos="163">
          <p15:clr>
            <a:srgbClr val="FBAE40"/>
          </p15:clr>
        </p15:guide>
        <p15:guide id="1" pos="6747">
          <p15:clr>
            <a:srgbClr val="FBAE40"/>
          </p15:clr>
        </p15:guide>
        <p15:guide id="5" pos="1748">
          <p15:clr>
            <a:srgbClr val="FBAE40"/>
          </p15:clr>
        </p15:guide>
        <p15:guide id="6" pos="3496">
          <p15:clr>
            <a:srgbClr val="FBAE40"/>
          </p15:clr>
        </p15:guide>
        <p15:guide id="7" pos="5080">
          <p15:clr>
            <a:srgbClr val="FBAE40"/>
          </p15:clr>
        </p15:guide>
        <p15:guide id="8" pos="1829">
          <p15:clr>
            <a:srgbClr val="FBAE40"/>
          </p15:clr>
        </p15:guide>
        <p15:guide id="9" pos="3414">
          <p15:clr>
            <a:srgbClr val="FBAE40"/>
          </p15:clr>
        </p15:guide>
        <p15:guide id="10" pos="5162">
          <p15:clr>
            <a:srgbClr val="FBAE40"/>
          </p15:clr>
        </p15:guide>
        <p15:guide id="11" orient="horz" pos="408">
          <p15:clr>
            <a:srgbClr val="FBAE40"/>
          </p15:clr>
        </p15:guide>
        <p15:guide id="14" orient="horz" pos="163">
          <p15:clr>
            <a:srgbClr val="FBAE40"/>
          </p15:clr>
        </p15:guide>
        <p15:guide id="15" orient="horz" pos="651">
          <p15:clr>
            <a:srgbClr val="FBAE40"/>
          </p15:clr>
        </p15:guide>
        <p15:guide id="17" orient="horz" pos="3441">
          <p15:clr>
            <a:srgbClr val="FBAE40"/>
          </p15:clr>
        </p15:guide>
        <p15:guide id="18" orient="horz" pos="816">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2_4 content light ">
    <p:bg>
      <p:bgRef idx="1001">
        <a:schemeClr val="bg1"/>
      </p:bgRef>
    </p:bg>
    <p:spTree>
      <p:nvGrpSpPr>
        <p:cNvPr id="1" name=""/>
        <p:cNvGrpSpPr/>
        <p:nvPr/>
      </p:nvGrpSpPr>
      <p:grpSpPr>
        <a:xfrm>
          <a:off x="0" y="0"/>
          <a:ext cx="0" cy="0"/>
          <a:chOff x="0" y="0"/>
          <a:chExt cx="0" cy="0"/>
        </a:xfrm>
      </p:grpSpPr>
      <p:sp>
        <p:nvSpPr>
          <p:cNvPr id="2" name="Chapter_titleonly">
            <a:extLst>
              <a:ext uri="{FF2B5EF4-FFF2-40B4-BE49-F238E27FC236}">
                <a16:creationId xmlns:a16="http://schemas.microsoft.com/office/drawing/2014/main" id="{D8DBEFB5-7FD9-DE0E-BF93-9044327DD412}"/>
              </a:ext>
            </a:extLst>
          </p:cNvPr>
          <p:cNvSpPr>
            <a:spLocks noGrp="1"/>
          </p:cNvSpPr>
          <p:nvPr>
            <p:ph type="body" idx="15" hasCustomPrompt="1"/>
          </p:nvPr>
        </p:nvSpPr>
        <p:spPr>
          <a:xfrm>
            <a:off x="259080" y="259200"/>
            <a:ext cx="10452100" cy="388800"/>
          </a:xfrm>
        </p:spPr>
        <p:txBody>
          <a:bodyPr vert="horz" lIns="0" tIns="0" rIns="0" bIns="0" rtlCol="0">
            <a:noAutofit/>
          </a:bodyPr>
          <a:lstStyle>
            <a:lvl1pPr>
              <a:lnSpc>
                <a:spcPct val="89000"/>
              </a:lnSpc>
              <a:spcBef>
                <a:spcPts val="500"/>
              </a:spcBef>
              <a:buNone/>
              <a:defRPr lang="en-US" sz="2400" b="1" kern="1200" baseline="0" noProof="1">
                <a:solidFill>
                  <a:srgbClr val="00B9E5"/>
                </a:solidFill>
                <a:latin typeface="+mj-lt"/>
                <a:ea typeface="+mj-ea"/>
                <a:cs typeface="+mj-cs"/>
              </a:defRPr>
            </a:lvl1pPr>
          </a:lstStyle>
          <a:p>
            <a:pPr marL="0" lvl="0" indent="0">
              <a:spcBef>
                <a:spcPts val="0"/>
              </a:spcBef>
              <a:buFont typeface="Wingdings 3" panose="05040102010807070707" pitchFamily="18" charset="2"/>
            </a:pPr>
            <a:r>
              <a:rPr lang="en-US" noProof="1"/>
              <a:t>Kapitel­überschrift hinzufügen</a:t>
            </a:r>
          </a:p>
        </p:txBody>
      </p:sp>
      <p:sp>
        <p:nvSpPr>
          <p:cNvPr id="19" name="slide_title">
            <a:extLst>
              <a:ext uri="{FF2B5EF4-FFF2-40B4-BE49-F238E27FC236}">
                <a16:creationId xmlns:a16="http://schemas.microsoft.com/office/drawing/2014/main" id="{DF7F8884-B1F7-469D-8614-E93F2AA1E3DD}"/>
              </a:ext>
            </a:extLst>
          </p:cNvPr>
          <p:cNvSpPr>
            <a:spLocks noGrp="1"/>
          </p:cNvSpPr>
          <p:nvPr>
            <p:ph type="title" sz="quarter" hasCustomPrompt="1"/>
          </p:nvPr>
        </p:nvSpPr>
        <p:spPr>
          <a:xfrm>
            <a:off x="259080" y="648000"/>
            <a:ext cx="10452100" cy="388800"/>
          </a:xfrm>
        </p:spPr>
        <p:txBody>
          <a:bodyPr/>
          <a:lstStyle>
            <a:lvl1pPr>
              <a:defRPr lang="en-US" sz="2400" b="1" kern="1200" baseline="0" noProof="1">
                <a:solidFill>
                  <a:srgbClr val="00B9E5"/>
                </a:solidFill>
                <a:latin typeface="+mj-lt"/>
                <a:ea typeface="+mj-ea"/>
                <a:cs typeface="+mj-cs"/>
              </a:defRPr>
            </a:lvl1pPr>
          </a:lstStyle>
          <a:p>
            <a:r>
              <a:rPr lang="en-US" noProof="1"/>
              <a:t>Folienüberschrift hinzufügen</a:t>
            </a:r>
          </a:p>
        </p:txBody>
      </p:sp>
      <p:sp>
        <p:nvSpPr>
          <p:cNvPr id="5" name="Content Placeholder 1"/>
          <p:cNvSpPr>
            <a:spLocks noGrp="1"/>
          </p:cNvSpPr>
          <p:nvPr>
            <p:ph sz="half" idx="1" hasCustomPrompt="1"/>
          </p:nvPr>
        </p:nvSpPr>
        <p:spPr>
          <a:xfrm>
            <a:off x="259080" y="1295399"/>
            <a:ext cx="2515870" cy="416814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8" name="Content Placeholder 2"/>
          <p:cNvSpPr>
            <a:spLocks noGrp="1"/>
          </p:cNvSpPr>
          <p:nvPr>
            <p:ph sz="half" idx="2" hasCustomPrompt="1"/>
          </p:nvPr>
        </p:nvSpPr>
        <p:spPr>
          <a:xfrm>
            <a:off x="2904490" y="1295400"/>
            <a:ext cx="2515870" cy="416814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6" name="Content Placeholder 3"/>
          <p:cNvSpPr>
            <a:spLocks noGrp="1"/>
          </p:cNvSpPr>
          <p:nvPr>
            <p:ph sz="half" idx="3" hasCustomPrompt="1"/>
          </p:nvPr>
        </p:nvSpPr>
        <p:spPr>
          <a:xfrm>
            <a:off x="5549900" y="1295399"/>
            <a:ext cx="2515870" cy="416814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9" name="Content Placeholder 4"/>
          <p:cNvSpPr>
            <a:spLocks noGrp="1"/>
          </p:cNvSpPr>
          <p:nvPr>
            <p:ph sz="half" idx="4" hasCustomPrompt="1"/>
          </p:nvPr>
        </p:nvSpPr>
        <p:spPr>
          <a:xfrm>
            <a:off x="8195310" y="1295400"/>
            <a:ext cx="2515870" cy="416814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3" name="Slide Number Placeholder 2"/>
          <p:cNvSpPr>
            <a:spLocks noGrp="1"/>
          </p:cNvSpPr>
          <p:nvPr>
            <p:ph type="sldNum" sz="quarter" idx="12"/>
          </p:nvPr>
        </p:nvSpPr>
        <p:spPr>
          <a:xfrm>
            <a:off x="266699" y="5923478"/>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
        <p:nvSpPr>
          <p:cNvPr id="14" name="Rectangle7">
            <a:extLst>
              <a:ext uri="{FF2B5EF4-FFF2-40B4-BE49-F238E27FC236}">
                <a16:creationId xmlns:a16="http://schemas.microsoft.com/office/drawing/2014/main" id="{3A9A741C-7644-4810-ABAF-465822FC0D76}"/>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endParaRPr lang="en-US" sz="550" b="0" i="0" u="none" strike="noStrike" kern="0" baseline="0" noProof="1">
              <a:solidFill>
                <a:srgbClr val="000000"/>
              </a:solidFill>
              <a:latin typeface="+mn-lt"/>
            </a:endParaRPr>
          </a:p>
        </p:txBody>
      </p:sp>
    </p:spTree>
    <p:extLst>
      <p:ext uri="{BB962C8B-B14F-4D97-AF65-F5344CB8AC3E}">
        <p14:creationId xmlns:p14="http://schemas.microsoft.com/office/powerpoint/2010/main" val="314891468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0" pos="163">
          <p15:clr>
            <a:srgbClr val="FBAE40"/>
          </p15:clr>
        </p15:guide>
        <p15:guide id="1" pos="6747">
          <p15:clr>
            <a:srgbClr val="FBAE40"/>
          </p15:clr>
        </p15:guide>
        <p15:guide id="5" pos="1748">
          <p15:clr>
            <a:srgbClr val="FBAE40"/>
          </p15:clr>
        </p15:guide>
        <p15:guide id="6" pos="3496">
          <p15:clr>
            <a:srgbClr val="FBAE40"/>
          </p15:clr>
        </p15:guide>
        <p15:guide id="7" pos="5080">
          <p15:clr>
            <a:srgbClr val="FBAE40"/>
          </p15:clr>
        </p15:guide>
        <p15:guide id="8" pos="1829">
          <p15:clr>
            <a:srgbClr val="FBAE40"/>
          </p15:clr>
        </p15:guide>
        <p15:guide id="9" pos="3414">
          <p15:clr>
            <a:srgbClr val="FBAE40"/>
          </p15:clr>
        </p15:guide>
        <p15:guide id="10" pos="5162">
          <p15:clr>
            <a:srgbClr val="FBAE40"/>
          </p15:clr>
        </p15:guide>
        <p15:guide id="11" orient="horz" pos="408">
          <p15:clr>
            <a:srgbClr val="FBAE40"/>
          </p15:clr>
        </p15:guide>
        <p15:guide id="14" orient="horz" pos="163">
          <p15:clr>
            <a:srgbClr val="FBAE40"/>
          </p15:clr>
        </p15:guide>
        <p15:guide id="15" orient="horz" pos="653">
          <p15:clr>
            <a:srgbClr val="FBAE40"/>
          </p15:clr>
        </p15:guide>
        <p15:guide id="17" orient="horz" pos="3441">
          <p15:clr>
            <a:srgbClr val="FBAE40"/>
          </p15:clr>
        </p15:guide>
        <p15:guide id="18" orient="horz" pos="816">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2_2 x 2 content dark ">
    <p:spTree>
      <p:nvGrpSpPr>
        <p:cNvPr id="1" name=""/>
        <p:cNvGrpSpPr/>
        <p:nvPr/>
      </p:nvGrpSpPr>
      <p:grpSpPr>
        <a:xfrm>
          <a:off x="0" y="0"/>
          <a:ext cx="0" cy="0"/>
          <a:chOff x="0" y="0"/>
          <a:chExt cx="0" cy="0"/>
        </a:xfrm>
      </p:grpSpPr>
      <p:sp>
        <p:nvSpPr>
          <p:cNvPr id="4" name="BackgroundPicture2">
            <a:extLst>
              <a:ext uri="{FF2B5EF4-FFF2-40B4-BE49-F238E27FC236}">
                <a16:creationId xmlns:a16="http://schemas.microsoft.com/office/drawing/2014/main" id="{359291F1-565C-F218-4CE2-BD3E99D3A801}"/>
              </a:ext>
            </a:extLst>
          </p:cNvPr>
          <p:cNvSpPr/>
          <p:nvPr userDrawn="1"/>
        </p:nvSpPr>
        <p:spPr>
          <a:xfrm rot="10800000">
            <a:off x="0" y="5252612"/>
            <a:ext cx="10969626" cy="918001"/>
          </a:xfrm>
          <a:custGeom>
            <a:avLst/>
            <a:gdLst/>
            <a:ahLst/>
            <a:cxnLst/>
            <a:rect l="0" t="0" r="0" b="0"/>
            <a:pathLst>
              <a:path w="10969626" h="918001">
                <a:moveTo>
                  <a:pt x="0" y="0"/>
                </a:moveTo>
                <a:lnTo>
                  <a:pt x="10969625" y="0"/>
                </a:lnTo>
                <a:lnTo>
                  <a:pt x="10969625" y="349200"/>
                </a:lnTo>
                <a:lnTo>
                  <a:pt x="0" y="91800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close/>
              </a:path>
            </a:pathLst>
          </a:custGeom>
          <a:solidFill>
            <a:schemeClr val="accent1"/>
          </a:solidFill>
          <a:ln w="9525" cap="flat" cmpd="sng" algn="ctr">
            <a:no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tabLst/>
            </a:pPr>
            <a:endParaRPr kumimoji="0" lang="en-US" sz="1800" b="0" i="0" u="none" strike="noStrike" kern="0" cap="none" spc="0" normalizeH="0" baseline="0" noProof="0" dirty="0">
              <a:ln>
                <a:noFill/>
              </a:ln>
              <a:solidFill>
                <a:srgbClr val="000000"/>
              </a:solidFill>
              <a:effectLst/>
              <a:uLnTx/>
              <a:uFillTx/>
              <a:latin typeface="Bosch Office Sans"/>
              <a:ea typeface="+mn-ea"/>
              <a:cs typeface="+mn-cs"/>
            </a:endParaRPr>
          </a:p>
        </p:txBody>
      </p:sp>
      <p:pic>
        <p:nvPicPr>
          <p:cNvPr id="7" name="Logo">
            <a:extLst>
              <a:ext uri="{FF2B5EF4-FFF2-40B4-BE49-F238E27FC236}">
                <a16:creationId xmlns:a16="http://schemas.microsoft.com/office/drawing/2014/main" id="{4F473A07-BA6A-88A5-8BE3-01DDC66EFE8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7917" b="40255"/>
          <a:stretch/>
        </p:blipFill>
        <p:spPr>
          <a:xfrm>
            <a:off x="9703435" y="5581387"/>
            <a:ext cx="1104740" cy="438441"/>
          </a:xfrm>
          <a:prstGeom prst="rect">
            <a:avLst/>
          </a:prstGeom>
        </p:spPr>
      </p:pic>
      <p:sp>
        <p:nvSpPr>
          <p:cNvPr id="10" name="Footer">
            <a:extLst>
              <a:ext uri="{FF2B5EF4-FFF2-40B4-BE49-F238E27FC236}">
                <a16:creationId xmlns:a16="http://schemas.microsoft.com/office/drawing/2014/main" id="{EF6C1B0E-9C94-35D8-89B6-B28F9E8E27D7}"/>
              </a:ext>
            </a:extLst>
          </p:cNvPr>
          <p:cNvSpPr txBox="1"/>
          <p:nvPr userDrawn="1"/>
        </p:nvSpPr>
        <p:spPr>
          <a:xfrm>
            <a:off x="593090" y="5935261"/>
            <a:ext cx="8850948" cy="122116"/>
          </a:xfrm>
          <a:prstGeom prst="rect">
            <a:avLst/>
          </a:prstGeom>
          <a:noFill/>
        </p:spPr>
        <p:txBody>
          <a:bodyPr wrap="square" lIns="0" tIns="0" rIns="0" bIns="0" rtlCol="0">
            <a:noAutofit/>
          </a:bodyPr>
          <a:lstStyle/>
          <a:p>
            <a:pPr marR="0" defTabSz="914400" eaLnBrk="1" fontAlgn="auto" latinLnBrk="0" hangingPunct="1">
              <a:lnSpc>
                <a:spcPct val="107000"/>
              </a:lnSpc>
              <a:spcBef>
                <a:spcPts val="0"/>
              </a:spcBef>
              <a:spcAft>
                <a:spcPts val="100"/>
              </a:spcAft>
              <a:buClrTx/>
              <a:buSzTx/>
              <a:buFontTx/>
              <a:buNone/>
              <a:tabLst/>
            </a:pPr>
            <a:r>
              <a:rPr kumimoji="0" lang="de-DE" sz="600" b="0" i="0" u="none" strike="noStrike" kern="0" cap="none" spc="0" normalizeH="0" baseline="0" noProof="1">
                <a:ln>
                  <a:noFill/>
                </a:ln>
                <a:solidFill>
                  <a:srgbClr val="A3BAC8"/>
                </a:solidFill>
                <a:effectLst/>
                <a:uLnTx/>
                <a:uFillTx/>
                <a:latin typeface="Bosch Office Sans" pitchFamily="2" charset="0"/>
              </a:rPr>
              <a:t>DC-AT/ESP1 | 31.05.2023 | © Bosch Rexroth AG 2023. Alle Rechte vorbehalten, auch bzgl. jeder Verfügung, Verwertung, Reproduktion, Bearbeitung, Weitergabe sowie für den Fall von Schutzrechtsanmeldungen.</a:t>
            </a:r>
            <a:endParaRPr kumimoji="0" lang="en-US" sz="600" b="0" i="0" u="none" strike="noStrike" kern="0" cap="none" spc="0" normalizeH="0" baseline="0" noProof="1">
              <a:ln>
                <a:noFill/>
              </a:ln>
              <a:solidFill>
                <a:srgbClr val="A3BAC8"/>
              </a:solidFill>
              <a:effectLst/>
              <a:uLnTx/>
              <a:uFillTx/>
              <a:latin typeface="Bosch Office Sans" pitchFamily="2" charset="0"/>
            </a:endParaRPr>
          </a:p>
          <a:p>
            <a:pPr marR="0" defTabSz="914400" eaLnBrk="1" fontAlgn="auto" latinLnBrk="0" hangingPunct="1">
              <a:lnSpc>
                <a:spcPct val="107000"/>
              </a:lnSpc>
              <a:spcBef>
                <a:spcPts val="0"/>
              </a:spcBef>
              <a:spcAft>
                <a:spcPts val="100"/>
              </a:spcAft>
              <a:buClrTx/>
              <a:buSzTx/>
              <a:buFontTx/>
              <a:buNone/>
              <a:tabLst/>
            </a:pPr>
            <a:endParaRPr kumimoji="0" lang="en-US" sz="600" b="0" i="0" u="none" strike="noStrike" kern="0" cap="none" spc="0" normalizeH="0" baseline="0" noProof="1">
              <a:ln>
                <a:noFill/>
              </a:ln>
              <a:solidFill>
                <a:srgbClr val="000000"/>
              </a:solidFill>
              <a:effectLst/>
              <a:uLnTx/>
              <a:uFillTx/>
              <a:latin typeface="+mn-lt"/>
            </a:endParaRPr>
          </a:p>
        </p:txBody>
      </p:sp>
      <p:sp>
        <p:nvSpPr>
          <p:cNvPr id="2" name="Chapter_titleonly">
            <a:extLst>
              <a:ext uri="{FF2B5EF4-FFF2-40B4-BE49-F238E27FC236}">
                <a16:creationId xmlns:a16="http://schemas.microsoft.com/office/drawing/2014/main" id="{6372C0C5-D72E-7D9D-6C6C-76C096623AC6}"/>
              </a:ext>
            </a:extLst>
          </p:cNvPr>
          <p:cNvSpPr>
            <a:spLocks noGrp="1"/>
          </p:cNvSpPr>
          <p:nvPr>
            <p:ph type="body" idx="15" hasCustomPrompt="1"/>
          </p:nvPr>
        </p:nvSpPr>
        <p:spPr>
          <a:xfrm>
            <a:off x="259080" y="259200"/>
            <a:ext cx="10452100" cy="388800"/>
          </a:xfrm>
        </p:spPr>
        <p:txBody>
          <a:bodyPr vert="horz" lIns="0" tIns="0" rIns="0" bIns="0" rtlCol="0">
            <a:noAutofit/>
          </a:bodyPr>
          <a:lstStyle>
            <a:lvl1pPr algn="l" defTabSz="914333" rtl="0" eaLnBrk="1" latinLnBrk="0" hangingPunct="1">
              <a:lnSpc>
                <a:spcPct val="89000"/>
              </a:lnSpc>
              <a:spcBef>
                <a:spcPts val="500"/>
              </a:spcBef>
              <a:buNone/>
              <a:defRPr lang="en-US" sz="2400" b="1" kern="1200" baseline="0" noProof="1">
                <a:solidFill>
                  <a:srgbClr val="00B9E5"/>
                </a:solidFill>
                <a:latin typeface="+mj-lt"/>
                <a:ea typeface="+mj-ea"/>
                <a:cs typeface="+mj-cs"/>
              </a:defRPr>
            </a:lvl1pPr>
          </a:lstStyle>
          <a:p>
            <a:pPr marL="0" lvl="0" indent="0">
              <a:spcBef>
                <a:spcPts val="0"/>
              </a:spcBef>
              <a:buFont typeface="Wingdings 3" panose="05040102010807070707" pitchFamily="18" charset="2"/>
            </a:pPr>
            <a:r>
              <a:rPr lang="en-US" noProof="1"/>
              <a:t>Kapitel­überschrift hinzufügen</a:t>
            </a:r>
          </a:p>
        </p:txBody>
      </p:sp>
      <p:sp>
        <p:nvSpPr>
          <p:cNvPr id="19" name="slide_title">
            <a:extLst>
              <a:ext uri="{FF2B5EF4-FFF2-40B4-BE49-F238E27FC236}">
                <a16:creationId xmlns:a16="http://schemas.microsoft.com/office/drawing/2014/main" id="{0CD4A6A4-B685-4664-A9F2-206AFF03DCDC}"/>
              </a:ext>
            </a:extLst>
          </p:cNvPr>
          <p:cNvSpPr>
            <a:spLocks noGrp="1"/>
          </p:cNvSpPr>
          <p:nvPr>
            <p:ph type="title" sz="quarter" hasCustomPrompt="1"/>
          </p:nvPr>
        </p:nvSpPr>
        <p:spPr>
          <a:xfrm>
            <a:off x="259080" y="648000"/>
            <a:ext cx="10452100" cy="388800"/>
          </a:xfrm>
        </p:spPr>
        <p:txBody>
          <a:bodyPr/>
          <a:lstStyle>
            <a:lvl1pPr>
              <a:defRPr lang="en-US" sz="2400" b="1" kern="1200" baseline="0" noProof="1">
                <a:solidFill>
                  <a:srgbClr val="00B9E5"/>
                </a:solidFill>
                <a:latin typeface="+mj-lt"/>
                <a:ea typeface="+mj-ea"/>
                <a:cs typeface="+mj-cs"/>
              </a:defRPr>
            </a:lvl1pPr>
          </a:lstStyle>
          <a:p>
            <a:r>
              <a:rPr lang="en-US" noProof="1"/>
              <a:t>Folienüberschrift hinzufügen</a:t>
            </a:r>
          </a:p>
        </p:txBody>
      </p:sp>
      <p:sp>
        <p:nvSpPr>
          <p:cNvPr id="5" name="Content Placeholder 1"/>
          <p:cNvSpPr>
            <a:spLocks noGrp="1"/>
          </p:cNvSpPr>
          <p:nvPr>
            <p:ph sz="half" idx="1" hasCustomPrompt="1"/>
          </p:nvPr>
        </p:nvSpPr>
        <p:spPr>
          <a:xfrm>
            <a:off x="259080" y="1295400"/>
            <a:ext cx="485902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6" name="Content Placeholder 2"/>
          <p:cNvSpPr>
            <a:spLocks noGrp="1"/>
          </p:cNvSpPr>
          <p:nvPr>
            <p:ph sz="half" idx="3" hasCustomPrompt="1"/>
          </p:nvPr>
        </p:nvSpPr>
        <p:spPr>
          <a:xfrm>
            <a:off x="5852160" y="1295400"/>
            <a:ext cx="485902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8" name="Content Placeholder 3"/>
          <p:cNvSpPr>
            <a:spLocks noGrp="1"/>
          </p:cNvSpPr>
          <p:nvPr>
            <p:ph sz="half" idx="2" hasCustomPrompt="1"/>
          </p:nvPr>
        </p:nvSpPr>
        <p:spPr>
          <a:xfrm>
            <a:off x="259080" y="3444239"/>
            <a:ext cx="485902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9" name="Content Placeholder 4"/>
          <p:cNvSpPr>
            <a:spLocks noGrp="1"/>
          </p:cNvSpPr>
          <p:nvPr>
            <p:ph sz="half" idx="4" hasCustomPrompt="1"/>
          </p:nvPr>
        </p:nvSpPr>
        <p:spPr>
          <a:xfrm>
            <a:off x="5852160" y="3444239"/>
            <a:ext cx="485902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3" name="Slide Number Placeholder 2"/>
          <p:cNvSpPr>
            <a:spLocks noGrp="1"/>
          </p:cNvSpPr>
          <p:nvPr>
            <p:ph type="sldNum" sz="quarter" idx="12"/>
          </p:nvPr>
        </p:nvSpPr>
        <p:spPr>
          <a:xfrm>
            <a:off x="266699" y="5923478"/>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
        <p:nvSpPr>
          <p:cNvPr id="14" name="Rectangle7">
            <a:extLst>
              <a:ext uri="{FF2B5EF4-FFF2-40B4-BE49-F238E27FC236}">
                <a16:creationId xmlns:a16="http://schemas.microsoft.com/office/drawing/2014/main" id="{43F0E5D0-784C-433E-AAB0-40D43C1BCBAB}"/>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endParaRPr lang="en-US" sz="550" b="0" i="0" u="none" strike="noStrike" kern="0" baseline="0" noProof="1">
              <a:solidFill>
                <a:srgbClr val="000000"/>
              </a:solidFill>
              <a:latin typeface="+mn-lt"/>
            </a:endParaRPr>
          </a:p>
        </p:txBody>
      </p:sp>
    </p:spTree>
    <p:extLst>
      <p:ext uri="{BB962C8B-B14F-4D97-AF65-F5344CB8AC3E}">
        <p14:creationId xmlns:p14="http://schemas.microsoft.com/office/powerpoint/2010/main" val="2179057537"/>
      </p:ext>
    </p:extLst>
  </p:cSld>
  <p:clrMapOvr>
    <a:masterClrMapping/>
  </p:clrMapOvr>
  <p:extLst>
    <p:ext uri="{DCECCB84-F9BA-43D5-87BE-67443E8EF086}">
      <p15:sldGuideLst xmlns:p15="http://schemas.microsoft.com/office/powerpoint/2012/main">
        <p15:guide id="0" pos="163">
          <p15:clr>
            <a:srgbClr val="FBAE40"/>
          </p15:clr>
        </p15:guide>
        <p15:guide id="1" pos="6747">
          <p15:clr>
            <a:srgbClr val="FBAE40"/>
          </p15:clr>
        </p15:guide>
        <p15:guide id="5" pos="3224">
          <p15:clr>
            <a:srgbClr val="FBAE40"/>
          </p15:clr>
        </p15:guide>
        <p15:guide id="6" pos="3686">
          <p15:clr>
            <a:srgbClr val="FBAE40"/>
          </p15:clr>
        </p15:guide>
        <p15:guide id="10" orient="horz" pos="163">
          <p15:clr>
            <a:srgbClr val="FBAE40"/>
          </p15:clr>
        </p15:guide>
        <p15:guide id="11" orient="horz" pos="408">
          <p15:clr>
            <a:srgbClr val="FBAE40"/>
          </p15:clr>
        </p15:guide>
        <p15:guide id="14" orient="horz" pos="653">
          <p15:clr>
            <a:srgbClr val="FBAE40"/>
          </p15:clr>
        </p15:guide>
        <p15:guide id="15" orient="horz" pos="816">
          <p15:clr>
            <a:srgbClr val="FBAE40"/>
          </p15:clr>
        </p15:guide>
        <p15:guide id="16" orient="horz" pos="2088">
          <p15:clr>
            <a:srgbClr val="FBAE40"/>
          </p15:clr>
        </p15:guide>
        <p15:guide id="18" orient="horz" pos="2169">
          <p15:clr>
            <a:srgbClr val="FBAE40"/>
          </p15:clr>
        </p15:guide>
        <p15:guide id="19" orient="horz" pos="3441">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2_2 x 2 content light ">
    <p:spTree>
      <p:nvGrpSpPr>
        <p:cNvPr id="1" name=""/>
        <p:cNvGrpSpPr/>
        <p:nvPr/>
      </p:nvGrpSpPr>
      <p:grpSpPr>
        <a:xfrm>
          <a:off x="0" y="0"/>
          <a:ext cx="0" cy="0"/>
          <a:chOff x="0" y="0"/>
          <a:chExt cx="0" cy="0"/>
        </a:xfrm>
      </p:grpSpPr>
      <p:sp>
        <p:nvSpPr>
          <p:cNvPr id="2" name="Chapter_titleonly">
            <a:extLst>
              <a:ext uri="{FF2B5EF4-FFF2-40B4-BE49-F238E27FC236}">
                <a16:creationId xmlns:a16="http://schemas.microsoft.com/office/drawing/2014/main" id="{6372C0C5-D72E-7D9D-6C6C-76C096623AC6}"/>
              </a:ext>
            </a:extLst>
          </p:cNvPr>
          <p:cNvSpPr>
            <a:spLocks noGrp="1"/>
          </p:cNvSpPr>
          <p:nvPr>
            <p:ph type="body" idx="15" hasCustomPrompt="1"/>
          </p:nvPr>
        </p:nvSpPr>
        <p:spPr>
          <a:xfrm>
            <a:off x="259080" y="259200"/>
            <a:ext cx="10452100" cy="388800"/>
          </a:xfrm>
        </p:spPr>
        <p:txBody>
          <a:bodyPr vert="horz" lIns="0" tIns="0" rIns="0" bIns="0" rtlCol="0">
            <a:noAutofit/>
          </a:bodyPr>
          <a:lstStyle>
            <a:lvl1pPr>
              <a:lnSpc>
                <a:spcPct val="89000"/>
              </a:lnSpc>
              <a:buNone/>
              <a:defRPr lang="en-US" sz="2400" b="1" kern="1200" baseline="0" noProof="1">
                <a:solidFill>
                  <a:srgbClr val="00B9E5"/>
                </a:solidFill>
                <a:latin typeface="+mj-lt"/>
                <a:ea typeface="+mj-ea"/>
                <a:cs typeface="+mj-cs"/>
              </a:defRPr>
            </a:lvl1pPr>
          </a:lstStyle>
          <a:p>
            <a:pPr marL="0" lvl="0" indent="0">
              <a:spcBef>
                <a:spcPts val="0"/>
              </a:spcBef>
              <a:buFont typeface="Wingdings 3" panose="05040102010807070707" pitchFamily="18" charset="2"/>
            </a:pPr>
            <a:r>
              <a:rPr lang="en-US" noProof="1"/>
              <a:t>Kapitel­überschrift hinzufügen</a:t>
            </a:r>
          </a:p>
        </p:txBody>
      </p:sp>
      <p:sp>
        <p:nvSpPr>
          <p:cNvPr id="19" name="slide_title">
            <a:extLst>
              <a:ext uri="{FF2B5EF4-FFF2-40B4-BE49-F238E27FC236}">
                <a16:creationId xmlns:a16="http://schemas.microsoft.com/office/drawing/2014/main" id="{0CD4A6A4-B685-4664-A9F2-206AFF03DCDC}"/>
              </a:ext>
            </a:extLst>
          </p:cNvPr>
          <p:cNvSpPr>
            <a:spLocks noGrp="1"/>
          </p:cNvSpPr>
          <p:nvPr>
            <p:ph type="title" sz="quarter" hasCustomPrompt="1"/>
          </p:nvPr>
        </p:nvSpPr>
        <p:spPr>
          <a:xfrm>
            <a:off x="259080" y="648000"/>
            <a:ext cx="10452100" cy="388800"/>
          </a:xfrm>
        </p:spPr>
        <p:txBody>
          <a:bodyPr/>
          <a:lstStyle>
            <a:lvl1pPr>
              <a:defRPr lang="en-US" sz="2400" b="1" kern="1200" baseline="0" noProof="1">
                <a:solidFill>
                  <a:srgbClr val="00B9E5"/>
                </a:solidFill>
                <a:latin typeface="+mj-lt"/>
                <a:ea typeface="+mj-ea"/>
                <a:cs typeface="+mj-cs"/>
              </a:defRPr>
            </a:lvl1pPr>
          </a:lstStyle>
          <a:p>
            <a:r>
              <a:rPr lang="en-US" noProof="1"/>
              <a:t>Folienüberschrift hinzufügen</a:t>
            </a:r>
          </a:p>
        </p:txBody>
      </p:sp>
      <p:sp>
        <p:nvSpPr>
          <p:cNvPr id="5" name="Content Placeholder 1"/>
          <p:cNvSpPr>
            <a:spLocks noGrp="1"/>
          </p:cNvSpPr>
          <p:nvPr>
            <p:ph sz="half" idx="1" hasCustomPrompt="1"/>
          </p:nvPr>
        </p:nvSpPr>
        <p:spPr>
          <a:xfrm>
            <a:off x="259080" y="1295400"/>
            <a:ext cx="485902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6" name="Content Placeholder 2"/>
          <p:cNvSpPr>
            <a:spLocks noGrp="1"/>
          </p:cNvSpPr>
          <p:nvPr>
            <p:ph sz="half" idx="3" hasCustomPrompt="1"/>
          </p:nvPr>
        </p:nvSpPr>
        <p:spPr>
          <a:xfrm>
            <a:off x="5852160" y="1295400"/>
            <a:ext cx="485902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8" name="Content Placeholder 3"/>
          <p:cNvSpPr>
            <a:spLocks noGrp="1"/>
          </p:cNvSpPr>
          <p:nvPr>
            <p:ph sz="half" idx="2" hasCustomPrompt="1"/>
          </p:nvPr>
        </p:nvSpPr>
        <p:spPr>
          <a:xfrm>
            <a:off x="259080" y="3444239"/>
            <a:ext cx="485902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9" name="Content Placeholder 4"/>
          <p:cNvSpPr>
            <a:spLocks noGrp="1"/>
          </p:cNvSpPr>
          <p:nvPr>
            <p:ph sz="half" idx="4" hasCustomPrompt="1"/>
          </p:nvPr>
        </p:nvSpPr>
        <p:spPr>
          <a:xfrm>
            <a:off x="5852160" y="3444239"/>
            <a:ext cx="485902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3" name="Slide Number Placeholder 2"/>
          <p:cNvSpPr>
            <a:spLocks noGrp="1"/>
          </p:cNvSpPr>
          <p:nvPr>
            <p:ph type="sldNum" sz="quarter" idx="12"/>
          </p:nvPr>
        </p:nvSpPr>
        <p:spPr>
          <a:xfrm>
            <a:off x="266699" y="5923478"/>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
        <p:nvSpPr>
          <p:cNvPr id="14" name="Rectangle7">
            <a:extLst>
              <a:ext uri="{FF2B5EF4-FFF2-40B4-BE49-F238E27FC236}">
                <a16:creationId xmlns:a16="http://schemas.microsoft.com/office/drawing/2014/main" id="{43F0E5D0-784C-433E-AAB0-40D43C1BCBAB}"/>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endParaRPr lang="en-US" sz="550" b="0" i="0" u="none" strike="noStrike" kern="0" baseline="0" noProof="1">
              <a:solidFill>
                <a:srgbClr val="000000"/>
              </a:solidFill>
              <a:latin typeface="+mn-lt"/>
            </a:endParaRPr>
          </a:p>
        </p:txBody>
      </p:sp>
    </p:spTree>
    <p:extLst>
      <p:ext uri="{BB962C8B-B14F-4D97-AF65-F5344CB8AC3E}">
        <p14:creationId xmlns:p14="http://schemas.microsoft.com/office/powerpoint/2010/main" val="3239501238"/>
      </p:ext>
    </p:extLst>
  </p:cSld>
  <p:clrMapOvr>
    <a:masterClrMapping/>
  </p:clrMapOvr>
  <p:extLst>
    <p:ext uri="{DCECCB84-F9BA-43D5-87BE-67443E8EF086}">
      <p15:sldGuideLst xmlns:p15="http://schemas.microsoft.com/office/powerpoint/2012/main">
        <p15:guide id="0" pos="163">
          <p15:clr>
            <a:srgbClr val="FBAE40"/>
          </p15:clr>
        </p15:guide>
        <p15:guide id="1" pos="6747">
          <p15:clr>
            <a:srgbClr val="FBAE40"/>
          </p15:clr>
        </p15:guide>
        <p15:guide id="5" pos="3224">
          <p15:clr>
            <a:srgbClr val="FBAE40"/>
          </p15:clr>
        </p15:guide>
        <p15:guide id="6" pos="3686">
          <p15:clr>
            <a:srgbClr val="FBAE40"/>
          </p15:clr>
        </p15:guide>
        <p15:guide id="10" orient="horz" pos="163">
          <p15:clr>
            <a:srgbClr val="FBAE40"/>
          </p15:clr>
        </p15:guide>
        <p15:guide id="11" orient="horz" pos="408">
          <p15:clr>
            <a:srgbClr val="FBAE40"/>
          </p15:clr>
        </p15:guide>
        <p15:guide id="14" orient="horz" pos="653">
          <p15:clr>
            <a:srgbClr val="FBAE40"/>
          </p15:clr>
        </p15:guide>
        <p15:guide id="15" orient="horz" pos="810">
          <p15:clr>
            <a:srgbClr val="FBAE40"/>
          </p15:clr>
        </p15:guide>
        <p15:guide id="16" orient="horz" pos="2088">
          <p15:clr>
            <a:srgbClr val="FBAE40"/>
          </p15:clr>
        </p15:guide>
        <p15:guide id="18" orient="horz" pos="2169">
          <p15:clr>
            <a:srgbClr val="FBAE40"/>
          </p15:clr>
        </p15:guide>
        <p15:guide id="19" orient="horz" pos="3441">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2_3 x 2 content dark ">
    <p:spTree>
      <p:nvGrpSpPr>
        <p:cNvPr id="1" name=""/>
        <p:cNvGrpSpPr/>
        <p:nvPr/>
      </p:nvGrpSpPr>
      <p:grpSpPr>
        <a:xfrm>
          <a:off x="0" y="0"/>
          <a:ext cx="0" cy="0"/>
          <a:chOff x="0" y="0"/>
          <a:chExt cx="0" cy="0"/>
        </a:xfrm>
      </p:grpSpPr>
      <p:sp>
        <p:nvSpPr>
          <p:cNvPr id="4" name="BackgroundPicture2">
            <a:extLst>
              <a:ext uri="{FF2B5EF4-FFF2-40B4-BE49-F238E27FC236}">
                <a16:creationId xmlns:a16="http://schemas.microsoft.com/office/drawing/2014/main" id="{1F7F4591-4F3A-F059-FE88-E0C99517F055}"/>
              </a:ext>
            </a:extLst>
          </p:cNvPr>
          <p:cNvSpPr/>
          <p:nvPr userDrawn="1"/>
        </p:nvSpPr>
        <p:spPr>
          <a:xfrm rot="10800000">
            <a:off x="0" y="5252612"/>
            <a:ext cx="10969626" cy="918001"/>
          </a:xfrm>
          <a:custGeom>
            <a:avLst/>
            <a:gdLst/>
            <a:ahLst/>
            <a:cxnLst/>
            <a:rect l="0" t="0" r="0" b="0"/>
            <a:pathLst>
              <a:path w="10969626" h="918001">
                <a:moveTo>
                  <a:pt x="0" y="0"/>
                </a:moveTo>
                <a:lnTo>
                  <a:pt x="10969625" y="0"/>
                </a:lnTo>
                <a:lnTo>
                  <a:pt x="10969625" y="349200"/>
                </a:lnTo>
                <a:lnTo>
                  <a:pt x="0" y="91800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close/>
              </a:path>
            </a:pathLst>
          </a:custGeom>
          <a:solidFill>
            <a:schemeClr val="accent1"/>
          </a:solidFill>
          <a:ln w="9525" cap="flat" cmpd="sng" algn="ctr">
            <a:no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tabLst/>
            </a:pPr>
            <a:endParaRPr kumimoji="0" lang="en-US" sz="1800" b="0" i="0" u="none" strike="noStrike" kern="0" cap="none" spc="0" normalizeH="0" baseline="0" noProof="0" dirty="0">
              <a:ln>
                <a:noFill/>
              </a:ln>
              <a:solidFill>
                <a:srgbClr val="000000"/>
              </a:solidFill>
              <a:effectLst/>
              <a:uLnTx/>
              <a:uFillTx/>
              <a:latin typeface="Bosch Office Sans"/>
              <a:ea typeface="+mn-ea"/>
              <a:cs typeface="+mn-cs"/>
            </a:endParaRPr>
          </a:p>
        </p:txBody>
      </p:sp>
      <p:pic>
        <p:nvPicPr>
          <p:cNvPr id="7" name="Logo">
            <a:extLst>
              <a:ext uri="{FF2B5EF4-FFF2-40B4-BE49-F238E27FC236}">
                <a16:creationId xmlns:a16="http://schemas.microsoft.com/office/drawing/2014/main" id="{AB3D9825-4CC4-DB18-4D42-83E09589E65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7917" b="40255"/>
          <a:stretch/>
        </p:blipFill>
        <p:spPr>
          <a:xfrm>
            <a:off x="9703435" y="5581387"/>
            <a:ext cx="1104740" cy="438441"/>
          </a:xfrm>
          <a:prstGeom prst="rect">
            <a:avLst/>
          </a:prstGeom>
        </p:spPr>
      </p:pic>
      <p:sp>
        <p:nvSpPr>
          <p:cNvPr id="12" name="Footer">
            <a:extLst>
              <a:ext uri="{FF2B5EF4-FFF2-40B4-BE49-F238E27FC236}">
                <a16:creationId xmlns:a16="http://schemas.microsoft.com/office/drawing/2014/main" id="{36A6E8AA-C9D7-15B3-F28F-8101AC9B090D}"/>
              </a:ext>
            </a:extLst>
          </p:cNvPr>
          <p:cNvSpPr txBox="1"/>
          <p:nvPr userDrawn="1"/>
        </p:nvSpPr>
        <p:spPr>
          <a:xfrm>
            <a:off x="593090" y="5935261"/>
            <a:ext cx="8850948" cy="122116"/>
          </a:xfrm>
          <a:prstGeom prst="rect">
            <a:avLst/>
          </a:prstGeom>
          <a:noFill/>
        </p:spPr>
        <p:txBody>
          <a:bodyPr wrap="square" lIns="0" tIns="0" rIns="0" bIns="0" rtlCol="0">
            <a:noAutofit/>
          </a:bodyPr>
          <a:lstStyle/>
          <a:p>
            <a:pPr marR="0" defTabSz="914400" eaLnBrk="1" fontAlgn="auto" latinLnBrk="0" hangingPunct="1">
              <a:lnSpc>
                <a:spcPct val="107000"/>
              </a:lnSpc>
              <a:spcBef>
                <a:spcPts val="0"/>
              </a:spcBef>
              <a:spcAft>
                <a:spcPts val="100"/>
              </a:spcAft>
              <a:buClrTx/>
              <a:buSzTx/>
              <a:buFontTx/>
              <a:buNone/>
              <a:tabLst/>
            </a:pPr>
            <a:r>
              <a:rPr kumimoji="0" lang="de-DE" sz="600" b="0" i="0" u="none" strike="noStrike" kern="0" cap="none" spc="0" normalizeH="0" baseline="0" noProof="1">
                <a:ln>
                  <a:noFill/>
                </a:ln>
                <a:solidFill>
                  <a:srgbClr val="A3BAC8"/>
                </a:solidFill>
                <a:effectLst/>
                <a:uLnTx/>
                <a:uFillTx/>
                <a:latin typeface="Bosch Office Sans" pitchFamily="2" charset="0"/>
              </a:rPr>
              <a:t>DC-AT/ESP1 | 31.05.2023 | © Bosch Rexroth AG 2023. Alle Rechte vorbehalten, auch bzgl. jeder Verfügung, Verwertung, Reproduktion, Bearbeitung, Weitergabe sowie für den Fall von Schutzrechtsanmeldungen.</a:t>
            </a:r>
            <a:endParaRPr kumimoji="0" lang="en-US" sz="600" b="0" i="0" u="none" strike="noStrike" kern="0" cap="none" spc="0" normalizeH="0" baseline="0" noProof="1">
              <a:ln>
                <a:noFill/>
              </a:ln>
              <a:solidFill>
                <a:srgbClr val="A3BAC8"/>
              </a:solidFill>
              <a:effectLst/>
              <a:uLnTx/>
              <a:uFillTx/>
              <a:latin typeface="Bosch Office Sans" pitchFamily="2" charset="0"/>
            </a:endParaRPr>
          </a:p>
          <a:p>
            <a:pPr marR="0" defTabSz="914400" eaLnBrk="1" fontAlgn="auto" latinLnBrk="0" hangingPunct="1">
              <a:lnSpc>
                <a:spcPct val="107000"/>
              </a:lnSpc>
              <a:spcBef>
                <a:spcPts val="0"/>
              </a:spcBef>
              <a:spcAft>
                <a:spcPts val="100"/>
              </a:spcAft>
              <a:buClrTx/>
              <a:buSzTx/>
              <a:buFontTx/>
              <a:buNone/>
              <a:tabLst/>
            </a:pPr>
            <a:endParaRPr kumimoji="0" lang="en-US" sz="600" b="0" i="0" u="none" strike="noStrike" kern="0" cap="none" spc="0" normalizeH="0" baseline="0" noProof="1">
              <a:ln>
                <a:noFill/>
              </a:ln>
              <a:solidFill>
                <a:srgbClr val="000000"/>
              </a:solidFill>
              <a:effectLst/>
              <a:uLnTx/>
              <a:uFillTx/>
              <a:latin typeface="+mn-lt"/>
            </a:endParaRPr>
          </a:p>
        </p:txBody>
      </p:sp>
      <p:sp>
        <p:nvSpPr>
          <p:cNvPr id="2" name="Chapter_titleonly">
            <a:extLst>
              <a:ext uri="{FF2B5EF4-FFF2-40B4-BE49-F238E27FC236}">
                <a16:creationId xmlns:a16="http://schemas.microsoft.com/office/drawing/2014/main" id="{F3D71E1B-DBA6-809E-FDB6-D0134DEB0E30}"/>
              </a:ext>
            </a:extLst>
          </p:cNvPr>
          <p:cNvSpPr>
            <a:spLocks noGrp="1"/>
          </p:cNvSpPr>
          <p:nvPr>
            <p:ph type="body" idx="15" hasCustomPrompt="1"/>
          </p:nvPr>
        </p:nvSpPr>
        <p:spPr>
          <a:xfrm>
            <a:off x="259080" y="259200"/>
            <a:ext cx="10452100" cy="388800"/>
          </a:xfrm>
        </p:spPr>
        <p:txBody>
          <a:bodyPr vert="horz" lIns="0" tIns="0" rIns="0" bIns="0" rtlCol="0">
            <a:noAutofit/>
          </a:bodyPr>
          <a:lstStyle>
            <a:lvl1pPr algn="l" defTabSz="914333" rtl="0" eaLnBrk="1" latinLnBrk="0" hangingPunct="1">
              <a:lnSpc>
                <a:spcPct val="89000"/>
              </a:lnSpc>
              <a:spcBef>
                <a:spcPts val="500"/>
              </a:spcBef>
              <a:buNone/>
              <a:defRPr lang="en-US" sz="2400" b="1" kern="1200" baseline="0" noProof="1">
                <a:solidFill>
                  <a:srgbClr val="00B9E5"/>
                </a:solidFill>
                <a:latin typeface="+mj-lt"/>
                <a:ea typeface="+mj-ea"/>
                <a:cs typeface="+mj-cs"/>
              </a:defRPr>
            </a:lvl1pPr>
          </a:lstStyle>
          <a:p>
            <a:pPr marL="0" lvl="0" indent="0">
              <a:spcBef>
                <a:spcPts val="0"/>
              </a:spcBef>
              <a:buFont typeface="Wingdings 3" panose="05040102010807070707" pitchFamily="18" charset="2"/>
            </a:pPr>
            <a:r>
              <a:rPr lang="en-US" noProof="1"/>
              <a:t>Kapitel­überschrift hinzufügen</a:t>
            </a:r>
          </a:p>
        </p:txBody>
      </p:sp>
      <p:sp>
        <p:nvSpPr>
          <p:cNvPr id="21" name="slide_title">
            <a:extLst>
              <a:ext uri="{FF2B5EF4-FFF2-40B4-BE49-F238E27FC236}">
                <a16:creationId xmlns:a16="http://schemas.microsoft.com/office/drawing/2014/main" id="{37C7D613-AF63-4D59-A3E7-00A3988669EF}"/>
              </a:ext>
            </a:extLst>
          </p:cNvPr>
          <p:cNvSpPr>
            <a:spLocks noGrp="1"/>
          </p:cNvSpPr>
          <p:nvPr>
            <p:ph type="title" sz="quarter" hasCustomPrompt="1"/>
          </p:nvPr>
        </p:nvSpPr>
        <p:spPr>
          <a:xfrm>
            <a:off x="259080" y="648000"/>
            <a:ext cx="10452100" cy="388800"/>
          </a:xfrm>
        </p:spPr>
        <p:txBody>
          <a:bodyPr/>
          <a:lstStyle>
            <a:lvl1pPr>
              <a:defRPr lang="en-US" sz="2400" b="1" kern="1200" baseline="0" noProof="1">
                <a:solidFill>
                  <a:srgbClr val="00B9E5"/>
                </a:solidFill>
                <a:latin typeface="+mj-lt"/>
                <a:ea typeface="+mj-ea"/>
                <a:cs typeface="+mj-cs"/>
              </a:defRPr>
            </a:lvl1pPr>
          </a:lstStyle>
          <a:p>
            <a:r>
              <a:rPr lang="en-US" noProof="1"/>
              <a:t>Folienüberschrift hinzufügen</a:t>
            </a:r>
          </a:p>
        </p:txBody>
      </p:sp>
      <p:sp>
        <p:nvSpPr>
          <p:cNvPr id="5" name="Content Placeholder 1"/>
          <p:cNvSpPr>
            <a:spLocks noGrp="1"/>
          </p:cNvSpPr>
          <p:nvPr>
            <p:ph sz="half" idx="1" hasCustomPrompt="1"/>
          </p:nvPr>
        </p:nvSpPr>
        <p:spPr>
          <a:xfrm>
            <a:off x="259080" y="1295399"/>
            <a:ext cx="312928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6" name="Content Placeholder 2"/>
          <p:cNvSpPr>
            <a:spLocks noGrp="1"/>
          </p:cNvSpPr>
          <p:nvPr>
            <p:ph sz="half" idx="3" hasCustomPrompt="1"/>
          </p:nvPr>
        </p:nvSpPr>
        <p:spPr>
          <a:xfrm>
            <a:off x="3910330" y="1295400"/>
            <a:ext cx="312928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8" name="Content Placeholder 3"/>
          <p:cNvSpPr>
            <a:spLocks noGrp="1"/>
          </p:cNvSpPr>
          <p:nvPr>
            <p:ph sz="half" idx="5" hasCustomPrompt="1"/>
          </p:nvPr>
        </p:nvSpPr>
        <p:spPr>
          <a:xfrm>
            <a:off x="7561580" y="1295400"/>
            <a:ext cx="312928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9" name="Content Placeholder 4"/>
          <p:cNvSpPr>
            <a:spLocks noGrp="1"/>
          </p:cNvSpPr>
          <p:nvPr>
            <p:ph sz="half" idx="2" hasCustomPrompt="1"/>
          </p:nvPr>
        </p:nvSpPr>
        <p:spPr>
          <a:xfrm>
            <a:off x="259080" y="3444240"/>
            <a:ext cx="312928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0" name="Content Placeholder 5"/>
          <p:cNvSpPr>
            <a:spLocks noGrp="1"/>
          </p:cNvSpPr>
          <p:nvPr>
            <p:ph sz="half" idx="4" hasCustomPrompt="1"/>
          </p:nvPr>
        </p:nvSpPr>
        <p:spPr>
          <a:xfrm>
            <a:off x="3910330" y="3444240"/>
            <a:ext cx="312928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1" name="Content Placeholder 6"/>
          <p:cNvSpPr>
            <a:spLocks noGrp="1"/>
          </p:cNvSpPr>
          <p:nvPr>
            <p:ph sz="half" idx="6" hasCustomPrompt="1"/>
          </p:nvPr>
        </p:nvSpPr>
        <p:spPr>
          <a:xfrm>
            <a:off x="7561580" y="3444240"/>
            <a:ext cx="312928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3" name="Slide Number Placeholder 2"/>
          <p:cNvSpPr>
            <a:spLocks noGrp="1"/>
          </p:cNvSpPr>
          <p:nvPr>
            <p:ph type="sldNum" sz="quarter" idx="12"/>
          </p:nvPr>
        </p:nvSpPr>
        <p:spPr>
          <a:xfrm>
            <a:off x="266699" y="5923478"/>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
        <p:nvSpPr>
          <p:cNvPr id="16" name="Rectangle7">
            <a:extLst>
              <a:ext uri="{FF2B5EF4-FFF2-40B4-BE49-F238E27FC236}">
                <a16:creationId xmlns:a16="http://schemas.microsoft.com/office/drawing/2014/main" id="{C680F8C7-4715-4E6C-829A-E87F16C03BB3}"/>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endParaRPr lang="en-US" sz="550" b="0" i="0" u="none" strike="noStrike" kern="0" baseline="0" noProof="1">
              <a:solidFill>
                <a:srgbClr val="000000"/>
              </a:solidFill>
              <a:latin typeface="+mn-lt"/>
            </a:endParaRPr>
          </a:p>
        </p:txBody>
      </p:sp>
    </p:spTree>
    <p:extLst>
      <p:ext uri="{BB962C8B-B14F-4D97-AF65-F5344CB8AC3E}">
        <p14:creationId xmlns:p14="http://schemas.microsoft.com/office/powerpoint/2010/main" val="3921619446"/>
      </p:ext>
    </p:extLst>
  </p:cSld>
  <p:clrMapOvr>
    <a:masterClrMapping/>
  </p:clrMapOvr>
  <p:extLst>
    <p:ext uri="{DCECCB84-F9BA-43D5-87BE-67443E8EF086}">
      <p15:sldGuideLst xmlns:p15="http://schemas.microsoft.com/office/powerpoint/2012/main">
        <p15:guide id="0" pos="163">
          <p15:clr>
            <a:srgbClr val="FBAE40"/>
          </p15:clr>
        </p15:guide>
        <p15:guide id="1" pos="6736">
          <p15:clr>
            <a:srgbClr val="FBAE40"/>
          </p15:clr>
        </p15:guide>
        <p15:guide id="5" pos="2134">
          <p15:clr>
            <a:srgbClr val="FBAE40"/>
          </p15:clr>
        </p15:guide>
        <p15:guide id="6" pos="2463">
          <p15:clr>
            <a:srgbClr val="FBAE40"/>
          </p15:clr>
        </p15:guide>
        <p15:guide id="7" pos="4434">
          <p15:clr>
            <a:srgbClr val="FBAE40"/>
          </p15:clr>
        </p15:guide>
        <p15:guide id="8" pos="4763">
          <p15:clr>
            <a:srgbClr val="FBAE40"/>
          </p15:clr>
        </p15:guide>
        <p15:guide id="10" orient="horz" pos="163">
          <p15:clr>
            <a:srgbClr val="FBAE40"/>
          </p15:clr>
        </p15:guide>
        <p15:guide id="11" orient="horz" pos="408">
          <p15:clr>
            <a:srgbClr val="FBAE40"/>
          </p15:clr>
        </p15:guide>
        <p15:guide id="15" orient="horz" pos="2087">
          <p15:clr>
            <a:srgbClr val="FBAE40"/>
          </p15:clr>
        </p15:guide>
        <p15:guide id="18" orient="horz" pos="816">
          <p15:clr>
            <a:srgbClr val="FBAE40"/>
          </p15:clr>
        </p15:guide>
        <p15:guide id="19" orient="horz" pos="2088">
          <p15:clr>
            <a:srgbClr val="FBAE40"/>
          </p15:clr>
        </p15:guide>
        <p15:guide id="20" orient="horz" pos="2169">
          <p15:clr>
            <a:srgbClr val="FBAE40"/>
          </p15:clr>
        </p15:guide>
        <p15:guide id="21" orient="horz" pos="3441">
          <p15:clr>
            <a:srgbClr val="FBAE40"/>
          </p15:clr>
        </p15:guide>
        <p15:guide id="27" orient="horz" pos="652">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2_3 x 2 content light ">
    <p:spTree>
      <p:nvGrpSpPr>
        <p:cNvPr id="1" name=""/>
        <p:cNvGrpSpPr/>
        <p:nvPr/>
      </p:nvGrpSpPr>
      <p:grpSpPr>
        <a:xfrm>
          <a:off x="0" y="0"/>
          <a:ext cx="0" cy="0"/>
          <a:chOff x="0" y="0"/>
          <a:chExt cx="0" cy="0"/>
        </a:xfrm>
      </p:grpSpPr>
      <p:sp>
        <p:nvSpPr>
          <p:cNvPr id="2" name="Chapter_titleonly">
            <a:extLst>
              <a:ext uri="{FF2B5EF4-FFF2-40B4-BE49-F238E27FC236}">
                <a16:creationId xmlns:a16="http://schemas.microsoft.com/office/drawing/2014/main" id="{F3D71E1B-DBA6-809E-FDB6-D0134DEB0E30}"/>
              </a:ext>
            </a:extLst>
          </p:cNvPr>
          <p:cNvSpPr>
            <a:spLocks noGrp="1"/>
          </p:cNvSpPr>
          <p:nvPr>
            <p:ph type="body" idx="15" hasCustomPrompt="1"/>
          </p:nvPr>
        </p:nvSpPr>
        <p:spPr>
          <a:xfrm>
            <a:off x="259080" y="259200"/>
            <a:ext cx="10452100" cy="388800"/>
          </a:xfrm>
        </p:spPr>
        <p:txBody>
          <a:bodyPr vert="horz" lIns="0" tIns="0" rIns="0" bIns="0" rtlCol="0">
            <a:noAutofit/>
          </a:bodyPr>
          <a:lstStyle>
            <a:lvl1pPr algn="l" defTabSz="914333" rtl="0" eaLnBrk="1" latinLnBrk="0" hangingPunct="1">
              <a:lnSpc>
                <a:spcPct val="89000"/>
              </a:lnSpc>
              <a:spcBef>
                <a:spcPts val="500"/>
              </a:spcBef>
              <a:buNone/>
              <a:defRPr lang="en-US" sz="2400" b="1" kern="1200" baseline="0" noProof="1">
                <a:solidFill>
                  <a:srgbClr val="00B9E5"/>
                </a:solidFill>
                <a:latin typeface="+mj-lt"/>
                <a:ea typeface="+mj-ea"/>
                <a:cs typeface="+mj-cs"/>
              </a:defRPr>
            </a:lvl1pPr>
          </a:lstStyle>
          <a:p>
            <a:pPr marL="0" lvl="0" indent="0">
              <a:spcBef>
                <a:spcPts val="0"/>
              </a:spcBef>
              <a:buFont typeface="Wingdings 3" panose="05040102010807070707" pitchFamily="18" charset="2"/>
            </a:pPr>
            <a:r>
              <a:rPr lang="en-US" noProof="1"/>
              <a:t>Kapitel­überschrift hinzufügen</a:t>
            </a:r>
          </a:p>
        </p:txBody>
      </p:sp>
      <p:sp>
        <p:nvSpPr>
          <p:cNvPr id="21" name="slide_title">
            <a:extLst>
              <a:ext uri="{FF2B5EF4-FFF2-40B4-BE49-F238E27FC236}">
                <a16:creationId xmlns:a16="http://schemas.microsoft.com/office/drawing/2014/main" id="{37C7D613-AF63-4D59-A3E7-00A3988669EF}"/>
              </a:ext>
            </a:extLst>
          </p:cNvPr>
          <p:cNvSpPr>
            <a:spLocks noGrp="1"/>
          </p:cNvSpPr>
          <p:nvPr>
            <p:ph type="title" sz="quarter" hasCustomPrompt="1"/>
          </p:nvPr>
        </p:nvSpPr>
        <p:spPr>
          <a:xfrm>
            <a:off x="259080" y="648000"/>
            <a:ext cx="10452100" cy="388800"/>
          </a:xfrm>
        </p:spPr>
        <p:txBody>
          <a:bodyPr/>
          <a:lstStyle>
            <a:lvl1pPr>
              <a:defRPr lang="en-US" sz="2400" b="1" kern="1200" baseline="0" noProof="1">
                <a:solidFill>
                  <a:srgbClr val="00B9E5"/>
                </a:solidFill>
                <a:latin typeface="+mj-lt"/>
                <a:ea typeface="+mj-ea"/>
                <a:cs typeface="+mj-cs"/>
              </a:defRPr>
            </a:lvl1pPr>
          </a:lstStyle>
          <a:p>
            <a:r>
              <a:rPr lang="en-US" noProof="1"/>
              <a:t>Folienüberschrift hinzufügen</a:t>
            </a:r>
          </a:p>
        </p:txBody>
      </p:sp>
      <p:sp>
        <p:nvSpPr>
          <p:cNvPr id="5" name="Content Placeholder 1"/>
          <p:cNvSpPr>
            <a:spLocks noGrp="1"/>
          </p:cNvSpPr>
          <p:nvPr>
            <p:ph sz="half" idx="1" hasCustomPrompt="1"/>
          </p:nvPr>
        </p:nvSpPr>
        <p:spPr>
          <a:xfrm>
            <a:off x="259080" y="1295399"/>
            <a:ext cx="312928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6" name="Content Placeholder 2"/>
          <p:cNvSpPr>
            <a:spLocks noGrp="1"/>
          </p:cNvSpPr>
          <p:nvPr>
            <p:ph sz="half" idx="3" hasCustomPrompt="1"/>
          </p:nvPr>
        </p:nvSpPr>
        <p:spPr>
          <a:xfrm>
            <a:off x="3910330" y="1295400"/>
            <a:ext cx="312928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8" name="Content Placeholder 3"/>
          <p:cNvSpPr>
            <a:spLocks noGrp="1"/>
          </p:cNvSpPr>
          <p:nvPr>
            <p:ph sz="half" idx="5" hasCustomPrompt="1"/>
          </p:nvPr>
        </p:nvSpPr>
        <p:spPr>
          <a:xfrm>
            <a:off x="7561580" y="1295400"/>
            <a:ext cx="312928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9" name="Content Placeholder 4"/>
          <p:cNvSpPr>
            <a:spLocks noGrp="1"/>
          </p:cNvSpPr>
          <p:nvPr>
            <p:ph sz="half" idx="2" hasCustomPrompt="1"/>
          </p:nvPr>
        </p:nvSpPr>
        <p:spPr>
          <a:xfrm>
            <a:off x="259080" y="3444240"/>
            <a:ext cx="312928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0" name="Content Placeholder 5"/>
          <p:cNvSpPr>
            <a:spLocks noGrp="1"/>
          </p:cNvSpPr>
          <p:nvPr>
            <p:ph sz="half" idx="4" hasCustomPrompt="1"/>
          </p:nvPr>
        </p:nvSpPr>
        <p:spPr>
          <a:xfrm>
            <a:off x="3910330" y="3444240"/>
            <a:ext cx="312928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1" name="Content Placeholder 6"/>
          <p:cNvSpPr>
            <a:spLocks noGrp="1"/>
          </p:cNvSpPr>
          <p:nvPr>
            <p:ph sz="half" idx="6" hasCustomPrompt="1"/>
          </p:nvPr>
        </p:nvSpPr>
        <p:spPr>
          <a:xfrm>
            <a:off x="7561580" y="3444240"/>
            <a:ext cx="312928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3" name="Slide Number Placeholder 2"/>
          <p:cNvSpPr>
            <a:spLocks noGrp="1"/>
          </p:cNvSpPr>
          <p:nvPr>
            <p:ph type="sldNum" sz="quarter" idx="12"/>
          </p:nvPr>
        </p:nvSpPr>
        <p:spPr>
          <a:xfrm>
            <a:off x="266699" y="5923478"/>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
        <p:nvSpPr>
          <p:cNvPr id="16" name="Rectangle7">
            <a:extLst>
              <a:ext uri="{FF2B5EF4-FFF2-40B4-BE49-F238E27FC236}">
                <a16:creationId xmlns:a16="http://schemas.microsoft.com/office/drawing/2014/main" id="{C680F8C7-4715-4E6C-829A-E87F16C03BB3}"/>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endParaRPr lang="en-US" sz="550" b="0" i="0" u="none" strike="noStrike" kern="0" baseline="0" noProof="1">
              <a:solidFill>
                <a:srgbClr val="000000"/>
              </a:solidFill>
              <a:latin typeface="+mn-lt"/>
            </a:endParaRPr>
          </a:p>
        </p:txBody>
      </p:sp>
    </p:spTree>
    <p:extLst>
      <p:ext uri="{BB962C8B-B14F-4D97-AF65-F5344CB8AC3E}">
        <p14:creationId xmlns:p14="http://schemas.microsoft.com/office/powerpoint/2010/main" val="4116964654"/>
      </p:ext>
    </p:extLst>
  </p:cSld>
  <p:clrMapOvr>
    <a:masterClrMapping/>
  </p:clrMapOvr>
  <p:extLst>
    <p:ext uri="{DCECCB84-F9BA-43D5-87BE-67443E8EF086}">
      <p15:sldGuideLst xmlns:p15="http://schemas.microsoft.com/office/powerpoint/2012/main">
        <p15:guide id="0" pos="163">
          <p15:clr>
            <a:srgbClr val="FBAE40"/>
          </p15:clr>
        </p15:guide>
        <p15:guide id="1" pos="6736">
          <p15:clr>
            <a:srgbClr val="FBAE40"/>
          </p15:clr>
        </p15:guide>
        <p15:guide id="5" pos="2134">
          <p15:clr>
            <a:srgbClr val="FBAE40"/>
          </p15:clr>
        </p15:guide>
        <p15:guide id="6" pos="2463">
          <p15:clr>
            <a:srgbClr val="FBAE40"/>
          </p15:clr>
        </p15:guide>
        <p15:guide id="7" pos="4434">
          <p15:clr>
            <a:srgbClr val="FBAE40"/>
          </p15:clr>
        </p15:guide>
        <p15:guide id="8" pos="4763">
          <p15:clr>
            <a:srgbClr val="FBAE40"/>
          </p15:clr>
        </p15:guide>
        <p15:guide id="10" orient="horz" pos="163">
          <p15:clr>
            <a:srgbClr val="FBAE40"/>
          </p15:clr>
        </p15:guide>
        <p15:guide id="11" orient="horz" pos="408">
          <p15:clr>
            <a:srgbClr val="FBAE40"/>
          </p15:clr>
        </p15:guide>
        <p15:guide id="15" orient="horz" pos="2087">
          <p15:clr>
            <a:srgbClr val="FBAE40"/>
          </p15:clr>
        </p15:guide>
        <p15:guide id="18" orient="horz" pos="816">
          <p15:clr>
            <a:srgbClr val="FBAE40"/>
          </p15:clr>
        </p15:guide>
        <p15:guide id="19" orient="horz" pos="2088">
          <p15:clr>
            <a:srgbClr val="FBAE40"/>
          </p15:clr>
        </p15:guide>
        <p15:guide id="20" orient="horz" pos="2169">
          <p15:clr>
            <a:srgbClr val="FBAE40"/>
          </p15:clr>
        </p15:guide>
        <p15:guide id="21" orient="horz" pos="3441">
          <p15:clr>
            <a:srgbClr val="FBAE40"/>
          </p15:clr>
        </p15:guide>
        <p15:guide id="27" orient="horz" pos="652">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2_4 x 2 content dark ">
    <p:spTree>
      <p:nvGrpSpPr>
        <p:cNvPr id="1" name=""/>
        <p:cNvGrpSpPr/>
        <p:nvPr/>
      </p:nvGrpSpPr>
      <p:grpSpPr>
        <a:xfrm>
          <a:off x="0" y="0"/>
          <a:ext cx="0" cy="0"/>
          <a:chOff x="0" y="0"/>
          <a:chExt cx="0" cy="0"/>
        </a:xfrm>
      </p:grpSpPr>
      <p:sp>
        <p:nvSpPr>
          <p:cNvPr id="4" name="BackgroundPicture2">
            <a:extLst>
              <a:ext uri="{FF2B5EF4-FFF2-40B4-BE49-F238E27FC236}">
                <a16:creationId xmlns:a16="http://schemas.microsoft.com/office/drawing/2014/main" id="{65CB7899-BD7D-F20D-A74C-931A3B68CABA}"/>
              </a:ext>
            </a:extLst>
          </p:cNvPr>
          <p:cNvSpPr/>
          <p:nvPr userDrawn="1"/>
        </p:nvSpPr>
        <p:spPr>
          <a:xfrm rot="10800000">
            <a:off x="0" y="5252612"/>
            <a:ext cx="10969626" cy="918001"/>
          </a:xfrm>
          <a:custGeom>
            <a:avLst/>
            <a:gdLst/>
            <a:ahLst/>
            <a:cxnLst/>
            <a:rect l="0" t="0" r="0" b="0"/>
            <a:pathLst>
              <a:path w="10969626" h="918001">
                <a:moveTo>
                  <a:pt x="0" y="0"/>
                </a:moveTo>
                <a:lnTo>
                  <a:pt x="10969625" y="0"/>
                </a:lnTo>
                <a:lnTo>
                  <a:pt x="10969625" y="349200"/>
                </a:lnTo>
                <a:lnTo>
                  <a:pt x="0" y="91800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close/>
              </a:path>
            </a:pathLst>
          </a:custGeom>
          <a:solidFill>
            <a:schemeClr val="accent1"/>
          </a:solidFill>
          <a:ln w="9525" cap="flat" cmpd="sng" algn="ctr">
            <a:no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tabLst/>
            </a:pPr>
            <a:endParaRPr kumimoji="0" lang="en-US" sz="1800" b="0" i="0" u="none" strike="noStrike" kern="0" cap="none" spc="0" normalizeH="0" baseline="0" noProof="0" dirty="0">
              <a:ln>
                <a:noFill/>
              </a:ln>
              <a:solidFill>
                <a:srgbClr val="000000"/>
              </a:solidFill>
              <a:effectLst/>
              <a:uLnTx/>
              <a:uFillTx/>
              <a:latin typeface="Bosch Office Sans"/>
              <a:ea typeface="+mn-ea"/>
              <a:cs typeface="+mn-cs"/>
            </a:endParaRPr>
          </a:p>
        </p:txBody>
      </p:sp>
      <p:pic>
        <p:nvPicPr>
          <p:cNvPr id="7" name="Logo">
            <a:extLst>
              <a:ext uri="{FF2B5EF4-FFF2-40B4-BE49-F238E27FC236}">
                <a16:creationId xmlns:a16="http://schemas.microsoft.com/office/drawing/2014/main" id="{F3EC7E27-8B63-8F3F-5011-7C4E91B996F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7917" b="40255"/>
          <a:stretch/>
        </p:blipFill>
        <p:spPr>
          <a:xfrm>
            <a:off x="9703435" y="5581387"/>
            <a:ext cx="1104740" cy="438441"/>
          </a:xfrm>
          <a:prstGeom prst="rect">
            <a:avLst/>
          </a:prstGeom>
        </p:spPr>
      </p:pic>
      <p:sp>
        <p:nvSpPr>
          <p:cNvPr id="12" name="Footer">
            <a:extLst>
              <a:ext uri="{FF2B5EF4-FFF2-40B4-BE49-F238E27FC236}">
                <a16:creationId xmlns:a16="http://schemas.microsoft.com/office/drawing/2014/main" id="{7CC9E950-335A-16D5-8726-BCB98FCB8AE4}"/>
              </a:ext>
            </a:extLst>
          </p:cNvPr>
          <p:cNvSpPr txBox="1"/>
          <p:nvPr userDrawn="1"/>
        </p:nvSpPr>
        <p:spPr>
          <a:xfrm>
            <a:off x="593090" y="5935261"/>
            <a:ext cx="8850948" cy="122116"/>
          </a:xfrm>
          <a:prstGeom prst="rect">
            <a:avLst/>
          </a:prstGeom>
          <a:noFill/>
        </p:spPr>
        <p:txBody>
          <a:bodyPr wrap="square" lIns="0" tIns="0" rIns="0" bIns="0" rtlCol="0">
            <a:noAutofit/>
          </a:bodyPr>
          <a:lstStyle/>
          <a:p>
            <a:pPr marR="0" defTabSz="914400" eaLnBrk="1" fontAlgn="auto" latinLnBrk="0" hangingPunct="1">
              <a:lnSpc>
                <a:spcPct val="107000"/>
              </a:lnSpc>
              <a:spcBef>
                <a:spcPts val="0"/>
              </a:spcBef>
              <a:spcAft>
                <a:spcPts val="100"/>
              </a:spcAft>
              <a:buClrTx/>
              <a:buSzTx/>
              <a:buFontTx/>
              <a:buNone/>
              <a:tabLst/>
            </a:pPr>
            <a:r>
              <a:rPr kumimoji="0" lang="de-DE" sz="600" b="0" i="0" u="none" strike="noStrike" kern="0" cap="none" spc="0" normalizeH="0" baseline="0" noProof="1">
                <a:ln>
                  <a:noFill/>
                </a:ln>
                <a:solidFill>
                  <a:srgbClr val="A3BAC8"/>
                </a:solidFill>
                <a:effectLst/>
                <a:uLnTx/>
                <a:uFillTx/>
                <a:latin typeface="Bosch Office Sans" pitchFamily="2" charset="0"/>
              </a:rPr>
              <a:t>DC-AT/ESP1 | 31.05.2023 | © Bosch Rexroth AG 2023. Alle Rechte vorbehalten, auch bzgl. jeder Verfügung, Verwertung, Reproduktion, Bearbeitung, Weitergabe sowie für den Fall von Schutzrechtsanmeldungen.</a:t>
            </a:r>
            <a:endParaRPr kumimoji="0" lang="en-US" sz="600" b="0" i="0" u="none" strike="noStrike" kern="0" cap="none" spc="0" normalizeH="0" baseline="0" noProof="1">
              <a:ln>
                <a:noFill/>
              </a:ln>
              <a:solidFill>
                <a:srgbClr val="A3BAC8"/>
              </a:solidFill>
              <a:effectLst/>
              <a:uLnTx/>
              <a:uFillTx/>
              <a:latin typeface="Bosch Office Sans" pitchFamily="2" charset="0"/>
            </a:endParaRPr>
          </a:p>
          <a:p>
            <a:pPr marR="0" defTabSz="914400" eaLnBrk="1" fontAlgn="auto" latinLnBrk="0" hangingPunct="1">
              <a:lnSpc>
                <a:spcPct val="107000"/>
              </a:lnSpc>
              <a:spcBef>
                <a:spcPts val="0"/>
              </a:spcBef>
              <a:spcAft>
                <a:spcPts val="100"/>
              </a:spcAft>
              <a:buClrTx/>
              <a:buSzTx/>
              <a:buFontTx/>
              <a:buNone/>
              <a:tabLst/>
            </a:pPr>
            <a:endParaRPr kumimoji="0" lang="en-US" sz="600" b="0" i="0" u="none" strike="noStrike" kern="0" cap="none" spc="0" normalizeH="0" baseline="0" noProof="1">
              <a:ln>
                <a:noFill/>
              </a:ln>
              <a:solidFill>
                <a:srgbClr val="000000"/>
              </a:solidFill>
              <a:effectLst/>
              <a:uLnTx/>
              <a:uFillTx/>
              <a:latin typeface="+mn-lt"/>
            </a:endParaRPr>
          </a:p>
        </p:txBody>
      </p:sp>
      <p:sp>
        <p:nvSpPr>
          <p:cNvPr id="2" name="Chapter_titleonly">
            <a:extLst>
              <a:ext uri="{FF2B5EF4-FFF2-40B4-BE49-F238E27FC236}">
                <a16:creationId xmlns:a16="http://schemas.microsoft.com/office/drawing/2014/main" id="{B0C8B8C5-F767-0B03-C680-4DF16170D066}"/>
              </a:ext>
            </a:extLst>
          </p:cNvPr>
          <p:cNvSpPr>
            <a:spLocks noGrp="1"/>
          </p:cNvSpPr>
          <p:nvPr>
            <p:ph type="body" idx="15" hasCustomPrompt="1"/>
          </p:nvPr>
        </p:nvSpPr>
        <p:spPr>
          <a:xfrm>
            <a:off x="259080" y="259200"/>
            <a:ext cx="10452100" cy="388800"/>
          </a:xfrm>
        </p:spPr>
        <p:txBody>
          <a:bodyPr vert="horz" lIns="0" tIns="0" rIns="0" bIns="0" rtlCol="0">
            <a:noAutofit/>
          </a:bodyPr>
          <a:lstStyle>
            <a:lvl1pPr algn="l" defTabSz="914333" rtl="0" eaLnBrk="1" latinLnBrk="0" hangingPunct="1">
              <a:lnSpc>
                <a:spcPct val="89000"/>
              </a:lnSpc>
              <a:spcBef>
                <a:spcPts val="500"/>
              </a:spcBef>
              <a:buNone/>
              <a:defRPr lang="en-US" sz="2400" b="1" kern="1200" baseline="0" noProof="1">
                <a:solidFill>
                  <a:srgbClr val="00B9E5"/>
                </a:solidFill>
                <a:latin typeface="+mj-lt"/>
                <a:ea typeface="+mj-ea"/>
                <a:cs typeface="+mj-cs"/>
              </a:defRPr>
            </a:lvl1pPr>
          </a:lstStyle>
          <a:p>
            <a:pPr marL="0" lvl="0" indent="0">
              <a:spcBef>
                <a:spcPts val="0"/>
              </a:spcBef>
              <a:buFont typeface="Wingdings 3" panose="05040102010807070707" pitchFamily="18" charset="2"/>
            </a:pPr>
            <a:r>
              <a:rPr lang="en-US" noProof="1"/>
              <a:t>Kapitel­überschrift hinzufügen</a:t>
            </a:r>
          </a:p>
        </p:txBody>
      </p:sp>
      <p:sp>
        <p:nvSpPr>
          <p:cNvPr id="24" name="slide_title">
            <a:extLst>
              <a:ext uri="{FF2B5EF4-FFF2-40B4-BE49-F238E27FC236}">
                <a16:creationId xmlns:a16="http://schemas.microsoft.com/office/drawing/2014/main" id="{311701A3-045D-4465-A625-85AD8C2B322E}"/>
              </a:ext>
            </a:extLst>
          </p:cNvPr>
          <p:cNvSpPr>
            <a:spLocks noGrp="1"/>
          </p:cNvSpPr>
          <p:nvPr>
            <p:ph type="title" sz="quarter" hasCustomPrompt="1"/>
          </p:nvPr>
        </p:nvSpPr>
        <p:spPr>
          <a:xfrm>
            <a:off x="259080" y="648000"/>
            <a:ext cx="10452100" cy="388800"/>
          </a:xfrm>
        </p:spPr>
        <p:txBody>
          <a:bodyPr/>
          <a:lstStyle>
            <a:lvl1pPr>
              <a:defRPr lang="en-US" sz="2400" b="1" kern="1200" baseline="0" noProof="1">
                <a:solidFill>
                  <a:srgbClr val="00B9E5"/>
                </a:solidFill>
                <a:latin typeface="+mj-lt"/>
                <a:ea typeface="+mj-ea"/>
                <a:cs typeface="+mj-cs"/>
              </a:defRPr>
            </a:lvl1pPr>
          </a:lstStyle>
          <a:p>
            <a:r>
              <a:rPr lang="en-US" noProof="1"/>
              <a:t>Folienüberschrift hinzufügen</a:t>
            </a:r>
          </a:p>
        </p:txBody>
      </p:sp>
      <p:sp>
        <p:nvSpPr>
          <p:cNvPr id="5" name="Content Placeholder 1"/>
          <p:cNvSpPr>
            <a:spLocks noGrp="1"/>
          </p:cNvSpPr>
          <p:nvPr>
            <p:ph sz="half" idx="1" hasCustomPrompt="1"/>
          </p:nvPr>
        </p:nvSpPr>
        <p:spPr>
          <a:xfrm>
            <a:off x="259080" y="1295399"/>
            <a:ext cx="251587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6" name="Content Placeholder 2"/>
          <p:cNvSpPr>
            <a:spLocks noGrp="1"/>
          </p:cNvSpPr>
          <p:nvPr>
            <p:ph sz="half" idx="3" hasCustomPrompt="1"/>
          </p:nvPr>
        </p:nvSpPr>
        <p:spPr>
          <a:xfrm>
            <a:off x="2904490" y="1295400"/>
            <a:ext cx="251587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7" name="Content Placeholder 3">
            <a:extLst>
              <a:ext uri="{FF2B5EF4-FFF2-40B4-BE49-F238E27FC236}">
                <a16:creationId xmlns:a16="http://schemas.microsoft.com/office/drawing/2014/main" id="{58468F8D-277D-4F1A-84A1-62122010643F}"/>
              </a:ext>
            </a:extLst>
          </p:cNvPr>
          <p:cNvSpPr>
            <a:spLocks noGrp="1"/>
          </p:cNvSpPr>
          <p:nvPr>
            <p:ph sz="half" idx="5" hasCustomPrompt="1"/>
          </p:nvPr>
        </p:nvSpPr>
        <p:spPr>
          <a:xfrm>
            <a:off x="5549900" y="1295399"/>
            <a:ext cx="251587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8" name="Content Placeholder 4"/>
          <p:cNvSpPr>
            <a:spLocks noGrp="1"/>
          </p:cNvSpPr>
          <p:nvPr>
            <p:ph sz="half" idx="7" hasCustomPrompt="1"/>
          </p:nvPr>
        </p:nvSpPr>
        <p:spPr>
          <a:xfrm>
            <a:off x="8195310" y="1295400"/>
            <a:ext cx="251587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9" name="Content Placeholder 5"/>
          <p:cNvSpPr>
            <a:spLocks noGrp="1"/>
          </p:cNvSpPr>
          <p:nvPr>
            <p:ph sz="half" idx="2" hasCustomPrompt="1"/>
          </p:nvPr>
        </p:nvSpPr>
        <p:spPr>
          <a:xfrm>
            <a:off x="259080" y="3444240"/>
            <a:ext cx="251587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0" name="Content Placeholder 6"/>
          <p:cNvSpPr>
            <a:spLocks noGrp="1"/>
          </p:cNvSpPr>
          <p:nvPr>
            <p:ph sz="half" idx="4" hasCustomPrompt="1"/>
          </p:nvPr>
        </p:nvSpPr>
        <p:spPr>
          <a:xfrm>
            <a:off x="2904490" y="3444240"/>
            <a:ext cx="251587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8" name="Content Placeholder 7">
            <a:extLst>
              <a:ext uri="{FF2B5EF4-FFF2-40B4-BE49-F238E27FC236}">
                <a16:creationId xmlns:a16="http://schemas.microsoft.com/office/drawing/2014/main" id="{B143799E-2832-49D7-9953-45BACACA7549}"/>
              </a:ext>
            </a:extLst>
          </p:cNvPr>
          <p:cNvSpPr>
            <a:spLocks noGrp="1"/>
          </p:cNvSpPr>
          <p:nvPr>
            <p:ph sz="half" idx="6" hasCustomPrompt="1"/>
          </p:nvPr>
        </p:nvSpPr>
        <p:spPr>
          <a:xfrm>
            <a:off x="5549900" y="3444240"/>
            <a:ext cx="251587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1" name="Content Placeholder 8"/>
          <p:cNvSpPr>
            <a:spLocks noGrp="1"/>
          </p:cNvSpPr>
          <p:nvPr>
            <p:ph sz="half" idx="8" hasCustomPrompt="1"/>
          </p:nvPr>
        </p:nvSpPr>
        <p:spPr>
          <a:xfrm>
            <a:off x="8195310" y="3444240"/>
            <a:ext cx="251587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3" name="Slide Number Placeholder 2"/>
          <p:cNvSpPr>
            <a:spLocks noGrp="1"/>
          </p:cNvSpPr>
          <p:nvPr>
            <p:ph type="sldNum" sz="quarter" idx="12"/>
          </p:nvPr>
        </p:nvSpPr>
        <p:spPr>
          <a:xfrm>
            <a:off x="266699" y="5923478"/>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
        <p:nvSpPr>
          <p:cNvPr id="21" name="Rectangle7">
            <a:extLst>
              <a:ext uri="{FF2B5EF4-FFF2-40B4-BE49-F238E27FC236}">
                <a16:creationId xmlns:a16="http://schemas.microsoft.com/office/drawing/2014/main" id="{60F530EA-2EFB-4DC6-BA26-465D18FD265B}"/>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endParaRPr lang="en-US" sz="550" b="0" i="0" u="none" strike="noStrike" kern="0" baseline="0" noProof="1">
              <a:solidFill>
                <a:srgbClr val="000000"/>
              </a:solidFill>
              <a:latin typeface="+mn-lt"/>
            </a:endParaRPr>
          </a:p>
        </p:txBody>
      </p:sp>
    </p:spTree>
    <p:extLst>
      <p:ext uri="{BB962C8B-B14F-4D97-AF65-F5344CB8AC3E}">
        <p14:creationId xmlns:p14="http://schemas.microsoft.com/office/powerpoint/2010/main" val="2327532294"/>
      </p:ext>
    </p:extLst>
  </p:cSld>
  <p:clrMapOvr>
    <a:masterClrMapping/>
  </p:clrMapOvr>
  <p:extLst>
    <p:ext uri="{DCECCB84-F9BA-43D5-87BE-67443E8EF086}">
      <p15:sldGuideLst xmlns:p15="http://schemas.microsoft.com/office/powerpoint/2012/main">
        <p15:guide id="0" pos="162">
          <p15:clr>
            <a:srgbClr val="FBAE40"/>
          </p15:clr>
        </p15:guide>
        <p15:guide id="1" pos="6744">
          <p15:clr>
            <a:srgbClr val="FBAE40"/>
          </p15:clr>
        </p15:guide>
        <p15:guide id="5" pos="1748">
          <p15:clr>
            <a:srgbClr val="FBAE40"/>
          </p15:clr>
        </p15:guide>
        <p15:guide id="6" pos="1829">
          <p15:clr>
            <a:srgbClr val="FBAE40"/>
          </p15:clr>
        </p15:guide>
        <p15:guide id="7" pos="3414">
          <p15:clr>
            <a:srgbClr val="FBAE40"/>
          </p15:clr>
        </p15:guide>
        <p15:guide id="8" pos="5162">
          <p15:clr>
            <a:srgbClr val="FBAE40"/>
          </p15:clr>
        </p15:guide>
        <p15:guide id="10" orient="horz" pos="162">
          <p15:clr>
            <a:srgbClr val="FBAE40"/>
          </p15:clr>
        </p15:guide>
        <p15:guide id="11" orient="horz" pos="408">
          <p15:clr>
            <a:srgbClr val="FBAE40"/>
          </p15:clr>
        </p15:guide>
        <p15:guide id="14" orient="horz" pos="813">
          <p15:clr>
            <a:srgbClr val="FBAE40"/>
          </p15:clr>
        </p15:guide>
        <p15:guide id="16" pos="3496">
          <p15:clr>
            <a:srgbClr val="FBAE40"/>
          </p15:clr>
        </p15:guide>
        <p15:guide id="17" pos="5080">
          <p15:clr>
            <a:srgbClr val="FBAE40"/>
          </p15:clr>
        </p15:guide>
        <p15:guide id="24" orient="horz" pos="2169">
          <p15:clr>
            <a:srgbClr val="FBAE40"/>
          </p15:clr>
        </p15:guide>
        <p15:guide id="25" orient="horz" pos="3441">
          <p15:clr>
            <a:srgbClr val="FBAE40"/>
          </p15:clr>
        </p15:guide>
        <p15:guide id="31" orient="horz" pos="652">
          <p15:clr>
            <a:srgbClr val="FBAE40"/>
          </p15:clr>
        </p15:guide>
        <p15:guide id="32" orient="horz" pos="2086">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2_4 x 2 content light ">
    <p:spTree>
      <p:nvGrpSpPr>
        <p:cNvPr id="1" name=""/>
        <p:cNvGrpSpPr/>
        <p:nvPr/>
      </p:nvGrpSpPr>
      <p:grpSpPr>
        <a:xfrm>
          <a:off x="0" y="0"/>
          <a:ext cx="0" cy="0"/>
          <a:chOff x="0" y="0"/>
          <a:chExt cx="0" cy="0"/>
        </a:xfrm>
      </p:grpSpPr>
      <p:sp>
        <p:nvSpPr>
          <p:cNvPr id="2" name="Chapter_titleonly">
            <a:extLst>
              <a:ext uri="{FF2B5EF4-FFF2-40B4-BE49-F238E27FC236}">
                <a16:creationId xmlns:a16="http://schemas.microsoft.com/office/drawing/2014/main" id="{B0C8B8C5-F767-0B03-C680-4DF16170D066}"/>
              </a:ext>
            </a:extLst>
          </p:cNvPr>
          <p:cNvSpPr>
            <a:spLocks noGrp="1"/>
          </p:cNvSpPr>
          <p:nvPr>
            <p:ph type="body" idx="15" hasCustomPrompt="1"/>
          </p:nvPr>
        </p:nvSpPr>
        <p:spPr>
          <a:xfrm>
            <a:off x="259080" y="259200"/>
            <a:ext cx="10452100" cy="388800"/>
          </a:xfrm>
        </p:spPr>
        <p:txBody>
          <a:bodyPr vert="horz" lIns="0" tIns="0" rIns="0" bIns="0" rtlCol="0">
            <a:noAutofit/>
          </a:bodyPr>
          <a:lstStyle>
            <a:lvl1pPr>
              <a:lnSpc>
                <a:spcPct val="89000"/>
              </a:lnSpc>
              <a:spcBef>
                <a:spcPts val="500"/>
              </a:spcBef>
              <a:buNone/>
              <a:defRPr lang="en-US" sz="2400" b="1" kern="1200" baseline="0" noProof="1">
                <a:solidFill>
                  <a:srgbClr val="00B9E5"/>
                </a:solidFill>
                <a:latin typeface="+mj-lt"/>
                <a:ea typeface="+mj-ea"/>
                <a:cs typeface="+mj-cs"/>
              </a:defRPr>
            </a:lvl1pPr>
          </a:lstStyle>
          <a:p>
            <a:pPr marL="0" lvl="0" indent="0">
              <a:spcBef>
                <a:spcPts val="0"/>
              </a:spcBef>
              <a:buFont typeface="Wingdings 3" panose="05040102010807070707" pitchFamily="18" charset="2"/>
            </a:pPr>
            <a:r>
              <a:rPr lang="en-US" noProof="1"/>
              <a:t>Kapitel­überschrift hinzufügen</a:t>
            </a:r>
          </a:p>
        </p:txBody>
      </p:sp>
      <p:sp>
        <p:nvSpPr>
          <p:cNvPr id="24" name="slide_title">
            <a:extLst>
              <a:ext uri="{FF2B5EF4-FFF2-40B4-BE49-F238E27FC236}">
                <a16:creationId xmlns:a16="http://schemas.microsoft.com/office/drawing/2014/main" id="{311701A3-045D-4465-A625-85AD8C2B322E}"/>
              </a:ext>
            </a:extLst>
          </p:cNvPr>
          <p:cNvSpPr>
            <a:spLocks noGrp="1"/>
          </p:cNvSpPr>
          <p:nvPr>
            <p:ph type="title" sz="quarter" hasCustomPrompt="1"/>
          </p:nvPr>
        </p:nvSpPr>
        <p:spPr>
          <a:xfrm>
            <a:off x="259080" y="648000"/>
            <a:ext cx="10452100" cy="388800"/>
          </a:xfrm>
        </p:spPr>
        <p:txBody>
          <a:bodyPr/>
          <a:lstStyle>
            <a:lvl1pPr>
              <a:defRPr lang="en-US" sz="2400" b="1" kern="1200" baseline="0" noProof="1">
                <a:solidFill>
                  <a:srgbClr val="00B9E5"/>
                </a:solidFill>
                <a:latin typeface="+mj-lt"/>
                <a:ea typeface="+mj-ea"/>
                <a:cs typeface="+mj-cs"/>
              </a:defRPr>
            </a:lvl1pPr>
          </a:lstStyle>
          <a:p>
            <a:r>
              <a:rPr lang="en-US" noProof="1"/>
              <a:t>Folienüberschrift hinzufügen</a:t>
            </a:r>
          </a:p>
        </p:txBody>
      </p:sp>
      <p:sp>
        <p:nvSpPr>
          <p:cNvPr id="5" name="Content Placeholder 1"/>
          <p:cNvSpPr>
            <a:spLocks noGrp="1"/>
          </p:cNvSpPr>
          <p:nvPr>
            <p:ph sz="half" idx="1" hasCustomPrompt="1"/>
          </p:nvPr>
        </p:nvSpPr>
        <p:spPr>
          <a:xfrm>
            <a:off x="259080" y="1295399"/>
            <a:ext cx="251587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6" name="Content Placeholder 2"/>
          <p:cNvSpPr>
            <a:spLocks noGrp="1"/>
          </p:cNvSpPr>
          <p:nvPr>
            <p:ph sz="half" idx="3" hasCustomPrompt="1"/>
          </p:nvPr>
        </p:nvSpPr>
        <p:spPr>
          <a:xfrm>
            <a:off x="2904490" y="1295400"/>
            <a:ext cx="251587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7" name="Content Placeholder 3">
            <a:extLst>
              <a:ext uri="{FF2B5EF4-FFF2-40B4-BE49-F238E27FC236}">
                <a16:creationId xmlns:a16="http://schemas.microsoft.com/office/drawing/2014/main" id="{58468F8D-277D-4F1A-84A1-62122010643F}"/>
              </a:ext>
            </a:extLst>
          </p:cNvPr>
          <p:cNvSpPr>
            <a:spLocks noGrp="1"/>
          </p:cNvSpPr>
          <p:nvPr>
            <p:ph sz="half" idx="5" hasCustomPrompt="1"/>
          </p:nvPr>
        </p:nvSpPr>
        <p:spPr>
          <a:xfrm>
            <a:off x="5549900" y="1295399"/>
            <a:ext cx="251587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8" name="Content Placeholder 4"/>
          <p:cNvSpPr>
            <a:spLocks noGrp="1"/>
          </p:cNvSpPr>
          <p:nvPr>
            <p:ph sz="half" idx="7" hasCustomPrompt="1"/>
          </p:nvPr>
        </p:nvSpPr>
        <p:spPr>
          <a:xfrm>
            <a:off x="8195310" y="1295400"/>
            <a:ext cx="251587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9" name="Content Placeholder 5"/>
          <p:cNvSpPr>
            <a:spLocks noGrp="1"/>
          </p:cNvSpPr>
          <p:nvPr>
            <p:ph sz="half" idx="2" hasCustomPrompt="1"/>
          </p:nvPr>
        </p:nvSpPr>
        <p:spPr>
          <a:xfrm>
            <a:off x="259080" y="3444240"/>
            <a:ext cx="251587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0" name="Content Placeholder 6"/>
          <p:cNvSpPr>
            <a:spLocks noGrp="1"/>
          </p:cNvSpPr>
          <p:nvPr>
            <p:ph sz="half" idx="4" hasCustomPrompt="1"/>
          </p:nvPr>
        </p:nvSpPr>
        <p:spPr>
          <a:xfrm>
            <a:off x="2904490" y="3444240"/>
            <a:ext cx="251587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8" name="Content Placeholder 7">
            <a:extLst>
              <a:ext uri="{FF2B5EF4-FFF2-40B4-BE49-F238E27FC236}">
                <a16:creationId xmlns:a16="http://schemas.microsoft.com/office/drawing/2014/main" id="{B143799E-2832-49D7-9953-45BACACA7549}"/>
              </a:ext>
            </a:extLst>
          </p:cNvPr>
          <p:cNvSpPr>
            <a:spLocks noGrp="1"/>
          </p:cNvSpPr>
          <p:nvPr>
            <p:ph sz="half" idx="6" hasCustomPrompt="1"/>
          </p:nvPr>
        </p:nvSpPr>
        <p:spPr>
          <a:xfrm>
            <a:off x="5549900" y="3444240"/>
            <a:ext cx="251587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1" name="Content Placeholder 8"/>
          <p:cNvSpPr>
            <a:spLocks noGrp="1"/>
          </p:cNvSpPr>
          <p:nvPr>
            <p:ph sz="half" idx="8" hasCustomPrompt="1"/>
          </p:nvPr>
        </p:nvSpPr>
        <p:spPr>
          <a:xfrm>
            <a:off x="8195310" y="3444240"/>
            <a:ext cx="2515870" cy="2019300"/>
          </a:xfrm>
        </p:spPr>
        <p:txBody>
          <a:bodyPr/>
          <a:lstStyle>
            <a:lvl1pPr>
              <a:defRPr/>
            </a:lvl1pPr>
          </a:lstStyle>
          <a:p>
            <a:pPr lvl="0"/>
            <a:r>
              <a:rPr lang="en-US" noProof="1"/>
              <a:t>Text hinzufügen</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3" name="Slide Number Placeholder 2"/>
          <p:cNvSpPr>
            <a:spLocks noGrp="1"/>
          </p:cNvSpPr>
          <p:nvPr>
            <p:ph type="sldNum" sz="quarter" idx="12"/>
          </p:nvPr>
        </p:nvSpPr>
        <p:spPr>
          <a:xfrm>
            <a:off x="266699" y="5923478"/>
            <a:ext cx="333801" cy="247137"/>
          </a:xfrm>
          <a:prstGeom prst="rect">
            <a:avLst/>
          </a:prstGeom>
        </p:spPr>
        <p:txBody>
          <a:bodyPr/>
          <a:lstStyle>
            <a:lvl1pPr>
              <a:defRPr kern="0" baseline="0">
                <a:solidFill>
                  <a:schemeClr val="accent3"/>
                </a:solidFill>
              </a:defRPr>
            </a:lvl1pPr>
          </a:lstStyle>
          <a:p>
            <a:fld id="{4898AEC0-503E-4FA4-859C-D0F72D6E3F79}" type="slidenum">
              <a:rPr lang="en-US" noProof="1" dirty="0" smtClean="0"/>
              <a:pPr/>
              <a:t>‹#›</a:t>
            </a:fld>
            <a:endParaRPr lang="en-US" noProof="1"/>
          </a:p>
        </p:txBody>
      </p:sp>
      <p:sp>
        <p:nvSpPr>
          <p:cNvPr id="21" name="Rectangle7">
            <a:extLst>
              <a:ext uri="{FF2B5EF4-FFF2-40B4-BE49-F238E27FC236}">
                <a16:creationId xmlns:a16="http://schemas.microsoft.com/office/drawing/2014/main" id="{60F530EA-2EFB-4DC6-BA26-465D18FD265B}"/>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endParaRPr lang="en-US" sz="550" b="0" i="0" u="none" strike="noStrike" kern="0" baseline="0" noProof="1">
              <a:solidFill>
                <a:srgbClr val="000000"/>
              </a:solidFill>
              <a:latin typeface="+mn-lt"/>
            </a:endParaRPr>
          </a:p>
        </p:txBody>
      </p:sp>
    </p:spTree>
    <p:extLst>
      <p:ext uri="{BB962C8B-B14F-4D97-AF65-F5344CB8AC3E}">
        <p14:creationId xmlns:p14="http://schemas.microsoft.com/office/powerpoint/2010/main" val="1738935278"/>
      </p:ext>
    </p:extLst>
  </p:cSld>
  <p:clrMapOvr>
    <a:masterClrMapping/>
  </p:clrMapOvr>
  <p:extLst>
    <p:ext uri="{DCECCB84-F9BA-43D5-87BE-67443E8EF086}">
      <p15:sldGuideLst xmlns:p15="http://schemas.microsoft.com/office/powerpoint/2012/main">
        <p15:guide id="0" pos="162">
          <p15:clr>
            <a:srgbClr val="FBAE40"/>
          </p15:clr>
        </p15:guide>
        <p15:guide id="1" pos="6744">
          <p15:clr>
            <a:srgbClr val="FBAE40"/>
          </p15:clr>
        </p15:guide>
        <p15:guide id="5" pos="1748">
          <p15:clr>
            <a:srgbClr val="FBAE40"/>
          </p15:clr>
        </p15:guide>
        <p15:guide id="6" pos="1829">
          <p15:clr>
            <a:srgbClr val="FBAE40"/>
          </p15:clr>
        </p15:guide>
        <p15:guide id="7" pos="3414">
          <p15:clr>
            <a:srgbClr val="FBAE40"/>
          </p15:clr>
        </p15:guide>
        <p15:guide id="8" pos="5162">
          <p15:clr>
            <a:srgbClr val="FBAE40"/>
          </p15:clr>
        </p15:guide>
        <p15:guide id="10" orient="horz" pos="162">
          <p15:clr>
            <a:srgbClr val="FBAE40"/>
          </p15:clr>
        </p15:guide>
        <p15:guide id="11" orient="horz" pos="408">
          <p15:clr>
            <a:srgbClr val="FBAE40"/>
          </p15:clr>
        </p15:guide>
        <p15:guide id="14" orient="horz" pos="813">
          <p15:clr>
            <a:srgbClr val="FBAE40"/>
          </p15:clr>
        </p15:guide>
        <p15:guide id="16" pos="3496">
          <p15:clr>
            <a:srgbClr val="FBAE40"/>
          </p15:clr>
        </p15:guide>
        <p15:guide id="17" pos="5080">
          <p15:clr>
            <a:srgbClr val="FBAE40"/>
          </p15:clr>
        </p15:guide>
        <p15:guide id="24" orient="horz" pos="2169">
          <p15:clr>
            <a:srgbClr val="FBAE40"/>
          </p15:clr>
        </p15:guide>
        <p15:guide id="25" orient="horz" pos="3441">
          <p15:clr>
            <a:srgbClr val="FBAE40"/>
          </p15:clr>
        </p15:guide>
        <p15:guide id="31" orient="horz" pos="652">
          <p15:clr>
            <a:srgbClr val="FBAE40"/>
          </p15:clr>
        </p15:guide>
        <p15:guide id="32" orient="horz" pos="2086">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3_Benutzerdefinierte Titelfolie">
    <p:bg>
      <p:bgPr>
        <a:blipFill dpi="0" rotWithShape="1">
          <a:blip r:embed="rId6">
            <a:lum/>
          </a:blip>
          <a:srcRect/>
          <a:stretch>
            <a:fillRect/>
          </a:stretch>
        </a:blipFill>
        <a:effectLst/>
      </p:bgPr>
    </p:bg>
    <p:spTree>
      <p:nvGrpSpPr>
        <p:cNvPr id="1" name=""/>
        <p:cNvGrpSpPr/>
        <p:nvPr/>
      </p:nvGrpSpPr>
      <p:grpSpPr>
        <a:xfrm>
          <a:off x="0" y="0"/>
          <a:ext cx="0" cy="0"/>
          <a:chOff x="0" y="0"/>
          <a:chExt cx="0" cy="0"/>
        </a:xfrm>
      </p:grpSpPr>
      <p:sp>
        <p:nvSpPr>
          <p:cNvPr id="12" name="Rechteck 11">
            <a:extLst>
              <a:ext uri="{FF2B5EF4-FFF2-40B4-BE49-F238E27FC236}">
                <a16:creationId xmlns:a16="http://schemas.microsoft.com/office/drawing/2014/main" id="{C683E0B1-27DF-4B21-928B-818D518D883A}"/>
              </a:ext>
            </a:extLst>
          </p:cNvPr>
          <p:cNvSpPr/>
          <p:nvPr userDrawn="1"/>
        </p:nvSpPr>
        <p:spPr>
          <a:xfrm>
            <a:off x="-634" y="5568950"/>
            <a:ext cx="10970260" cy="610869"/>
          </a:xfrm>
          <a:prstGeom prst="rect">
            <a:avLst/>
          </a:prstGeom>
          <a:solidFill>
            <a:schemeClr val="bg1"/>
          </a:solidFill>
          <a:ln w="9525" cap="flat" cmpd="sng" algn="ctr">
            <a:no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tabLst/>
            </a:pPr>
            <a:endParaRPr kumimoji="0" lang="en-US" sz="1800" b="0" i="0" u="none" strike="noStrike" kern="0" cap="none" spc="0" normalizeH="0" baseline="0" noProof="1">
              <a:ln>
                <a:noFill/>
              </a:ln>
              <a:solidFill>
                <a:srgbClr val="000000"/>
              </a:solidFill>
              <a:effectLst/>
              <a:uLnTx/>
              <a:uFillTx/>
              <a:latin typeface="Bosch Office Sans"/>
              <a:ea typeface="+mn-ea"/>
              <a:cs typeface="+mn-cs"/>
            </a:endParaRPr>
          </a:p>
        </p:txBody>
      </p:sp>
      <p:sp>
        <p:nvSpPr>
          <p:cNvPr id="10" name="Rechteck 9">
            <a:extLst>
              <a:ext uri="{FF2B5EF4-FFF2-40B4-BE49-F238E27FC236}">
                <a16:creationId xmlns:a16="http://schemas.microsoft.com/office/drawing/2014/main" id="{A5A69D4C-A446-4EC6-9EF9-1695CFE39AE5}"/>
              </a:ext>
            </a:extLst>
          </p:cNvPr>
          <p:cNvSpPr/>
          <p:nvPr userDrawn="1">
            <p:custDataLst>
              <p:tags r:id="rId1"/>
            </p:custDataLst>
          </p:nvPr>
        </p:nvSpPr>
        <p:spPr>
          <a:xfrm>
            <a:off x="0" y="5183504"/>
            <a:ext cx="10969625" cy="388620"/>
          </a:xfrm>
          <a:prstGeom prst="rect">
            <a:avLst/>
          </a:prstGeom>
          <a:gradFill flip="none" rotWithShape="1">
            <a:gsLst>
              <a:gs pos="49900">
                <a:schemeClr val="bg1">
                  <a:alpha val="0"/>
                </a:schemeClr>
              </a:gs>
              <a:gs pos="50000">
                <a:srgbClr val="FFFFFF"/>
              </a:gs>
            </a:gsLst>
            <a:lin ang="5286000" scaled="0"/>
            <a:tileRect/>
          </a:gradFill>
          <a:ln w="9525" cap="flat" cmpd="sng" algn="ctr">
            <a:noFill/>
            <a:prstDash val="solid"/>
          </a:ln>
          <a:effectLst/>
          <a:extLst>
            <a:ext uri="{53640926-AAD7-44D8-BBD7-CCE9431645EC}">
              <a14:shadowObscured xmlns:a14="http://schemas.microsoft.com/office/drawing/2010/main"/>
            </a:ext>
          </a:extLst>
        </p:spPr>
        <p:txBody>
          <a:bodyPr wrap="none" lIns="0" tIns="0" rIns="0" bIns="0" rtlCol="0" anchor="t">
            <a:noAutofit/>
          </a:bodyPr>
          <a:lstStyle/>
          <a:p>
            <a:pPr marL="0" marR="0" indent="0" algn="ctr" defTabSz="914400" eaLnBrk="1" fontAlgn="auto" latinLnBrk="0" hangingPunct="1">
              <a:lnSpc>
                <a:spcPct val="100000"/>
              </a:lnSpc>
              <a:spcBef>
                <a:spcPts val="0"/>
              </a:spcBef>
              <a:spcAft>
                <a:spcPts val="0"/>
              </a:spcAft>
              <a:buClrTx/>
              <a:buSzTx/>
              <a:buFontTx/>
              <a:buNone/>
              <a:tabLst/>
            </a:pPr>
            <a:endParaRPr kumimoji="0" lang="en-US" sz="1800" b="0" i="0" u="none" strike="noStrike" kern="0" cap="none" normalizeH="0" baseline="0" noProof="1">
              <a:ln>
                <a:noFill/>
              </a:ln>
              <a:effectLst/>
              <a:uLnTx/>
              <a:uFillTx/>
              <a:latin typeface="Bosch Office Sans"/>
              <a:ea typeface="+mn-ea"/>
              <a:cs typeface="+mn-cs"/>
            </a:endParaRPr>
          </a:p>
        </p:txBody>
      </p:sp>
      <p:sp>
        <p:nvSpPr>
          <p:cNvPr id="11" name="Rechteck 10">
            <a:extLst>
              <a:ext uri="{FF2B5EF4-FFF2-40B4-BE49-F238E27FC236}">
                <a16:creationId xmlns:a16="http://schemas.microsoft.com/office/drawing/2014/main" id="{84F81291-0BB3-4282-999F-8EDFB72BE6B7}"/>
              </a:ext>
            </a:extLst>
          </p:cNvPr>
          <p:cNvSpPr/>
          <p:nvPr userDrawn="1">
            <p:custDataLst>
              <p:tags r:id="rId2"/>
            </p:custDataLst>
          </p:nvPr>
        </p:nvSpPr>
        <p:spPr>
          <a:xfrm>
            <a:off x="0" y="218440"/>
            <a:ext cx="10969625" cy="388620"/>
          </a:xfrm>
          <a:prstGeom prst="rect">
            <a:avLst/>
          </a:prstGeom>
          <a:gradFill flip="none" rotWithShape="1">
            <a:gsLst>
              <a:gs pos="49900">
                <a:srgbClr val="FFFFFF"/>
              </a:gs>
              <a:gs pos="50000">
                <a:srgbClr val="FFFFFF">
                  <a:alpha val="0"/>
                </a:srgbClr>
              </a:gs>
            </a:gsLst>
            <a:lin ang="5286000" scaled="0"/>
            <a:tileRect/>
          </a:gradFill>
          <a:ln w="9525" cap="flat" cmpd="sng" algn="ctr">
            <a:noFill/>
            <a:prstDash val="solid"/>
          </a:ln>
          <a:effectLst/>
          <a:extLst>
            <a:ext uri="{53640926-AAD7-44D8-BBD7-CCE9431645EC}">
              <a14:shadowObscured xmlns:a14="http://schemas.microsoft.com/office/drawing/2010/main"/>
            </a:ext>
          </a:extLst>
        </p:spPr>
        <p:txBody>
          <a:bodyPr wrap="none" lIns="0" tIns="0" rIns="0" bIns="0" rtlCol="0" anchor="t">
            <a:noAutofit/>
          </a:bodyPr>
          <a:lstStyle/>
          <a:p>
            <a:pPr marL="0" marR="0" indent="0" algn="ctr" defTabSz="914400" eaLnBrk="1" fontAlgn="auto" latinLnBrk="0" hangingPunct="1">
              <a:lnSpc>
                <a:spcPct val="100000"/>
              </a:lnSpc>
              <a:spcBef>
                <a:spcPts val="0"/>
              </a:spcBef>
              <a:spcAft>
                <a:spcPts val="0"/>
              </a:spcAft>
              <a:buClrTx/>
              <a:buSzTx/>
              <a:buFontTx/>
              <a:buNone/>
              <a:tabLst/>
            </a:pPr>
            <a:endParaRPr kumimoji="0" lang="en-US" sz="1800" b="0" i="0" u="none" strike="noStrike" kern="0" cap="none" normalizeH="0" baseline="0" noProof="1">
              <a:ln>
                <a:noFill/>
              </a:ln>
              <a:effectLst/>
              <a:uLnTx/>
              <a:uFillTx/>
              <a:latin typeface="Bosch Office Sans"/>
              <a:ea typeface="+mn-ea"/>
              <a:cs typeface="+mn-cs"/>
            </a:endParaRPr>
          </a:p>
        </p:txBody>
      </p:sp>
      <p:sp>
        <p:nvSpPr>
          <p:cNvPr id="5" name="Rechteck 4">
            <a:extLst>
              <a:ext uri="{FF2B5EF4-FFF2-40B4-BE49-F238E27FC236}">
                <a16:creationId xmlns:a16="http://schemas.microsoft.com/office/drawing/2014/main" id="{69269FDD-E19A-4E8A-80DD-C5549C1FB430}"/>
              </a:ext>
            </a:extLst>
          </p:cNvPr>
          <p:cNvSpPr/>
          <p:nvPr userDrawn="1"/>
        </p:nvSpPr>
        <p:spPr>
          <a:xfrm>
            <a:off x="0" y="-1"/>
            <a:ext cx="10969625" cy="218439"/>
          </a:xfrm>
          <a:prstGeom prst="rect">
            <a:avLst/>
          </a:prstGeom>
          <a:solidFill>
            <a:schemeClr val="bg1"/>
          </a:solidFill>
          <a:ln w="9525" cap="flat" cmpd="sng" algn="ctr">
            <a:no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tabLst/>
            </a:pPr>
            <a:endParaRPr kumimoji="0" lang="en-US" sz="1800" b="0" i="0" u="none" strike="noStrike" kern="0" cap="none" spc="0" normalizeH="0" baseline="0" noProof="1">
              <a:ln>
                <a:noFill/>
              </a:ln>
              <a:solidFill>
                <a:srgbClr val="000000"/>
              </a:solidFill>
              <a:effectLst/>
              <a:uLnTx/>
              <a:uFillTx/>
              <a:latin typeface="Bosch Office Sans"/>
              <a:ea typeface="+mn-ea"/>
              <a:cs typeface="+mn-cs"/>
            </a:endParaRPr>
          </a:p>
        </p:txBody>
      </p:sp>
      <p:sp>
        <p:nvSpPr>
          <p:cNvPr id="6" name="Untertitel 2">
            <a:extLst>
              <a:ext uri="{FF2B5EF4-FFF2-40B4-BE49-F238E27FC236}">
                <a16:creationId xmlns:a16="http://schemas.microsoft.com/office/drawing/2014/main" id="{0D84C58A-C176-47E5-9BFB-4C39A331C533}"/>
              </a:ext>
            </a:extLst>
          </p:cNvPr>
          <p:cNvSpPr>
            <a:spLocks noGrp="1"/>
          </p:cNvSpPr>
          <p:nvPr userDrawn="1">
            <p:ph type="subTitle" idx="1" hasCustomPrompt="1"/>
          </p:nvPr>
        </p:nvSpPr>
        <p:spPr>
          <a:xfrm>
            <a:off x="0" y="1407161"/>
            <a:ext cx="5556614" cy="1067282"/>
          </a:xfrm>
          <a:solidFill>
            <a:schemeClr val="accent2"/>
          </a:solidFill>
        </p:spPr>
        <p:txBody>
          <a:bodyPr wrap="none" lIns="190800" tIns="108000" rIns="190800" bIns="126000">
            <a:spAutoFit/>
          </a:bodyPr>
          <a:lstStyle>
            <a:lvl1pPr marL="0" indent="0" algn="l">
              <a:lnSpc>
                <a:spcPct val="90000"/>
              </a:lnSpc>
              <a:spcBef>
                <a:spcPts val="0"/>
              </a:spcBef>
              <a:buNone/>
              <a:defRPr sz="60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1"/>
              <a:t>Bitte Inhalt eingeben</a:t>
            </a:r>
          </a:p>
        </p:txBody>
      </p:sp>
      <p:sp>
        <p:nvSpPr>
          <p:cNvPr id="8" name="Title 1">
            <a:extLst>
              <a:ext uri="{FF2B5EF4-FFF2-40B4-BE49-F238E27FC236}">
                <a16:creationId xmlns:a16="http://schemas.microsoft.com/office/drawing/2014/main" id="{7FD8C3B7-D4C2-49FB-A234-B9EF65EF0E25}"/>
              </a:ext>
            </a:extLst>
          </p:cNvPr>
          <p:cNvSpPr>
            <a:spLocks noGrp="1"/>
          </p:cNvSpPr>
          <p:nvPr userDrawn="1">
            <p:ph type="ctrTitle" hasCustomPrompt="1"/>
          </p:nvPr>
        </p:nvSpPr>
        <p:spPr>
          <a:xfrm>
            <a:off x="561340" y="237491"/>
            <a:ext cx="8805901" cy="1067282"/>
          </a:xfrm>
          <a:solidFill>
            <a:schemeClr val="accent2"/>
          </a:solidFill>
          <a:ln w="0">
            <a:noFill/>
          </a:ln>
          <a:effectLst/>
        </p:spPr>
        <p:txBody>
          <a:bodyPr wrap="none" lIns="190800" tIns="108000" rIns="190800" bIns="126000" anchor="t" anchorCtr="0">
            <a:spAutoFit/>
          </a:bodyPr>
          <a:lstStyle>
            <a:lvl1pPr algn="l">
              <a:lnSpc>
                <a:spcPct val="90000"/>
              </a:lnSpc>
              <a:defRPr sz="6000" b="1" i="0" cap="none" baseline="0">
                <a:solidFill>
                  <a:schemeClr val="bg1"/>
                </a:solidFill>
              </a:defRPr>
            </a:lvl1pPr>
          </a:lstStyle>
          <a:p>
            <a:r>
              <a:rPr lang="en-US" noProof="1"/>
              <a:t>Präs. Titel hinzufügen</a:t>
            </a:r>
          </a:p>
        </p:txBody>
      </p:sp>
      <p:pic>
        <p:nvPicPr>
          <p:cNvPr id="7" name="Grafik 4" descr="logo1_d2.png">
            <a:extLst>
              <a:ext uri="{FF2B5EF4-FFF2-40B4-BE49-F238E27FC236}">
                <a16:creationId xmlns:a16="http://schemas.microsoft.com/office/drawing/2014/main" id="{EFF0EBDE-7B9D-4454-9B44-8763A24EC960}"/>
              </a:ext>
            </a:extLst>
          </p:cNvPr>
          <p:cNvPicPr>
            <a:picLocks noSelect="1"/>
          </p:cNvPicPr>
          <p:nvPr userDrawn="1">
            <p:custDataLst>
              <p:tags r:id="rId3"/>
            </p:custDataLst>
          </p:nvPr>
        </p:nvPicPr>
        <p:blipFill>
          <a:blip r:embed="rId7" cstate="print">
            <a:extLst>
              <a:ext uri="{28A0092B-C50C-407E-A947-70E740481C1C}">
                <a14:useLocalDpi xmlns:a14="http://schemas.microsoft.com/office/drawing/2010/main" val="0"/>
              </a:ext>
            </a:extLst>
          </a:blip>
          <a:stretch>
            <a:fillRect/>
          </a:stretch>
        </p:blipFill>
        <p:spPr>
          <a:xfrm>
            <a:off x="9681210" y="5571490"/>
            <a:ext cx="1046480" cy="443230"/>
          </a:xfrm>
          <a:prstGeom prst="rect">
            <a:avLst/>
          </a:prstGeom>
          <a:ln w="0">
            <a:noFill/>
          </a:ln>
          <a:effectLst/>
        </p:spPr>
      </p:pic>
      <p:pic>
        <p:nvPicPr>
          <p:cNvPr id="9" name="Grafik 3" descr="right_d2.png">
            <a:extLst>
              <a:ext uri="{FF2B5EF4-FFF2-40B4-BE49-F238E27FC236}">
                <a16:creationId xmlns:a16="http://schemas.microsoft.com/office/drawing/2014/main" id="{24DBB17F-A4BD-455D-A654-0625D135562B}"/>
              </a:ext>
            </a:extLst>
          </p:cNvPr>
          <p:cNvPicPr>
            <a:picLocks noSelect="1"/>
          </p:cNvPicPr>
          <p:nvPr userDrawn="1">
            <p:custDataLst>
              <p:tags r:id="rId4"/>
            </p:custDataLst>
          </p:nvPr>
        </p:nvPicPr>
        <p:blipFill>
          <a:blip r:embed="rId8">
            <a:extLst>
              <a:ext uri="{28A0092B-C50C-407E-A947-70E740481C1C}">
                <a14:useLocalDpi xmlns:a14="http://schemas.microsoft.com/office/drawing/2010/main" val="0"/>
              </a:ext>
            </a:extLst>
          </a:blip>
          <a:stretch>
            <a:fillRect/>
          </a:stretch>
        </p:blipFill>
        <p:spPr>
          <a:xfrm>
            <a:off x="0" y="6122670"/>
            <a:ext cx="10970260" cy="57150"/>
          </a:xfrm>
          <a:prstGeom prst="rect">
            <a:avLst/>
          </a:prstGeom>
          <a:ln w="0">
            <a:noFill/>
          </a:ln>
          <a:effectLst/>
        </p:spPr>
      </p:pic>
      <p:sp>
        <p:nvSpPr>
          <p:cNvPr id="3" name="Foliennummernplatzhalter 2">
            <a:extLst>
              <a:ext uri="{FF2B5EF4-FFF2-40B4-BE49-F238E27FC236}">
                <a16:creationId xmlns:a16="http://schemas.microsoft.com/office/drawing/2014/main" id="{AA81DA41-F292-40C5-8B91-FEB3047B8A86}"/>
              </a:ext>
            </a:extLst>
          </p:cNvPr>
          <p:cNvSpPr>
            <a:spLocks noGrp="1"/>
          </p:cNvSpPr>
          <p:nvPr userDrawn="1">
            <p:ph type="sldNum" sz="quarter" idx="12"/>
          </p:nvPr>
        </p:nvSpPr>
        <p:spPr>
          <a:xfrm>
            <a:off x="266700" y="5628640"/>
            <a:ext cx="288290" cy="410210"/>
          </a:xfrm>
          <a:prstGeom prst="rect">
            <a:avLst/>
          </a:prstGeom>
        </p:spPr>
        <p:txBody>
          <a:bodyPr/>
          <a:lstStyle>
            <a:lvl1pPr>
              <a:defRPr>
                <a:solidFill>
                  <a:schemeClr val="accent3"/>
                </a:solidFill>
              </a:defRPr>
            </a:lvl1pPr>
          </a:lstStyle>
          <a:p>
            <a:fld id="{4898AEC0-503E-4FA4-859C-D0F72D6E3F79}" type="slidenum">
              <a:rPr lang="en-US" noProof="1" dirty="0" smtClean="0"/>
              <a:pPr/>
              <a:t>‹#›</a:t>
            </a:fld>
            <a:endParaRPr lang="en-US" noProof="1"/>
          </a:p>
        </p:txBody>
      </p:sp>
      <p:sp>
        <p:nvSpPr>
          <p:cNvPr id="14" name="Bosch_footer_1">
            <a:extLst>
              <a:ext uri="{FF2B5EF4-FFF2-40B4-BE49-F238E27FC236}">
                <a16:creationId xmlns:a16="http://schemas.microsoft.com/office/drawing/2014/main" id="{D1CE8A44-3AC0-472A-8C62-0F0D75D5708D}"/>
              </a:ext>
            </a:extLst>
          </p:cNvPr>
          <p:cNvSpPr txBox="1"/>
          <p:nvPr userDrawn="1"/>
        </p:nvSpPr>
        <p:spPr>
          <a:xfrm>
            <a:off x="593090" y="5643880"/>
            <a:ext cx="9152890" cy="107950"/>
          </a:xfrm>
          <a:prstGeom prst="rect">
            <a:avLst/>
          </a:prstGeom>
          <a:noFill/>
        </p:spPr>
        <p:txBody>
          <a:bodyPr wrap="square" lIns="0" tIns="0" rIns="0" bIns="0" rtlCol="0">
            <a:noAutofit/>
          </a:bodyPr>
          <a:lstStyle/>
          <a:p>
            <a:pPr marR="0" defTabSz="914400" eaLnBrk="1" fontAlgn="auto" latinLnBrk="0" hangingPunct="1">
              <a:lnSpc>
                <a:spcPct val="107000"/>
              </a:lnSpc>
              <a:spcBef>
                <a:spcPts val="0"/>
              </a:spcBef>
              <a:spcAft>
                <a:spcPts val="100"/>
              </a:spcAft>
              <a:buClrTx/>
              <a:buSzTx/>
              <a:buFontTx/>
              <a:buNone/>
              <a:tabLst/>
            </a:pPr>
            <a:r>
              <a:rPr kumimoji="0" lang="en-US" sz="600" b="0" i="0" u="none" strike="noStrike" kern="0" cap="none" spc="0" normalizeH="0" baseline="0" noProof="1">
                <a:ln>
                  <a:noFill/>
                </a:ln>
                <a:solidFill>
                  <a:srgbClr val="002B49"/>
                </a:solidFill>
                <a:effectLst/>
                <a:uLnTx/>
                <a:uFillTx/>
                <a:latin typeface="Bosch Office Sans" pitchFamily="2" charset="0"/>
              </a:rPr>
              <a:t>DC-AT/ESP | 29.03.2023</a:t>
            </a:r>
          </a:p>
        </p:txBody>
      </p:sp>
      <p:sp>
        <p:nvSpPr>
          <p:cNvPr id="15" name="Bosch_footer_2">
            <a:extLst>
              <a:ext uri="{FF2B5EF4-FFF2-40B4-BE49-F238E27FC236}">
                <a16:creationId xmlns:a16="http://schemas.microsoft.com/office/drawing/2014/main" id="{6C61E22E-3D41-4D1A-87CD-07E2A899ACA0}"/>
              </a:ext>
            </a:extLst>
          </p:cNvPr>
          <p:cNvSpPr txBox="1"/>
          <p:nvPr userDrawn="1"/>
        </p:nvSpPr>
        <p:spPr>
          <a:xfrm>
            <a:off x="593090" y="5748656"/>
            <a:ext cx="9152890" cy="215900"/>
          </a:xfrm>
          <a:prstGeom prst="rect">
            <a:avLst/>
          </a:prstGeom>
          <a:noFill/>
        </p:spPr>
        <p:txBody>
          <a:bodyPr wrap="square" lIns="0" tIns="0" rIns="0" bIns="0" rtlCol="0">
            <a:noAutofit/>
          </a:bodyPr>
          <a:lstStyle/>
          <a:p>
            <a:pPr>
              <a:lnSpc>
                <a:spcPct val="120000"/>
              </a:lnSpc>
              <a:spcAft>
                <a:spcPts val="100"/>
              </a:spcAft>
            </a:pPr>
            <a:r>
              <a:rPr lang="de-DE" sz="600" b="0" i="0" u="none" kern="0" baseline="0" noProof="1">
                <a:solidFill>
                  <a:srgbClr val="819EB1"/>
                </a:solidFill>
                <a:latin typeface="Bosch Office Sans" pitchFamily="2" charset="0"/>
              </a:rPr>
              <a:t>© Bosch Rexroth AG 2023. Alle Rechte vorbehalten, auch bzgl. jeder Verfügung, Verwertung, Reproduktion, Bearbeitung, Weitergabe sowie für den Fall von Schutzrechtsanmeldungen.</a:t>
            </a:r>
            <a:endParaRPr lang="en-US" sz="600" b="0" i="0" u="none" kern="0" baseline="0" noProof="1">
              <a:solidFill>
                <a:srgbClr val="819EB1"/>
              </a:solidFill>
              <a:latin typeface="Bosch Office Sans" pitchFamily="2" charset="0"/>
            </a:endParaRPr>
          </a:p>
        </p:txBody>
      </p:sp>
    </p:spTree>
    <p:extLst>
      <p:ext uri="{BB962C8B-B14F-4D97-AF65-F5344CB8AC3E}">
        <p14:creationId xmlns:p14="http://schemas.microsoft.com/office/powerpoint/2010/main" val="1664038091"/>
      </p:ext>
    </p:extLst>
  </p:cSld>
  <p:clrMapOvr>
    <a:masterClrMapping/>
  </p:clrMapOvr>
  <p:extLst>
    <p:ext uri="{DCECCB84-F9BA-43D5-87BE-67443E8EF086}">
      <p15:sldGuideLst xmlns:p15="http://schemas.microsoft.com/office/powerpoint/2012/main">
        <p15:guide id="12" pos="168">
          <p15:clr>
            <a:srgbClr val="FBAE40"/>
          </p15:clr>
        </p15:guide>
        <p15:guide id="15" pos="6139">
          <p15:clr>
            <a:srgbClr val="FBAE40"/>
          </p15:clr>
        </p15:guide>
        <p15:guide id="18" orient="horz" pos="3265">
          <p15:clr>
            <a:srgbClr val="FBAE40"/>
          </p15:clr>
        </p15:guide>
        <p15:guide id="23" orient="horz" pos="884">
          <p15:clr>
            <a:srgbClr val="FBAE40"/>
          </p15:clr>
        </p15:guide>
        <p15:guide id="24" orient="horz" pos="1558">
          <p15:clr>
            <a:srgbClr val="FBAE40"/>
          </p15:clr>
        </p15:guide>
        <p15:guide id="25" orient="horz" pos="149">
          <p15:clr>
            <a:srgbClr val="FBAE40"/>
          </p15:clr>
        </p15:guide>
        <p15:guide id="26" orient="horz" pos="821">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4_Title image ">
    <p:bg>
      <p:bgPr>
        <a:solidFill>
          <a:schemeClr val="bg1"/>
        </a:solidFill>
        <a:effectLst/>
      </p:bgPr>
    </p:bg>
    <p:spTree>
      <p:nvGrpSpPr>
        <p:cNvPr id="1" name=""/>
        <p:cNvGrpSpPr/>
        <p:nvPr/>
      </p:nvGrpSpPr>
      <p:grpSpPr>
        <a:xfrm>
          <a:off x="0" y="0"/>
          <a:ext cx="0" cy="0"/>
          <a:chOff x="0" y="0"/>
          <a:chExt cx="0" cy="0"/>
        </a:xfrm>
      </p:grpSpPr>
      <p:pic>
        <p:nvPicPr>
          <p:cNvPr id="2" name="Logo">
            <a:extLst>
              <a:ext uri="{FF2B5EF4-FFF2-40B4-BE49-F238E27FC236}">
                <a16:creationId xmlns:a16="http://schemas.microsoft.com/office/drawing/2014/main" id="{88040321-5159-B1E3-A5D4-F3AB2088801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702038" y="5592014"/>
            <a:ext cx="1009142" cy="405130"/>
          </a:xfrm>
          <a:prstGeom prst="rect">
            <a:avLst/>
          </a:prstGeom>
        </p:spPr>
      </p:pic>
      <p:sp>
        <p:nvSpPr>
          <p:cNvPr id="5" name="Bildplatzhalter 4">
            <a:extLst>
              <a:ext uri="{FF2B5EF4-FFF2-40B4-BE49-F238E27FC236}">
                <a16:creationId xmlns:a16="http://schemas.microsoft.com/office/drawing/2014/main" id="{C07D8637-53DC-E110-5837-5249EC2B8527}"/>
              </a:ext>
            </a:extLst>
          </p:cNvPr>
          <p:cNvSpPr>
            <a:spLocks noGrp="1"/>
          </p:cNvSpPr>
          <p:nvPr>
            <p:ph type="pic" sz="quarter" idx="2" hasCustomPrompt="1"/>
          </p:nvPr>
        </p:nvSpPr>
        <p:spPr>
          <a:xfrm>
            <a:off x="-1" y="349201"/>
            <a:ext cx="10969626" cy="5821413"/>
          </a:xfrm>
          <a:custGeom>
            <a:avLst/>
            <a:gdLst>
              <a:gd name="connsiteX0" fmla="*/ 1 w 10969626"/>
              <a:gd name="connsiteY0" fmla="*/ 5821200 h 5821413"/>
              <a:gd name="connsiteX1" fmla="*/ 2 w 10969626"/>
              <a:gd name="connsiteY1" fmla="*/ 5821200 h 5821413"/>
              <a:gd name="connsiteX2" fmla="*/ 2 w 10969626"/>
              <a:gd name="connsiteY2" fmla="*/ 5821412 h 5821413"/>
              <a:gd name="connsiteX3" fmla="*/ 10969626 w 10969626"/>
              <a:gd name="connsiteY3" fmla="*/ 5821412 h 5821413"/>
              <a:gd name="connsiteX4" fmla="*/ 10969626 w 10969626"/>
              <a:gd name="connsiteY4" fmla="*/ 5821413 h 5821413"/>
              <a:gd name="connsiteX5" fmla="*/ 1 w 10969626"/>
              <a:gd name="connsiteY5" fmla="*/ 5821413 h 5821413"/>
              <a:gd name="connsiteX6" fmla="*/ 10969625 w 10969626"/>
              <a:gd name="connsiteY6" fmla="*/ 0 h 5821413"/>
              <a:gd name="connsiteX7" fmla="*/ 10969625 w 10969626"/>
              <a:gd name="connsiteY7" fmla="*/ 4903412 h 5821413"/>
              <a:gd name="connsiteX8" fmla="*/ 2 w 10969626"/>
              <a:gd name="connsiteY8" fmla="*/ 5472212 h 5821413"/>
              <a:gd name="connsiteX9" fmla="*/ 2 w 10969626"/>
              <a:gd name="connsiteY9" fmla="*/ 5472213 h 5821413"/>
              <a:gd name="connsiteX10" fmla="*/ 1 w 10969626"/>
              <a:gd name="connsiteY10" fmla="*/ 5472213 h 5821413"/>
              <a:gd name="connsiteX11" fmla="*/ 1 w 10969626"/>
              <a:gd name="connsiteY11" fmla="*/ 5821200 h 5821413"/>
              <a:gd name="connsiteX12" fmla="*/ 0 w 10969626"/>
              <a:gd name="connsiteY12" fmla="*/ 5821200 h 5821413"/>
              <a:gd name="connsiteX13" fmla="*/ 0 w 10969626"/>
              <a:gd name="connsiteY13" fmla="*/ 568800 h 5821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969626" h="5821413">
                <a:moveTo>
                  <a:pt x="1" y="5821200"/>
                </a:moveTo>
                <a:lnTo>
                  <a:pt x="2" y="5821200"/>
                </a:lnTo>
                <a:lnTo>
                  <a:pt x="2" y="5821412"/>
                </a:lnTo>
                <a:lnTo>
                  <a:pt x="10969626" y="5821412"/>
                </a:lnTo>
                <a:lnTo>
                  <a:pt x="10969626" y="5821413"/>
                </a:lnTo>
                <a:lnTo>
                  <a:pt x="1" y="5821413"/>
                </a:lnTo>
                <a:close/>
                <a:moveTo>
                  <a:pt x="10969625" y="0"/>
                </a:moveTo>
                <a:lnTo>
                  <a:pt x="10969625" y="4903412"/>
                </a:lnTo>
                <a:lnTo>
                  <a:pt x="2" y="5472212"/>
                </a:lnTo>
                <a:lnTo>
                  <a:pt x="2" y="5472213"/>
                </a:lnTo>
                <a:lnTo>
                  <a:pt x="1" y="5472213"/>
                </a:lnTo>
                <a:lnTo>
                  <a:pt x="1" y="5821200"/>
                </a:lnTo>
                <a:lnTo>
                  <a:pt x="0" y="5821200"/>
                </a:lnTo>
                <a:lnTo>
                  <a:pt x="0" y="568800"/>
                </a:lnTo>
                <a:close/>
              </a:path>
            </a:pathLst>
          </a:custGeom>
          <a:solidFill>
            <a:srgbClr val="FFE6E7"/>
          </a:solidFill>
        </p:spPr>
        <p:txBody>
          <a:bodyPr wrap="square" anchor="ctr">
            <a:noAutofit/>
          </a:bodyPr>
          <a:lstStyle>
            <a:lvl1pPr marL="0" indent="0" algn="ctr">
              <a:lnSpc>
                <a:spcPct val="550000"/>
              </a:lnSpc>
              <a:spcBef>
                <a:spcPts val="0"/>
              </a:spcBef>
              <a:buNone/>
              <a:defRPr sz="1200"/>
            </a:lvl1pPr>
          </a:lstStyle>
          <a:p>
            <a:r>
              <a:rPr lang="en-US"/>
              <a:t>Bild hinzufügen</a:t>
            </a:r>
          </a:p>
        </p:txBody>
      </p:sp>
      <p:sp>
        <p:nvSpPr>
          <p:cNvPr id="6" name="Subtitle 2">
            <a:extLst>
              <a:ext uri="{FF2B5EF4-FFF2-40B4-BE49-F238E27FC236}">
                <a16:creationId xmlns:a16="http://schemas.microsoft.com/office/drawing/2014/main" id="{0D84C58A-C176-47E5-9BFB-4C39A331C533}"/>
              </a:ext>
            </a:extLst>
          </p:cNvPr>
          <p:cNvSpPr>
            <a:spLocks noGrp="1"/>
          </p:cNvSpPr>
          <p:nvPr userDrawn="1">
            <p:ph type="subTitle" idx="1" hasCustomPrompt="1"/>
          </p:nvPr>
        </p:nvSpPr>
        <p:spPr>
          <a:xfrm>
            <a:off x="0" y="1443656"/>
            <a:ext cx="5159767" cy="1093374"/>
          </a:xfrm>
          <a:solidFill>
            <a:schemeClr val="accent2"/>
          </a:solidFill>
        </p:spPr>
        <p:txBody>
          <a:bodyPr wrap="none" lIns="273600" tIns="208800" rIns="273600" bIns="61200">
            <a:spAutoFit/>
          </a:bodyPr>
          <a:lstStyle>
            <a:lvl1pPr marL="0" indent="0" algn="l">
              <a:lnSpc>
                <a:spcPts val="6400"/>
              </a:lnSpc>
              <a:spcBef>
                <a:spcPts val="0"/>
              </a:spcBef>
              <a:buNone/>
              <a:defRPr sz="6000" b="1">
                <a:solidFill>
                  <a:schemeClr val="accent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1"/>
              <a:t>Bitte Inhalt eingeben</a:t>
            </a:r>
          </a:p>
        </p:txBody>
      </p:sp>
      <p:sp>
        <p:nvSpPr>
          <p:cNvPr id="8" name="Title 1">
            <a:extLst>
              <a:ext uri="{FF2B5EF4-FFF2-40B4-BE49-F238E27FC236}">
                <a16:creationId xmlns:a16="http://schemas.microsoft.com/office/drawing/2014/main" id="{7FD8C3B7-D4C2-49FB-A234-B9EF65EF0E25}"/>
              </a:ext>
            </a:extLst>
          </p:cNvPr>
          <p:cNvSpPr>
            <a:spLocks noGrp="1"/>
          </p:cNvSpPr>
          <p:nvPr userDrawn="1">
            <p:ph type="ctrTitle" hasCustomPrompt="1"/>
          </p:nvPr>
        </p:nvSpPr>
        <p:spPr>
          <a:xfrm>
            <a:off x="1090800" y="259199"/>
            <a:ext cx="8103650" cy="1093374"/>
          </a:xfrm>
          <a:solidFill>
            <a:schemeClr val="accent2"/>
          </a:solidFill>
          <a:ln w="0">
            <a:noFill/>
          </a:ln>
          <a:effectLst/>
        </p:spPr>
        <p:txBody>
          <a:bodyPr wrap="none" lIns="273600" tIns="208800" rIns="273600" bIns="61200" anchor="t" anchorCtr="0">
            <a:spAutoFit/>
          </a:bodyPr>
          <a:lstStyle>
            <a:lvl1pPr algn="l">
              <a:lnSpc>
                <a:spcPts val="6400"/>
              </a:lnSpc>
              <a:defRPr sz="6000" b="1" i="0" cap="none" baseline="0">
                <a:solidFill>
                  <a:schemeClr val="accent1"/>
                </a:solidFill>
                <a:latin typeface="+mj-lt"/>
              </a:defRPr>
            </a:lvl1pPr>
          </a:lstStyle>
          <a:p>
            <a:r>
              <a:rPr lang="en-US" noProof="1"/>
              <a:t>Präs. Titel hinzufügen</a:t>
            </a:r>
          </a:p>
        </p:txBody>
      </p:sp>
    </p:spTree>
    <p:extLst>
      <p:ext uri="{BB962C8B-B14F-4D97-AF65-F5344CB8AC3E}">
        <p14:creationId xmlns:p14="http://schemas.microsoft.com/office/powerpoint/2010/main" val="3803375946"/>
      </p:ext>
    </p:extLst>
  </p:cSld>
  <p:clrMapOvr>
    <a:masterClrMapping/>
  </p:clrMapOvr>
  <p:extLst>
    <p:ext uri="{DCECCB84-F9BA-43D5-87BE-67443E8EF086}">
      <p15:sldGuideLst xmlns:p15="http://schemas.microsoft.com/office/powerpoint/2012/main">
        <p15:guide id="12" pos="168">
          <p15:clr>
            <a:srgbClr val="FBAE40"/>
          </p15:clr>
        </p15:guide>
        <p15:guide id="15" pos="6744">
          <p15:clr>
            <a:srgbClr val="FBAE40"/>
          </p15:clr>
        </p15:guide>
        <p15:guide id="18" orient="horz" pos="3436">
          <p15:clr>
            <a:srgbClr val="FBAE40"/>
          </p15:clr>
        </p15:guide>
        <p15:guide id="23" orient="horz" pos="854">
          <p15:clr>
            <a:srgbClr val="FBAE40"/>
          </p15:clr>
        </p15:guide>
        <p15:guide id="24" orient="horz" pos="1599">
          <p15:clr>
            <a:srgbClr val="FBAE40"/>
          </p15:clr>
        </p15:guide>
        <p15:guide id="25" orient="horz" pos="159">
          <p15:clr>
            <a:srgbClr val="FBAE40"/>
          </p15:clr>
        </p15:guide>
        <p15:guide id="26" orient="horz" pos="908">
          <p15:clr>
            <a:srgbClr val="FBAE40"/>
          </p15:clr>
        </p15:guide>
        <p15:guide id="27">
          <p15:clr>
            <a:srgbClr val="FBAE4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74" Type="http://schemas.openxmlformats.org/officeDocument/2006/relationships/slideLayout" Target="../slideLayouts/slideLayout74.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image" Target="../media/image1.emf"/><Relationship Id="rId7" Type="http://schemas.openxmlformats.org/officeDocument/2006/relationships/slideLayout" Target="../slideLayouts/slideLayout7.xml"/><Relationship Id="rId71" Type="http://schemas.openxmlformats.org/officeDocument/2006/relationships/slideLayout" Target="../slideLayouts/slideLayout7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Rectangle7" hidden="1">
            <a:extLst>
              <a:ext uri="{FF2B5EF4-FFF2-40B4-BE49-F238E27FC236}">
                <a16:creationId xmlns:a16="http://schemas.microsoft.com/office/drawing/2014/main" id="{B5DDFCCF-CB5E-2AE4-A2CB-FD03DDD39D1F}"/>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%attachmentremark%</a:t>
            </a:r>
          </a:p>
        </p:txBody>
      </p:sp>
      <p:sp>
        <p:nvSpPr>
          <p:cNvPr id="9" name="Footer" hidden="1">
            <a:extLst>
              <a:ext uri="{FF2B5EF4-FFF2-40B4-BE49-F238E27FC236}">
                <a16:creationId xmlns:a16="http://schemas.microsoft.com/office/drawing/2014/main" id="{49B7D0DB-D891-4F39-A1EB-81FDAB75CF1C}"/>
              </a:ext>
            </a:extLst>
          </p:cNvPr>
          <p:cNvSpPr txBox="1"/>
          <p:nvPr userDrawn="1"/>
        </p:nvSpPr>
        <p:spPr>
          <a:xfrm>
            <a:off x="833447" y="5351272"/>
            <a:ext cx="9152890" cy="107950"/>
          </a:xfrm>
          <a:prstGeom prst="rect">
            <a:avLst/>
          </a:prstGeom>
          <a:noFill/>
        </p:spPr>
        <p:txBody>
          <a:bodyPr wrap="square" lIns="0" tIns="0" rIns="0" bIns="0" rtlCol="0">
            <a:noAutofit/>
          </a:bodyPr>
          <a:lstStyle/>
          <a:p>
            <a:pPr marL="0" marR="0" lvl="0" indent="0" algn="l" defTabSz="914400" rtl="0" eaLnBrk="1" fontAlgn="auto" latinLnBrk="0" hangingPunct="1">
              <a:lnSpc>
                <a:spcPct val="107000"/>
              </a:lnSpc>
              <a:spcBef>
                <a:spcPts val="0"/>
              </a:spcBef>
              <a:spcAft>
                <a:spcPts val="100"/>
              </a:spcAft>
              <a:buClrTx/>
              <a:buSzTx/>
              <a:buFontTx/>
              <a:buNone/>
              <a:tabLst/>
              <a:defRPr/>
            </a:pPr>
            <a:r>
              <a:rPr lang="en-US" sz="600" b="1" kern="0" baseline="0" noProof="1">
                <a:solidFill>
                  <a:srgbClr val="D70012"/>
                </a:solidFill>
                <a:latin typeface="+mn-lt"/>
              </a:rPr>
              <a:t>%confidentiality%</a:t>
            </a:r>
            <a:r>
              <a:rPr lang="en-US" sz="600" kern="0" baseline="0" noProof="1">
                <a:solidFill>
                  <a:srgbClr val="A3BAC8"/>
                </a:solidFill>
                <a:latin typeface="+mn-lt"/>
              </a:rPr>
              <a:t>%businessunit%%departmentshort%%dateformat%%repositoryremark%%copyright%</a:t>
            </a:r>
          </a:p>
          <a:p>
            <a:pPr marL="0" marR="0" lvl="0" indent="0" algn="l" defTabSz="914400" rtl="0" eaLnBrk="1" fontAlgn="auto" latinLnBrk="0" hangingPunct="1">
              <a:lnSpc>
                <a:spcPct val="107000"/>
              </a:lnSpc>
              <a:spcBef>
                <a:spcPts val="0"/>
              </a:spcBef>
              <a:spcAft>
                <a:spcPts val="100"/>
              </a:spcAft>
              <a:buClrTx/>
              <a:buSzTx/>
              <a:buFontTx/>
              <a:buNone/>
              <a:tabLst/>
              <a:defRPr/>
            </a:pPr>
            <a:endParaRPr lang="en-US" sz="600" kern="0" baseline="0" noProof="1">
              <a:solidFill>
                <a:schemeClr val="accent1"/>
              </a:solidFill>
              <a:latin typeface="+mn-lt"/>
            </a:endParaRPr>
          </a:p>
        </p:txBody>
      </p:sp>
      <p:sp>
        <p:nvSpPr>
          <p:cNvPr id="2" name="Title Placeholder 1"/>
          <p:cNvSpPr>
            <a:spLocks noGrp="1"/>
          </p:cNvSpPr>
          <p:nvPr>
            <p:ph type="title"/>
          </p:nvPr>
        </p:nvSpPr>
        <p:spPr>
          <a:xfrm>
            <a:off x="259080" y="648000"/>
            <a:ext cx="10452100" cy="388800"/>
          </a:xfrm>
          <a:prstGeom prst="rect">
            <a:avLst/>
          </a:prstGeom>
        </p:spPr>
        <p:txBody>
          <a:bodyPr vert="horz" lIns="0" tIns="0" rIns="0" bIns="0" rtlCol="0" anchor="t" anchorCtr="0">
            <a:noAutofit/>
          </a:bodyPr>
          <a:lstStyle/>
          <a:p>
            <a:r>
              <a:rPr lang="en-US" noProof="1"/>
              <a:t>Folienüberschrift hinzufügen</a:t>
            </a:r>
          </a:p>
        </p:txBody>
      </p:sp>
      <p:sp>
        <p:nvSpPr>
          <p:cNvPr id="3" name="Text Placeholder 2"/>
          <p:cNvSpPr>
            <a:spLocks noGrp="1"/>
          </p:cNvSpPr>
          <p:nvPr>
            <p:ph type="body" idx="1"/>
          </p:nvPr>
        </p:nvSpPr>
        <p:spPr>
          <a:xfrm>
            <a:off x="259081" y="1296000"/>
            <a:ext cx="10451783" cy="4167540"/>
          </a:xfrm>
          <a:prstGeom prst="rect">
            <a:avLst/>
          </a:prstGeom>
        </p:spPr>
        <p:txBody>
          <a:bodyPr vert="horz" lIns="0" tIns="0" rIns="0" bIns="0" rtlCol="0">
            <a:noAutofit/>
          </a:bodyPr>
          <a:lstStyle/>
          <a:p>
            <a:pPr lvl="0"/>
            <a:r>
              <a:rPr lang="en-US" noProof="1"/>
              <a:t>Text hinzufügen</a:t>
            </a:r>
          </a:p>
          <a:p>
            <a:pPr lvl="1"/>
            <a:r>
              <a:rPr lang="en-US" noProof="1"/>
              <a:t>Second level</a:t>
            </a:r>
          </a:p>
          <a:p>
            <a:pPr lvl="2"/>
            <a:r>
              <a:rPr lang="en-US" noProof="1"/>
              <a:t>Third level</a:t>
            </a:r>
          </a:p>
          <a:p>
            <a:pPr lvl="3"/>
            <a:r>
              <a:rPr lang="en-US" noProof="1"/>
              <a:t>Fourth level</a:t>
            </a:r>
          </a:p>
          <a:p>
            <a:pPr lvl="4"/>
            <a:r>
              <a:rPr lang="en-US" noProof="1"/>
              <a:t>Fifth level</a:t>
            </a:r>
          </a:p>
          <a:p>
            <a:pPr lvl="5"/>
            <a:r>
              <a:rPr lang="en-US" noProof="1"/>
              <a:t>Sixth level</a:t>
            </a:r>
          </a:p>
          <a:p>
            <a:pPr lvl="6"/>
            <a:r>
              <a:rPr lang="en-US" noProof="1"/>
              <a:t>Seventh level</a:t>
            </a:r>
          </a:p>
          <a:p>
            <a:pPr lvl="7"/>
            <a:r>
              <a:rPr lang="en-US" noProof="1"/>
              <a:t>Eighth level</a:t>
            </a:r>
          </a:p>
          <a:p>
            <a:pPr lvl="8"/>
            <a:r>
              <a:rPr lang="en-US" noProof="1"/>
              <a:t>Ninth level</a:t>
            </a:r>
          </a:p>
        </p:txBody>
      </p:sp>
      <p:sp>
        <p:nvSpPr>
          <p:cNvPr id="5" name="Footer">
            <a:extLst>
              <a:ext uri="{FF2B5EF4-FFF2-40B4-BE49-F238E27FC236}">
                <a16:creationId xmlns:a16="http://schemas.microsoft.com/office/drawing/2014/main" id="{EA78BAC4-FC81-4715-BED8-605625FA39A4}"/>
              </a:ext>
            </a:extLst>
          </p:cNvPr>
          <p:cNvSpPr txBox="1"/>
          <p:nvPr userDrawn="1"/>
        </p:nvSpPr>
        <p:spPr>
          <a:xfrm>
            <a:off x="593090" y="5935261"/>
            <a:ext cx="8850948" cy="122116"/>
          </a:xfrm>
          <a:prstGeom prst="rect">
            <a:avLst/>
          </a:prstGeom>
          <a:noFill/>
        </p:spPr>
        <p:txBody>
          <a:bodyPr wrap="square" lIns="0" tIns="0" rIns="0" bIns="0" rtlCol="0">
            <a:noAutofit/>
          </a:bodyPr>
          <a:lstStyle/>
          <a:p>
            <a:pPr marL="0" marR="0" lvl="0" indent="0" algn="l" defTabSz="914400" rtl="0" eaLnBrk="1" fontAlgn="auto" latinLnBrk="0" hangingPunct="1">
              <a:lnSpc>
                <a:spcPct val="107000"/>
              </a:lnSpc>
              <a:spcBef>
                <a:spcPts val="0"/>
              </a:spcBef>
              <a:spcAft>
                <a:spcPts val="100"/>
              </a:spcAft>
              <a:buClrTx/>
              <a:buSzTx/>
              <a:buFontTx/>
              <a:buNone/>
              <a:tabLst/>
              <a:defRPr/>
            </a:pPr>
            <a:r>
              <a:rPr lang="en-US" sz="600" kern="0" baseline="0" noProof="1">
                <a:solidFill>
                  <a:srgbClr val="A3BAC8"/>
                </a:solidFill>
                <a:latin typeface="+mn-lt"/>
              </a:rPr>
              <a:t>DC-AT/ESP1 | 06.06.2023 | © Bosch Rexroth AG 2023. Alle Rechte vorbehalten, auch bzgl. jeder Verfügung, Verwertung, Reproduktion, Bearbeitung, Weitergabe sowie für den Fall von Schutzrechtsanmeldungen.</a:t>
            </a:r>
          </a:p>
          <a:p>
            <a:pPr marL="0" marR="0" lvl="0" indent="0" algn="l" defTabSz="914400" rtl="0" eaLnBrk="1" fontAlgn="auto" latinLnBrk="0" hangingPunct="1">
              <a:lnSpc>
                <a:spcPct val="107000"/>
              </a:lnSpc>
              <a:spcBef>
                <a:spcPts val="0"/>
              </a:spcBef>
              <a:spcAft>
                <a:spcPts val="100"/>
              </a:spcAft>
              <a:buClrTx/>
              <a:buSzTx/>
              <a:buFontTx/>
              <a:buNone/>
              <a:tabLst/>
              <a:defRPr/>
            </a:pPr>
            <a:endParaRPr lang="en-US" sz="600" kern="0" baseline="0" noProof="1">
              <a:solidFill>
                <a:schemeClr val="accent1"/>
              </a:solidFill>
              <a:latin typeface="+mn-lt"/>
            </a:endParaRPr>
          </a:p>
          <a:p>
            <a:pPr marR="0" defTabSz="914400" eaLnBrk="1" fontAlgn="auto" latinLnBrk="0" hangingPunct="1">
              <a:lnSpc>
                <a:spcPct val="107000"/>
              </a:lnSpc>
              <a:spcBef>
                <a:spcPts val="0"/>
              </a:spcBef>
              <a:spcAft>
                <a:spcPts val="100"/>
              </a:spcAft>
              <a:buClrTx/>
              <a:buSzTx/>
              <a:buFontTx/>
              <a:buNone/>
              <a:tabLst/>
            </a:pPr>
            <a:endParaRPr kumimoji="0" lang="en-US" sz="600" b="0" i="0" u="none" strike="noStrike" kern="0" cap="none" spc="0" normalizeH="0" baseline="0" noProof="1">
              <a:ln>
                <a:noFill/>
              </a:ln>
              <a:solidFill>
                <a:srgbClr val="000000"/>
              </a:solidFill>
              <a:effectLst/>
              <a:uLnTx/>
              <a:uFillTx/>
              <a:latin typeface="+mn-lt"/>
            </a:endParaRPr>
          </a:p>
        </p:txBody>
      </p:sp>
      <p:sp>
        <p:nvSpPr>
          <p:cNvPr id="12" name="Slide Number Placeholder 4">
            <a:extLst>
              <a:ext uri="{FF2B5EF4-FFF2-40B4-BE49-F238E27FC236}">
                <a16:creationId xmlns:a16="http://schemas.microsoft.com/office/drawing/2014/main" id="{F1A5E6DA-07DF-450E-B436-800FB8769CDB}"/>
              </a:ext>
            </a:extLst>
          </p:cNvPr>
          <p:cNvSpPr>
            <a:spLocks noGrp="1"/>
          </p:cNvSpPr>
          <p:nvPr>
            <p:ph type="sldNum" sz="quarter" idx="12"/>
          </p:nvPr>
        </p:nvSpPr>
        <p:spPr>
          <a:xfrm>
            <a:off x="266699" y="5923476"/>
            <a:ext cx="333801" cy="247137"/>
          </a:xfrm>
          <a:prstGeom prst="rect">
            <a:avLst/>
          </a:prstGeom>
        </p:spPr>
        <p:txBody>
          <a:bodyPr wrap="none" lIns="0" tIns="0" rIns="0" bIns="0"/>
          <a:lstStyle>
            <a:lvl1pPr>
              <a:defRPr sz="1000" b="1" kern="0" baseline="0">
                <a:solidFill>
                  <a:schemeClr val="accent3"/>
                </a:solidFill>
                <a:latin typeface="+mj-lt"/>
              </a:defRPr>
            </a:lvl1pPr>
          </a:lstStyle>
          <a:p>
            <a:fld id="{4898AEC0-503E-4FA4-859C-D0F72D6E3F79}" type="slidenum">
              <a:rPr lang="en-US" noProof="1" smtClean="0"/>
              <a:pPr/>
              <a:t>‹#›</a:t>
            </a:fld>
            <a:endParaRPr lang="en-US" noProof="1"/>
          </a:p>
        </p:txBody>
      </p:sp>
      <p:pic>
        <p:nvPicPr>
          <p:cNvPr id="4" name="Logo">
            <a:extLst>
              <a:ext uri="{FF2B5EF4-FFF2-40B4-BE49-F238E27FC236}">
                <a16:creationId xmlns:a16="http://schemas.microsoft.com/office/drawing/2014/main" id="{CB9C1E17-1D5C-EA2F-6D84-A9E6F1934A2D}"/>
              </a:ext>
            </a:extLst>
          </p:cNvPr>
          <p:cNvPicPr>
            <a:picLocks noChangeAspect="1"/>
          </p:cNvPicPr>
          <p:nvPr userDrawn="1"/>
        </p:nvPicPr>
        <p:blipFill>
          <a:blip r:embed="rId76">
            <a:extLst>
              <a:ext uri="{28A0092B-C50C-407E-A947-70E740481C1C}">
                <a14:useLocalDpi xmlns:a14="http://schemas.microsoft.com/office/drawing/2010/main" val="0"/>
              </a:ext>
            </a:extLst>
          </a:blip>
          <a:stretch>
            <a:fillRect/>
          </a:stretch>
        </p:blipFill>
        <p:spPr>
          <a:xfrm>
            <a:off x="9702038" y="5592014"/>
            <a:ext cx="1009142" cy="405130"/>
          </a:xfrm>
          <a:prstGeom prst="rect">
            <a:avLst/>
          </a:prstGeom>
        </p:spPr>
      </p:pic>
    </p:spTree>
    <p:extLst>
      <p:ext uri="{BB962C8B-B14F-4D97-AF65-F5344CB8AC3E}">
        <p14:creationId xmlns:p14="http://schemas.microsoft.com/office/powerpoint/2010/main" val="851553184"/>
      </p:ext>
    </p:extLst>
  </p:cSld>
  <p:clrMap bg1="lt1" tx1="dk1" bg2="lt2" tx2="dk2" accent1="accent1" accent2="accent2" accent3="accent3" accent4="accent4" accent5="accent5" accent6="accent6" hlink="hlink" folHlink="folHlink"/>
  <p:sldLayoutIdLst>
    <p:sldLayoutId id="2147483748" r:id="rId1"/>
    <p:sldLayoutId id="2147483710" r:id="rId2"/>
    <p:sldLayoutId id="2147483742" r:id="rId3"/>
    <p:sldLayoutId id="2147483749" r:id="rId4"/>
    <p:sldLayoutId id="2147483746" r:id="rId5"/>
    <p:sldLayoutId id="2147483750" r:id="rId6"/>
    <p:sldLayoutId id="2147483727" r:id="rId7"/>
    <p:sldLayoutId id="2147483751" r:id="rId8"/>
    <p:sldLayoutId id="2147483744" r:id="rId9"/>
    <p:sldLayoutId id="2147483752" r:id="rId10"/>
    <p:sldLayoutId id="2147483724" r:id="rId11"/>
    <p:sldLayoutId id="2147483757" r:id="rId12"/>
    <p:sldLayoutId id="2147483723" r:id="rId13"/>
    <p:sldLayoutId id="2147483758" r:id="rId14"/>
    <p:sldLayoutId id="2147483734" r:id="rId15"/>
    <p:sldLayoutId id="2147483759" r:id="rId16"/>
    <p:sldLayoutId id="2147483760" r:id="rId17"/>
    <p:sldLayoutId id="2147483763" r:id="rId18"/>
    <p:sldLayoutId id="2147483713" r:id="rId19"/>
    <p:sldLayoutId id="2147483721" r:id="rId20"/>
    <p:sldLayoutId id="2147483764" r:id="rId21"/>
    <p:sldLayoutId id="2147483761" r:id="rId22"/>
    <p:sldLayoutId id="2147483753" r:id="rId23"/>
    <p:sldLayoutId id="2147483726" r:id="rId24"/>
    <p:sldLayoutId id="2147483754" r:id="rId25"/>
    <p:sldLayoutId id="2147483728" r:id="rId26"/>
    <p:sldLayoutId id="2147483755" r:id="rId27"/>
    <p:sldLayoutId id="2147483729" r:id="rId28"/>
    <p:sldLayoutId id="2147483756" r:id="rId29"/>
    <p:sldLayoutId id="2147483745" r:id="rId30"/>
    <p:sldLayoutId id="2147483768" r:id="rId31"/>
    <p:sldLayoutId id="2147483783" r:id="rId32"/>
    <p:sldLayoutId id="2147483787" r:id="rId33"/>
    <p:sldLayoutId id="2147483805" r:id="rId34"/>
    <p:sldLayoutId id="2147483806" r:id="rId35"/>
    <p:sldLayoutId id="2147483807" r:id="rId36"/>
    <p:sldLayoutId id="2147483808" r:id="rId37"/>
    <p:sldLayoutId id="2147483809" r:id="rId38"/>
    <p:sldLayoutId id="2147483810" r:id="rId39"/>
    <p:sldLayoutId id="2147483811" r:id="rId40"/>
    <p:sldLayoutId id="2147483812" r:id="rId41"/>
    <p:sldLayoutId id="2147483813" r:id="rId42"/>
    <p:sldLayoutId id="2147483819" r:id="rId43"/>
    <p:sldLayoutId id="2147483820" r:id="rId44"/>
    <p:sldLayoutId id="2147483821" r:id="rId45"/>
    <p:sldLayoutId id="2147483823" r:id="rId46"/>
    <p:sldLayoutId id="2147483824" r:id="rId47"/>
    <p:sldLayoutId id="2147483825" r:id="rId48"/>
    <p:sldLayoutId id="2147483826" r:id="rId49"/>
    <p:sldLayoutId id="2147483827" r:id="rId50"/>
    <p:sldLayoutId id="2147483828" r:id="rId51"/>
    <p:sldLayoutId id="2147483829" r:id="rId52"/>
    <p:sldLayoutId id="2147483830" r:id="rId53"/>
    <p:sldLayoutId id="2147483831" r:id="rId54"/>
    <p:sldLayoutId id="2147483832" r:id="rId55"/>
    <p:sldLayoutId id="2147483840" r:id="rId56"/>
    <p:sldLayoutId id="2147483841" r:id="rId57"/>
    <p:sldLayoutId id="2147483842" r:id="rId58"/>
    <p:sldLayoutId id="2147483843" r:id="rId59"/>
    <p:sldLayoutId id="2147483844" r:id="rId60"/>
    <p:sldLayoutId id="2147483845" r:id="rId61"/>
    <p:sldLayoutId id="2147483846" r:id="rId62"/>
    <p:sldLayoutId id="2147483847" r:id="rId63"/>
    <p:sldLayoutId id="2147483854" r:id="rId64"/>
    <p:sldLayoutId id="2147483859" r:id="rId65"/>
    <p:sldLayoutId id="2147483860" r:id="rId66"/>
    <p:sldLayoutId id="2147483861" r:id="rId67"/>
    <p:sldLayoutId id="2147483862" r:id="rId68"/>
    <p:sldLayoutId id="2147483863" r:id="rId69"/>
    <p:sldLayoutId id="2147483864" r:id="rId70"/>
    <p:sldLayoutId id="2147483865" r:id="rId71"/>
    <p:sldLayoutId id="2147483866" r:id="rId72"/>
    <p:sldLayoutId id="2147483869" r:id="rId73"/>
    <p:sldLayoutId id="2147483894" r:id="rId74"/>
  </p:sldLayoutIdLst>
  <p:hf hdr="0" ftr="0" dt="0"/>
  <p:txStyles>
    <p:titleStyle>
      <a:lvl1pPr algn="l" defTabSz="914333" rtl="0" eaLnBrk="1" latinLnBrk="0" hangingPunct="1">
        <a:lnSpc>
          <a:spcPct val="89000"/>
        </a:lnSpc>
        <a:spcBef>
          <a:spcPct val="0"/>
        </a:spcBef>
        <a:buNone/>
        <a:defRPr sz="2400" b="1" kern="1200" baseline="0">
          <a:solidFill>
            <a:srgbClr val="00B9E5"/>
          </a:solidFill>
          <a:latin typeface="+mj-lt"/>
          <a:ea typeface="+mj-ea"/>
          <a:cs typeface="+mj-cs"/>
        </a:defRPr>
      </a:lvl1pPr>
    </p:titleStyle>
    <p:bodyStyle>
      <a:lvl1pPr marL="251982" indent="-251982" algn="l" defTabSz="914333" rtl="0" eaLnBrk="1" latinLnBrk="0" hangingPunct="1">
        <a:lnSpc>
          <a:spcPct val="107000"/>
        </a:lnSpc>
        <a:spcBef>
          <a:spcPts val="500"/>
        </a:spcBef>
        <a:buFont typeface="Wingdings" panose="05000000000000000000" pitchFamily="2" charset="2"/>
        <a:buChar char="§"/>
        <a:defRPr sz="1800" kern="1200">
          <a:solidFill>
            <a:schemeClr val="tx1"/>
          </a:solidFill>
          <a:latin typeface="+mn-lt"/>
          <a:ea typeface="+mn-ea"/>
          <a:cs typeface="+mn-cs"/>
        </a:defRPr>
      </a:lvl1pPr>
      <a:lvl2pPr marL="507563" indent="-273580" algn="l" defTabSz="914333" rtl="0" eaLnBrk="1" latinLnBrk="0" hangingPunct="1">
        <a:lnSpc>
          <a:spcPct val="103000"/>
        </a:lnSpc>
        <a:spcBef>
          <a:spcPts val="500"/>
        </a:spcBef>
        <a:buFont typeface="Wingdings" panose="05000000000000000000" pitchFamily="2" charset="2"/>
        <a:buChar char="§"/>
        <a:defRPr sz="1600" kern="1200">
          <a:solidFill>
            <a:schemeClr val="tx1"/>
          </a:solidFill>
          <a:latin typeface="+mn-lt"/>
          <a:ea typeface="+mn-ea"/>
          <a:cs typeface="+mn-cs"/>
        </a:defRPr>
      </a:lvl2pPr>
      <a:lvl3pPr marL="730746" indent="-205185" algn="l" defTabSz="914333" rtl="0" eaLnBrk="1" latinLnBrk="0" hangingPunct="1">
        <a:lnSpc>
          <a:spcPct val="102000"/>
        </a:lnSpc>
        <a:spcBef>
          <a:spcPts val="500"/>
        </a:spcBef>
        <a:buFont typeface="Bosch Office Sans" pitchFamily="2" charset="0"/>
        <a:buChar char="‒"/>
        <a:defRPr sz="1400" kern="1200">
          <a:solidFill>
            <a:schemeClr val="tx1"/>
          </a:solidFill>
          <a:latin typeface="+mn-lt"/>
          <a:ea typeface="+mn-ea"/>
          <a:cs typeface="+mn-cs"/>
        </a:defRPr>
      </a:lvl3pPr>
      <a:lvl4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4pPr>
      <a:lvl5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5pPr>
      <a:lvl6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6pPr>
      <a:lvl7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7pPr>
      <a:lvl8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8pPr>
      <a:lvl9pPr marL="932331" indent="-183586" algn="l" defTabSz="914333" rtl="0" eaLnBrk="1" latinLnBrk="0" hangingPunct="1">
        <a:lnSpc>
          <a:spcPct val="103000"/>
        </a:lnSpc>
        <a:spcBef>
          <a:spcPts val="500"/>
        </a:spcBef>
        <a:buFont typeface="Bosch Office Sans" pitchFamily="2" charset="0"/>
        <a:buChar char="‒"/>
        <a:defRPr sz="1300" kern="1200" baseline="0">
          <a:solidFill>
            <a:schemeClr val="tx1"/>
          </a:solidFill>
          <a:latin typeface="+mn-lt"/>
          <a:ea typeface="+mn-ea"/>
          <a:cs typeface="+mn-cs"/>
        </a:defRPr>
      </a:lvl9pPr>
    </p:bodyStyle>
    <p:otherStyle>
      <a:defPPr>
        <a:defRPr lang="de-DE"/>
      </a:defPPr>
      <a:lvl1pPr marL="0" algn="l" defTabSz="914333" rtl="0" eaLnBrk="1" latinLnBrk="0" hangingPunct="1">
        <a:defRPr sz="1800" kern="1200">
          <a:solidFill>
            <a:schemeClr val="tx1"/>
          </a:solidFill>
          <a:latin typeface="+mn-lt"/>
          <a:ea typeface="+mn-ea"/>
          <a:cs typeface="+mn-cs"/>
        </a:defRPr>
      </a:lvl1pPr>
      <a:lvl2pPr marL="457166" algn="l" defTabSz="914333" rtl="0" eaLnBrk="1" latinLnBrk="0" hangingPunct="1">
        <a:defRPr sz="1800" kern="1200">
          <a:solidFill>
            <a:schemeClr val="tx1"/>
          </a:solidFill>
          <a:latin typeface="+mn-lt"/>
          <a:ea typeface="+mn-ea"/>
          <a:cs typeface="+mn-cs"/>
        </a:defRPr>
      </a:lvl2pPr>
      <a:lvl3pPr marL="914333" algn="l" defTabSz="914333" rtl="0" eaLnBrk="1" latinLnBrk="0" hangingPunct="1">
        <a:defRPr sz="1800" kern="1200">
          <a:solidFill>
            <a:schemeClr val="tx1"/>
          </a:solidFill>
          <a:latin typeface="+mn-lt"/>
          <a:ea typeface="+mn-ea"/>
          <a:cs typeface="+mn-cs"/>
        </a:defRPr>
      </a:lvl3pPr>
      <a:lvl4pPr marL="1371499" algn="l" defTabSz="914333" rtl="0" eaLnBrk="1" latinLnBrk="0" hangingPunct="1">
        <a:defRPr sz="1800" kern="1200">
          <a:solidFill>
            <a:schemeClr val="tx1"/>
          </a:solidFill>
          <a:latin typeface="+mn-lt"/>
          <a:ea typeface="+mn-ea"/>
          <a:cs typeface="+mn-cs"/>
        </a:defRPr>
      </a:lvl4pPr>
      <a:lvl5pPr marL="1828665" algn="l" defTabSz="914333" rtl="0" eaLnBrk="1" latinLnBrk="0" hangingPunct="1">
        <a:defRPr sz="1800" kern="1200">
          <a:solidFill>
            <a:schemeClr val="tx1"/>
          </a:solidFill>
          <a:latin typeface="+mn-lt"/>
          <a:ea typeface="+mn-ea"/>
          <a:cs typeface="+mn-cs"/>
        </a:defRPr>
      </a:lvl5pPr>
      <a:lvl6pPr marL="2285832" algn="l" defTabSz="914333" rtl="0" eaLnBrk="1" latinLnBrk="0" hangingPunct="1">
        <a:defRPr sz="1800" kern="1200">
          <a:solidFill>
            <a:schemeClr val="tx1"/>
          </a:solidFill>
          <a:latin typeface="+mn-lt"/>
          <a:ea typeface="+mn-ea"/>
          <a:cs typeface="+mn-cs"/>
        </a:defRPr>
      </a:lvl6pPr>
      <a:lvl7pPr marL="2742998" algn="l" defTabSz="914333" rtl="0" eaLnBrk="1" latinLnBrk="0" hangingPunct="1">
        <a:defRPr sz="1800" kern="1200">
          <a:solidFill>
            <a:schemeClr val="tx1"/>
          </a:solidFill>
          <a:latin typeface="+mn-lt"/>
          <a:ea typeface="+mn-ea"/>
          <a:cs typeface="+mn-cs"/>
        </a:defRPr>
      </a:lvl7pPr>
      <a:lvl8pPr marL="3200165" algn="l" defTabSz="914333" rtl="0" eaLnBrk="1" latinLnBrk="0" hangingPunct="1">
        <a:defRPr sz="1800" kern="1200">
          <a:solidFill>
            <a:schemeClr val="tx1"/>
          </a:solidFill>
          <a:latin typeface="+mn-lt"/>
          <a:ea typeface="+mn-ea"/>
          <a:cs typeface="+mn-cs"/>
        </a:defRPr>
      </a:lvl8pPr>
      <a:lvl9pPr marL="3657332" algn="l" defTabSz="914333"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455" userDrawn="1">
          <p15:clr>
            <a:srgbClr val="F26B43"/>
          </p15:clr>
        </p15:guide>
        <p15:guide id="2" orient="horz" pos="1943"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4.xml"/><Relationship Id="rId4" Type="http://schemas.openxmlformats.org/officeDocument/2006/relationships/image" Target="../media/image31.png"/></Relationships>
</file>

<file path=ppt/slides/_rels/slide1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4.xml"/><Relationship Id="rId4" Type="http://schemas.openxmlformats.org/officeDocument/2006/relationships/image" Target="../media/image34.png"/></Relationships>
</file>

<file path=ppt/slides/_rels/slide1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4.xml"/><Relationship Id="rId4" Type="http://schemas.openxmlformats.org/officeDocument/2006/relationships/image" Target="../media/image37.png"/></Relationships>
</file>

<file path=ppt/slides/_rels/slide1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4.xml"/><Relationship Id="rId4" Type="http://schemas.openxmlformats.org/officeDocument/2006/relationships/image" Target="../media/image40.png"/></Relationships>
</file>

<file path=ppt/slides/_rels/slide1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4.xml"/><Relationship Id="rId4" Type="http://schemas.openxmlformats.org/officeDocument/2006/relationships/image" Target="../media/image43.png"/></Relationships>
</file>

<file path=ppt/slides/_rels/slide1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4.xml"/><Relationship Id="rId4" Type="http://schemas.openxmlformats.org/officeDocument/2006/relationships/image" Target="../media/image46.png"/></Relationships>
</file>

<file path=ppt/slides/_rels/slide1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4.xml"/><Relationship Id="rId4" Type="http://schemas.openxmlformats.org/officeDocument/2006/relationships/image" Target="../media/image49.png"/></Relationships>
</file>

<file path=ppt/slides/_rels/slide1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4.xml"/><Relationship Id="rId4" Type="http://schemas.openxmlformats.org/officeDocument/2006/relationships/image" Target="../media/image52.png"/></Relationships>
</file>

<file path=ppt/slides/_rels/slide1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4.xml"/><Relationship Id="rId4" Type="http://schemas.openxmlformats.org/officeDocument/2006/relationships/image" Target="../media/image55.png"/></Relationships>
</file>

<file path=ppt/slides/_rels/slide1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695783D-55A2-41B9-1BE9-DEF6B0ED9E63}"/>
              </a:ext>
            </a:extLst>
          </p:cNvPr>
          <p:cNvSpPr>
            <a:spLocks noGrp="1"/>
          </p:cNvSpPr>
          <p:nvPr>
            <p:ph type="sldNum" sz="quarter" idx="12"/>
          </p:nvPr>
        </p:nvSpPr>
        <p:spPr/>
        <p:txBody>
          <a:bodyPr/>
          <a:lstStyle/>
          <a:p>
            <a:fld id="{4898AEC0-503E-4FA4-859C-D0F72D6E3F79}" type="slidenum">
              <a:rPr lang="en-US" noProof="1" smtClean="0"/>
              <a:pPr/>
              <a:t>1</a:t>
            </a:fld>
            <a:endParaRPr lang="en-US" noProof="1"/>
          </a:p>
        </p:txBody>
      </p:sp>
      <p:sp>
        <p:nvSpPr>
          <p:cNvPr id="5" name="Title 4">
            <a:extLst>
              <a:ext uri="{FF2B5EF4-FFF2-40B4-BE49-F238E27FC236}">
                <a16:creationId xmlns:a16="http://schemas.microsoft.com/office/drawing/2014/main" id="{A185AA42-340D-D60F-0C8A-363A7C344750}"/>
              </a:ext>
            </a:extLst>
          </p:cNvPr>
          <p:cNvSpPr>
            <a:spLocks noGrp="1"/>
          </p:cNvSpPr>
          <p:nvPr>
            <p:ph type="ctrTitle"/>
          </p:nvPr>
        </p:nvSpPr>
        <p:spPr>
          <a:xfrm>
            <a:off x="360000" y="1778959"/>
            <a:ext cx="10346100" cy="1192841"/>
          </a:xfrm>
        </p:spPr>
        <p:txBody>
          <a:bodyPr>
            <a:noAutofit/>
          </a:bodyPr>
          <a:lstStyle/>
          <a:p>
            <a:pPr algn="ctr"/>
            <a:r>
              <a:rPr lang="en-US" sz="4800" dirty="0"/>
              <a:t>Virtual Commissioning</a:t>
            </a:r>
          </a:p>
        </p:txBody>
      </p:sp>
      <p:sp>
        <p:nvSpPr>
          <p:cNvPr id="2" name="Title 4">
            <a:extLst>
              <a:ext uri="{FF2B5EF4-FFF2-40B4-BE49-F238E27FC236}">
                <a16:creationId xmlns:a16="http://schemas.microsoft.com/office/drawing/2014/main" id="{630C2D82-B72A-E1E3-25F0-6D6CF1E3DA3F}"/>
              </a:ext>
            </a:extLst>
          </p:cNvPr>
          <p:cNvSpPr txBox="1">
            <a:spLocks/>
          </p:cNvSpPr>
          <p:nvPr/>
        </p:nvSpPr>
        <p:spPr>
          <a:xfrm>
            <a:off x="360000" y="2244645"/>
            <a:ext cx="10346100" cy="1192841"/>
          </a:xfrm>
          <a:prstGeom prst="rect">
            <a:avLst/>
          </a:prstGeom>
          <a:ln w="0">
            <a:noFill/>
          </a:ln>
          <a:effectLst/>
        </p:spPr>
        <p:txBody>
          <a:bodyPr vert="horz" lIns="0" tIns="0" rIns="0" bIns="0" rtlCol="0" anchor="t" anchorCtr="0">
            <a:normAutofit/>
          </a:bodyPr>
          <a:lstStyle>
            <a:lvl1pPr algn="l" defTabSz="914333" rtl="0" eaLnBrk="1" latinLnBrk="0" hangingPunct="1">
              <a:lnSpc>
                <a:spcPts val="8600"/>
              </a:lnSpc>
              <a:spcBef>
                <a:spcPts val="0"/>
              </a:spcBef>
              <a:buNone/>
              <a:defRPr sz="8000" b="1" kern="1200" cap="none" baseline="0">
                <a:solidFill>
                  <a:schemeClr val="accent1"/>
                </a:solidFill>
                <a:latin typeface="+mj-lt"/>
                <a:ea typeface="+mj-ea"/>
                <a:cs typeface="+mj-cs"/>
              </a:defRPr>
            </a:lvl1pPr>
          </a:lstStyle>
          <a:p>
            <a:pPr algn="ctr" fontAlgn="auto">
              <a:spcAft>
                <a:spcPts val="0"/>
              </a:spcAft>
            </a:pPr>
            <a:r>
              <a:rPr lang="en-US" sz="2000" b="0" dirty="0"/>
              <a:t>Transfer system TS2</a:t>
            </a:r>
          </a:p>
        </p:txBody>
      </p:sp>
      <p:pic>
        <p:nvPicPr>
          <p:cNvPr id="4" name="Picture 2" descr="Visual Components Produkte zur Fertigungssimulation">
            <a:extLst>
              <a:ext uri="{FF2B5EF4-FFF2-40B4-BE49-F238E27FC236}">
                <a16:creationId xmlns:a16="http://schemas.microsoft.com/office/drawing/2014/main" id="{D5167EB9-D3C4-789F-B5C4-1BCD264512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67959" y="4536161"/>
            <a:ext cx="1371600" cy="34776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GitHub - boschrexroth/ctrlx-automation-sdk: ctrlX AUTOMATION Software  Development Kit">
            <a:extLst>
              <a:ext uri="{FF2B5EF4-FFF2-40B4-BE49-F238E27FC236}">
                <a16:creationId xmlns:a16="http://schemas.microsoft.com/office/drawing/2014/main" id="{245E119C-0F32-CA13-6BD8-2521CE0B84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7802" y="4268607"/>
            <a:ext cx="1647496" cy="823748"/>
          </a:xfrm>
          <a:prstGeom prst="rect">
            <a:avLst/>
          </a:prstGeom>
          <a:noFill/>
          <a:extLst>
            <a:ext uri="{909E8E84-426E-40DD-AFC4-6F175D3DCCD1}">
              <a14:hiddenFill xmlns:a14="http://schemas.microsoft.com/office/drawing/2010/main">
                <a:solidFill>
                  <a:srgbClr val="FFFFFF"/>
                </a:solidFill>
              </a14:hiddenFill>
            </a:ext>
          </a:extLst>
        </p:spPr>
      </p:pic>
      <p:sp>
        <p:nvSpPr>
          <p:cNvPr id="7" name="Title 4">
            <a:extLst>
              <a:ext uri="{FF2B5EF4-FFF2-40B4-BE49-F238E27FC236}">
                <a16:creationId xmlns:a16="http://schemas.microsoft.com/office/drawing/2014/main" id="{B6815B9D-9050-1D63-07AA-F702F818BEF4}"/>
              </a:ext>
            </a:extLst>
          </p:cNvPr>
          <p:cNvSpPr txBox="1">
            <a:spLocks/>
          </p:cNvSpPr>
          <p:nvPr/>
        </p:nvSpPr>
        <p:spPr>
          <a:xfrm>
            <a:off x="360000" y="2583072"/>
            <a:ext cx="10346100" cy="1192841"/>
          </a:xfrm>
          <a:prstGeom prst="rect">
            <a:avLst/>
          </a:prstGeom>
          <a:ln w="0">
            <a:noFill/>
          </a:ln>
          <a:effectLst/>
        </p:spPr>
        <p:txBody>
          <a:bodyPr vert="horz" lIns="0" tIns="0" rIns="0" bIns="0" rtlCol="0" anchor="t" anchorCtr="0">
            <a:normAutofit/>
          </a:bodyPr>
          <a:lstStyle>
            <a:lvl1pPr algn="l" defTabSz="914333" rtl="0" eaLnBrk="1" latinLnBrk="0" hangingPunct="1">
              <a:lnSpc>
                <a:spcPts val="8600"/>
              </a:lnSpc>
              <a:spcBef>
                <a:spcPts val="0"/>
              </a:spcBef>
              <a:buNone/>
              <a:defRPr sz="8000" b="1" kern="1200" cap="none" baseline="0">
                <a:solidFill>
                  <a:schemeClr val="accent1"/>
                </a:solidFill>
                <a:latin typeface="+mj-lt"/>
                <a:ea typeface="+mj-ea"/>
                <a:cs typeface="+mj-cs"/>
              </a:defRPr>
            </a:lvl1pPr>
          </a:lstStyle>
          <a:p>
            <a:pPr algn="ctr" fontAlgn="auto">
              <a:spcAft>
                <a:spcPts val="0"/>
              </a:spcAft>
            </a:pPr>
            <a:r>
              <a:rPr lang="en-US" sz="2000" b="0" dirty="0"/>
              <a:t>Requirement Specification</a:t>
            </a:r>
          </a:p>
        </p:txBody>
      </p:sp>
    </p:spTree>
    <p:extLst>
      <p:ext uri="{BB962C8B-B14F-4D97-AF65-F5344CB8AC3E}">
        <p14:creationId xmlns:p14="http://schemas.microsoft.com/office/powerpoint/2010/main" val="1679743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E659AC7-AD57-4531-1628-40FDF1BC03CA}"/>
              </a:ext>
            </a:extLst>
          </p:cNvPr>
          <p:cNvSpPr>
            <a:spLocks noGrp="1"/>
          </p:cNvSpPr>
          <p:nvPr>
            <p:ph type="body" idx="15"/>
          </p:nvPr>
        </p:nvSpPr>
        <p:spPr/>
        <p:txBody>
          <a:bodyPr/>
          <a:lstStyle/>
          <a:p>
            <a:r>
              <a:rPr lang="de-DE" dirty="0"/>
              <a:t>Development of TS2 Library</a:t>
            </a:r>
          </a:p>
        </p:txBody>
      </p:sp>
      <p:sp>
        <p:nvSpPr>
          <p:cNvPr id="3" name="Title 2">
            <a:extLst>
              <a:ext uri="{FF2B5EF4-FFF2-40B4-BE49-F238E27FC236}">
                <a16:creationId xmlns:a16="http://schemas.microsoft.com/office/drawing/2014/main" id="{28A58437-8316-2960-6A2A-33D411E0E9A2}"/>
              </a:ext>
            </a:extLst>
          </p:cNvPr>
          <p:cNvSpPr>
            <a:spLocks noGrp="1"/>
          </p:cNvSpPr>
          <p:nvPr>
            <p:ph type="title" sz="quarter"/>
          </p:nvPr>
        </p:nvSpPr>
        <p:spPr/>
        <p:txBody>
          <a:bodyPr/>
          <a:lstStyle/>
          <a:p>
            <a:r>
              <a:rPr lang="en-GB" sz="2000" dirty="0">
                <a:solidFill>
                  <a:srgbClr val="002B49"/>
                </a:solidFill>
              </a:rPr>
              <a:t>Requirement Specification</a:t>
            </a:r>
            <a:endParaRPr lang="de-DE" sz="2000" dirty="0">
              <a:solidFill>
                <a:srgbClr val="002B49"/>
              </a:solidFill>
            </a:endParaRPr>
          </a:p>
        </p:txBody>
      </p:sp>
      <p:sp>
        <p:nvSpPr>
          <p:cNvPr id="4" name="Content Placeholder 3">
            <a:extLst>
              <a:ext uri="{FF2B5EF4-FFF2-40B4-BE49-F238E27FC236}">
                <a16:creationId xmlns:a16="http://schemas.microsoft.com/office/drawing/2014/main" id="{832789AB-2A96-9FA1-BCDA-2007611F18CA}"/>
              </a:ext>
            </a:extLst>
          </p:cNvPr>
          <p:cNvSpPr>
            <a:spLocks noGrp="1"/>
          </p:cNvSpPr>
          <p:nvPr>
            <p:ph sz="quarter" idx="1"/>
          </p:nvPr>
        </p:nvSpPr>
        <p:spPr>
          <a:xfrm>
            <a:off x="259080" y="1036800"/>
            <a:ext cx="10452100" cy="4168140"/>
          </a:xfrm>
        </p:spPr>
        <p:txBody>
          <a:bodyPr/>
          <a:lstStyle/>
          <a:p>
            <a:pPr marL="0" indent="0" algn="l">
              <a:buNone/>
            </a:pPr>
            <a:r>
              <a:rPr lang="en-US" b="1" i="0" dirty="0">
                <a:effectLst/>
              </a:rPr>
              <a:t>Evaluation TFE Product Catalogue</a:t>
            </a:r>
            <a:r>
              <a:rPr lang="en-US" dirty="0"/>
              <a:t> </a:t>
            </a:r>
            <a:r>
              <a:rPr lang="en-US" b="0" i="0" dirty="0">
                <a:effectLst/>
              </a:rPr>
              <a:t>&gt; </a:t>
            </a:r>
            <a:r>
              <a:rPr lang="en-US" b="0" i="1" dirty="0">
                <a:effectLst/>
              </a:rPr>
              <a:t>Which TFEs exist?</a:t>
            </a:r>
          </a:p>
          <a:p>
            <a:r>
              <a:rPr lang="de-DE" dirty="0"/>
              <a:t>Function Plans for TS2 LTU:</a:t>
            </a:r>
          </a:p>
          <a:p>
            <a:pPr marL="342900" indent="-342900">
              <a:buFont typeface="+mj-lt"/>
              <a:buAutoNum type="arabicPeriod"/>
            </a:pPr>
            <a:r>
              <a:rPr lang="de-DE" dirty="0"/>
              <a:t>TFE1: Implementation in transverse section</a:t>
            </a:r>
          </a:p>
        </p:txBody>
      </p:sp>
      <p:sp>
        <p:nvSpPr>
          <p:cNvPr id="5" name="Slide Number Placeholder 4">
            <a:extLst>
              <a:ext uri="{FF2B5EF4-FFF2-40B4-BE49-F238E27FC236}">
                <a16:creationId xmlns:a16="http://schemas.microsoft.com/office/drawing/2014/main" id="{55A0E77D-F194-10C3-229E-82068925C4D2}"/>
              </a:ext>
            </a:extLst>
          </p:cNvPr>
          <p:cNvSpPr>
            <a:spLocks noGrp="1"/>
          </p:cNvSpPr>
          <p:nvPr>
            <p:ph type="sldNum" sz="quarter" idx="12"/>
          </p:nvPr>
        </p:nvSpPr>
        <p:spPr/>
        <p:txBody>
          <a:bodyPr/>
          <a:lstStyle/>
          <a:p>
            <a:fld id="{4898AEC0-503E-4FA4-859C-D0F72D6E3F79}" type="slidenum">
              <a:rPr lang="en-US" noProof="1" smtClean="0"/>
              <a:pPr/>
              <a:t>2</a:t>
            </a:fld>
            <a:endParaRPr lang="en-US" noProof="1"/>
          </a:p>
        </p:txBody>
      </p:sp>
      <p:pic>
        <p:nvPicPr>
          <p:cNvPr id="7" name="Picture 6">
            <a:extLst>
              <a:ext uri="{FF2B5EF4-FFF2-40B4-BE49-F238E27FC236}">
                <a16:creationId xmlns:a16="http://schemas.microsoft.com/office/drawing/2014/main" id="{CFD5EE33-02CF-3711-043B-75C7E97ADDCE}"/>
              </a:ext>
            </a:extLst>
          </p:cNvPr>
          <p:cNvPicPr>
            <a:picLocks noChangeAspect="1"/>
          </p:cNvPicPr>
          <p:nvPr/>
        </p:nvPicPr>
        <p:blipFill>
          <a:blip r:embed="rId2"/>
          <a:stretch>
            <a:fillRect/>
          </a:stretch>
        </p:blipFill>
        <p:spPr>
          <a:xfrm>
            <a:off x="838797" y="2132538"/>
            <a:ext cx="2177942" cy="2829079"/>
          </a:xfrm>
          <a:prstGeom prst="rect">
            <a:avLst/>
          </a:prstGeom>
        </p:spPr>
      </p:pic>
      <p:pic>
        <p:nvPicPr>
          <p:cNvPr id="9" name="Picture 8">
            <a:extLst>
              <a:ext uri="{FF2B5EF4-FFF2-40B4-BE49-F238E27FC236}">
                <a16:creationId xmlns:a16="http://schemas.microsoft.com/office/drawing/2014/main" id="{FC3DC85F-1346-B4EA-3B1A-A0913DEB089F}"/>
              </a:ext>
            </a:extLst>
          </p:cNvPr>
          <p:cNvPicPr>
            <a:picLocks noChangeAspect="1"/>
          </p:cNvPicPr>
          <p:nvPr/>
        </p:nvPicPr>
        <p:blipFill>
          <a:blip r:embed="rId3"/>
          <a:stretch>
            <a:fillRect/>
          </a:stretch>
        </p:blipFill>
        <p:spPr>
          <a:xfrm>
            <a:off x="3243157" y="2270744"/>
            <a:ext cx="2071304" cy="2690873"/>
          </a:xfrm>
          <a:prstGeom prst="rect">
            <a:avLst/>
          </a:prstGeom>
        </p:spPr>
      </p:pic>
    </p:spTree>
    <p:extLst>
      <p:ext uri="{BB962C8B-B14F-4D97-AF65-F5344CB8AC3E}">
        <p14:creationId xmlns:p14="http://schemas.microsoft.com/office/powerpoint/2010/main" val="22608155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E659AC7-AD57-4531-1628-40FDF1BC03CA}"/>
              </a:ext>
            </a:extLst>
          </p:cNvPr>
          <p:cNvSpPr>
            <a:spLocks noGrp="1"/>
          </p:cNvSpPr>
          <p:nvPr>
            <p:ph type="body" idx="15"/>
          </p:nvPr>
        </p:nvSpPr>
        <p:spPr/>
        <p:txBody>
          <a:bodyPr/>
          <a:lstStyle/>
          <a:p>
            <a:r>
              <a:rPr lang="de-DE" dirty="0"/>
              <a:t>Development of TS2 Library</a:t>
            </a:r>
          </a:p>
        </p:txBody>
      </p:sp>
      <p:sp>
        <p:nvSpPr>
          <p:cNvPr id="3" name="Title 2">
            <a:extLst>
              <a:ext uri="{FF2B5EF4-FFF2-40B4-BE49-F238E27FC236}">
                <a16:creationId xmlns:a16="http://schemas.microsoft.com/office/drawing/2014/main" id="{28A58437-8316-2960-6A2A-33D411E0E9A2}"/>
              </a:ext>
            </a:extLst>
          </p:cNvPr>
          <p:cNvSpPr>
            <a:spLocks noGrp="1"/>
          </p:cNvSpPr>
          <p:nvPr>
            <p:ph type="title" sz="quarter"/>
          </p:nvPr>
        </p:nvSpPr>
        <p:spPr/>
        <p:txBody>
          <a:bodyPr/>
          <a:lstStyle/>
          <a:p>
            <a:r>
              <a:rPr lang="en-GB" sz="2000" dirty="0">
                <a:solidFill>
                  <a:srgbClr val="002B49"/>
                </a:solidFill>
              </a:rPr>
              <a:t>Requirement Specification</a:t>
            </a:r>
            <a:endParaRPr lang="de-DE" sz="2000" dirty="0">
              <a:solidFill>
                <a:srgbClr val="002B49"/>
              </a:solidFill>
            </a:endParaRPr>
          </a:p>
        </p:txBody>
      </p:sp>
      <p:sp>
        <p:nvSpPr>
          <p:cNvPr id="4" name="Content Placeholder 3">
            <a:extLst>
              <a:ext uri="{FF2B5EF4-FFF2-40B4-BE49-F238E27FC236}">
                <a16:creationId xmlns:a16="http://schemas.microsoft.com/office/drawing/2014/main" id="{832789AB-2A96-9FA1-BCDA-2007611F18CA}"/>
              </a:ext>
            </a:extLst>
          </p:cNvPr>
          <p:cNvSpPr>
            <a:spLocks noGrp="1"/>
          </p:cNvSpPr>
          <p:nvPr>
            <p:ph sz="quarter" idx="1"/>
          </p:nvPr>
        </p:nvSpPr>
        <p:spPr>
          <a:xfrm>
            <a:off x="259080" y="1036800"/>
            <a:ext cx="10452100" cy="4168140"/>
          </a:xfrm>
        </p:spPr>
        <p:txBody>
          <a:bodyPr/>
          <a:lstStyle/>
          <a:p>
            <a:pPr marL="0" indent="0" algn="l">
              <a:buNone/>
            </a:pPr>
            <a:r>
              <a:rPr lang="en-US" b="1" i="0" dirty="0">
                <a:effectLst/>
              </a:rPr>
              <a:t>Evaluation TFE Product Catalogue</a:t>
            </a:r>
            <a:r>
              <a:rPr lang="en-US" dirty="0"/>
              <a:t> </a:t>
            </a:r>
            <a:r>
              <a:rPr lang="en-US" b="0" i="0" dirty="0">
                <a:effectLst/>
              </a:rPr>
              <a:t>&gt; </a:t>
            </a:r>
            <a:r>
              <a:rPr lang="en-US" b="0" i="1" dirty="0">
                <a:effectLst/>
              </a:rPr>
              <a:t>Which TFEs exist?</a:t>
            </a:r>
          </a:p>
          <a:p>
            <a:r>
              <a:rPr lang="de-DE" dirty="0"/>
              <a:t>Function Plans for TS2 LTU:</a:t>
            </a:r>
          </a:p>
          <a:p>
            <a:pPr marL="0" indent="0">
              <a:buNone/>
            </a:pPr>
            <a:r>
              <a:rPr lang="de-DE" dirty="0"/>
              <a:t>2. TFE2: Implementation in longitudinal section</a:t>
            </a:r>
          </a:p>
        </p:txBody>
      </p:sp>
      <p:sp>
        <p:nvSpPr>
          <p:cNvPr id="5" name="Slide Number Placeholder 4">
            <a:extLst>
              <a:ext uri="{FF2B5EF4-FFF2-40B4-BE49-F238E27FC236}">
                <a16:creationId xmlns:a16="http://schemas.microsoft.com/office/drawing/2014/main" id="{55A0E77D-F194-10C3-229E-82068925C4D2}"/>
              </a:ext>
            </a:extLst>
          </p:cNvPr>
          <p:cNvSpPr>
            <a:spLocks noGrp="1"/>
          </p:cNvSpPr>
          <p:nvPr>
            <p:ph type="sldNum" sz="quarter" idx="12"/>
          </p:nvPr>
        </p:nvSpPr>
        <p:spPr/>
        <p:txBody>
          <a:bodyPr/>
          <a:lstStyle/>
          <a:p>
            <a:fld id="{4898AEC0-503E-4FA4-859C-D0F72D6E3F79}" type="slidenum">
              <a:rPr lang="en-US" noProof="1" smtClean="0"/>
              <a:pPr/>
              <a:t>3</a:t>
            </a:fld>
            <a:endParaRPr lang="en-US" noProof="1"/>
          </a:p>
        </p:txBody>
      </p:sp>
      <p:pic>
        <p:nvPicPr>
          <p:cNvPr id="8" name="Picture 7">
            <a:extLst>
              <a:ext uri="{FF2B5EF4-FFF2-40B4-BE49-F238E27FC236}">
                <a16:creationId xmlns:a16="http://schemas.microsoft.com/office/drawing/2014/main" id="{7712B8AC-7261-3E3D-0FB3-3FDF62F74302}"/>
              </a:ext>
            </a:extLst>
          </p:cNvPr>
          <p:cNvPicPr>
            <a:picLocks noChangeAspect="1"/>
          </p:cNvPicPr>
          <p:nvPr/>
        </p:nvPicPr>
        <p:blipFill>
          <a:blip r:embed="rId2"/>
          <a:stretch>
            <a:fillRect/>
          </a:stretch>
        </p:blipFill>
        <p:spPr>
          <a:xfrm>
            <a:off x="950292" y="2275207"/>
            <a:ext cx="2433769" cy="3123656"/>
          </a:xfrm>
          <a:prstGeom prst="rect">
            <a:avLst/>
          </a:prstGeom>
        </p:spPr>
      </p:pic>
      <p:pic>
        <p:nvPicPr>
          <p:cNvPr id="11" name="Picture 10">
            <a:extLst>
              <a:ext uri="{FF2B5EF4-FFF2-40B4-BE49-F238E27FC236}">
                <a16:creationId xmlns:a16="http://schemas.microsoft.com/office/drawing/2014/main" id="{A212C9E1-27C0-5E62-FBE6-0CDFC3AC7D2F}"/>
              </a:ext>
            </a:extLst>
          </p:cNvPr>
          <p:cNvPicPr>
            <a:picLocks noChangeAspect="1"/>
          </p:cNvPicPr>
          <p:nvPr/>
        </p:nvPicPr>
        <p:blipFill>
          <a:blip r:embed="rId3"/>
          <a:stretch>
            <a:fillRect/>
          </a:stretch>
        </p:blipFill>
        <p:spPr>
          <a:xfrm>
            <a:off x="3692319" y="2455395"/>
            <a:ext cx="1910190" cy="2678418"/>
          </a:xfrm>
          <a:prstGeom prst="rect">
            <a:avLst/>
          </a:prstGeom>
        </p:spPr>
      </p:pic>
    </p:spTree>
    <p:extLst>
      <p:ext uri="{BB962C8B-B14F-4D97-AF65-F5344CB8AC3E}">
        <p14:creationId xmlns:p14="http://schemas.microsoft.com/office/powerpoint/2010/main" val="9271203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E659AC7-AD57-4531-1628-40FDF1BC03CA}"/>
              </a:ext>
            </a:extLst>
          </p:cNvPr>
          <p:cNvSpPr>
            <a:spLocks noGrp="1"/>
          </p:cNvSpPr>
          <p:nvPr>
            <p:ph type="body" idx="15"/>
          </p:nvPr>
        </p:nvSpPr>
        <p:spPr/>
        <p:txBody>
          <a:bodyPr/>
          <a:lstStyle/>
          <a:p>
            <a:r>
              <a:rPr lang="de-DE" dirty="0"/>
              <a:t>Development of TS2 Library</a:t>
            </a:r>
          </a:p>
        </p:txBody>
      </p:sp>
      <p:sp>
        <p:nvSpPr>
          <p:cNvPr id="3" name="Title 2">
            <a:extLst>
              <a:ext uri="{FF2B5EF4-FFF2-40B4-BE49-F238E27FC236}">
                <a16:creationId xmlns:a16="http://schemas.microsoft.com/office/drawing/2014/main" id="{28A58437-8316-2960-6A2A-33D411E0E9A2}"/>
              </a:ext>
            </a:extLst>
          </p:cNvPr>
          <p:cNvSpPr>
            <a:spLocks noGrp="1"/>
          </p:cNvSpPr>
          <p:nvPr>
            <p:ph type="title" sz="quarter"/>
          </p:nvPr>
        </p:nvSpPr>
        <p:spPr/>
        <p:txBody>
          <a:bodyPr/>
          <a:lstStyle/>
          <a:p>
            <a:r>
              <a:rPr lang="en-GB" sz="2000" dirty="0">
                <a:solidFill>
                  <a:srgbClr val="002B49"/>
                </a:solidFill>
              </a:rPr>
              <a:t>Requirement Specification</a:t>
            </a:r>
            <a:endParaRPr lang="de-DE" sz="2000" dirty="0">
              <a:solidFill>
                <a:srgbClr val="002B49"/>
              </a:solidFill>
            </a:endParaRPr>
          </a:p>
        </p:txBody>
      </p:sp>
      <p:sp>
        <p:nvSpPr>
          <p:cNvPr id="4" name="Content Placeholder 3">
            <a:extLst>
              <a:ext uri="{FF2B5EF4-FFF2-40B4-BE49-F238E27FC236}">
                <a16:creationId xmlns:a16="http://schemas.microsoft.com/office/drawing/2014/main" id="{832789AB-2A96-9FA1-BCDA-2007611F18CA}"/>
              </a:ext>
            </a:extLst>
          </p:cNvPr>
          <p:cNvSpPr>
            <a:spLocks noGrp="1"/>
          </p:cNvSpPr>
          <p:nvPr>
            <p:ph sz="quarter" idx="1"/>
          </p:nvPr>
        </p:nvSpPr>
        <p:spPr>
          <a:xfrm>
            <a:off x="259080" y="1036800"/>
            <a:ext cx="10452100" cy="4168140"/>
          </a:xfrm>
        </p:spPr>
        <p:txBody>
          <a:bodyPr/>
          <a:lstStyle/>
          <a:p>
            <a:pPr marL="0" indent="0" algn="l">
              <a:buNone/>
            </a:pPr>
            <a:r>
              <a:rPr lang="en-US" b="1" i="0" dirty="0">
                <a:effectLst/>
              </a:rPr>
              <a:t>Evaluation TFE Product Catalogue</a:t>
            </a:r>
            <a:r>
              <a:rPr lang="en-US" dirty="0"/>
              <a:t> </a:t>
            </a:r>
            <a:r>
              <a:rPr lang="en-US" b="0" i="0" dirty="0">
                <a:effectLst/>
              </a:rPr>
              <a:t>&gt; </a:t>
            </a:r>
            <a:r>
              <a:rPr lang="en-US" b="0" i="1" dirty="0">
                <a:effectLst/>
              </a:rPr>
              <a:t>Which TFEs exist?</a:t>
            </a:r>
          </a:p>
          <a:p>
            <a:r>
              <a:rPr lang="de-DE" dirty="0"/>
              <a:t>Function Plans for TS2 LTU:</a:t>
            </a:r>
          </a:p>
          <a:p>
            <a:pPr marL="0" indent="0">
              <a:buNone/>
            </a:pPr>
            <a:r>
              <a:rPr lang="de-DE" dirty="0"/>
              <a:t>3. TFE3: Transverse conveyor (separating, outfeeding)</a:t>
            </a:r>
          </a:p>
        </p:txBody>
      </p:sp>
      <p:sp>
        <p:nvSpPr>
          <p:cNvPr id="5" name="Slide Number Placeholder 4">
            <a:extLst>
              <a:ext uri="{FF2B5EF4-FFF2-40B4-BE49-F238E27FC236}">
                <a16:creationId xmlns:a16="http://schemas.microsoft.com/office/drawing/2014/main" id="{55A0E77D-F194-10C3-229E-82068925C4D2}"/>
              </a:ext>
            </a:extLst>
          </p:cNvPr>
          <p:cNvSpPr>
            <a:spLocks noGrp="1"/>
          </p:cNvSpPr>
          <p:nvPr>
            <p:ph type="sldNum" sz="quarter" idx="12"/>
          </p:nvPr>
        </p:nvSpPr>
        <p:spPr/>
        <p:txBody>
          <a:bodyPr/>
          <a:lstStyle/>
          <a:p>
            <a:fld id="{4898AEC0-503E-4FA4-859C-D0F72D6E3F79}" type="slidenum">
              <a:rPr lang="en-US" noProof="1" smtClean="0"/>
              <a:pPr/>
              <a:t>4</a:t>
            </a:fld>
            <a:endParaRPr lang="en-US" noProof="1"/>
          </a:p>
        </p:txBody>
      </p:sp>
      <p:pic>
        <p:nvPicPr>
          <p:cNvPr id="7" name="Picture 6">
            <a:extLst>
              <a:ext uri="{FF2B5EF4-FFF2-40B4-BE49-F238E27FC236}">
                <a16:creationId xmlns:a16="http://schemas.microsoft.com/office/drawing/2014/main" id="{6D7C0AC2-4511-A7F4-D40E-08D28DF0F6B4}"/>
              </a:ext>
            </a:extLst>
          </p:cNvPr>
          <p:cNvPicPr>
            <a:picLocks noChangeAspect="1"/>
          </p:cNvPicPr>
          <p:nvPr/>
        </p:nvPicPr>
        <p:blipFill>
          <a:blip r:embed="rId2"/>
          <a:stretch>
            <a:fillRect/>
          </a:stretch>
        </p:blipFill>
        <p:spPr>
          <a:xfrm>
            <a:off x="665304" y="2195872"/>
            <a:ext cx="3805728" cy="3217325"/>
          </a:xfrm>
          <a:prstGeom prst="rect">
            <a:avLst/>
          </a:prstGeom>
        </p:spPr>
      </p:pic>
      <p:pic>
        <p:nvPicPr>
          <p:cNvPr id="10" name="Picture 9">
            <a:extLst>
              <a:ext uri="{FF2B5EF4-FFF2-40B4-BE49-F238E27FC236}">
                <a16:creationId xmlns:a16="http://schemas.microsoft.com/office/drawing/2014/main" id="{0406A42A-7F4E-56F2-800D-6B7FD4D29713}"/>
              </a:ext>
            </a:extLst>
          </p:cNvPr>
          <p:cNvPicPr>
            <a:picLocks noChangeAspect="1"/>
          </p:cNvPicPr>
          <p:nvPr/>
        </p:nvPicPr>
        <p:blipFill>
          <a:blip r:embed="rId3"/>
          <a:stretch>
            <a:fillRect/>
          </a:stretch>
        </p:blipFill>
        <p:spPr>
          <a:xfrm>
            <a:off x="4877256" y="2162840"/>
            <a:ext cx="2154791" cy="3217325"/>
          </a:xfrm>
          <a:prstGeom prst="rect">
            <a:avLst/>
          </a:prstGeom>
        </p:spPr>
      </p:pic>
    </p:spTree>
    <p:extLst>
      <p:ext uri="{BB962C8B-B14F-4D97-AF65-F5344CB8AC3E}">
        <p14:creationId xmlns:p14="http://schemas.microsoft.com/office/powerpoint/2010/main" val="38522727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E659AC7-AD57-4531-1628-40FDF1BC03CA}"/>
              </a:ext>
            </a:extLst>
          </p:cNvPr>
          <p:cNvSpPr>
            <a:spLocks noGrp="1"/>
          </p:cNvSpPr>
          <p:nvPr>
            <p:ph type="body" idx="15"/>
          </p:nvPr>
        </p:nvSpPr>
        <p:spPr/>
        <p:txBody>
          <a:bodyPr/>
          <a:lstStyle/>
          <a:p>
            <a:r>
              <a:rPr lang="de-DE" dirty="0"/>
              <a:t>Development of TS2 Library</a:t>
            </a:r>
          </a:p>
        </p:txBody>
      </p:sp>
      <p:sp>
        <p:nvSpPr>
          <p:cNvPr id="3" name="Title 2">
            <a:extLst>
              <a:ext uri="{FF2B5EF4-FFF2-40B4-BE49-F238E27FC236}">
                <a16:creationId xmlns:a16="http://schemas.microsoft.com/office/drawing/2014/main" id="{28A58437-8316-2960-6A2A-33D411E0E9A2}"/>
              </a:ext>
            </a:extLst>
          </p:cNvPr>
          <p:cNvSpPr>
            <a:spLocks noGrp="1"/>
          </p:cNvSpPr>
          <p:nvPr>
            <p:ph type="title" sz="quarter"/>
          </p:nvPr>
        </p:nvSpPr>
        <p:spPr/>
        <p:txBody>
          <a:bodyPr/>
          <a:lstStyle/>
          <a:p>
            <a:r>
              <a:rPr lang="en-GB" sz="2000" dirty="0">
                <a:solidFill>
                  <a:srgbClr val="002B49"/>
                </a:solidFill>
              </a:rPr>
              <a:t>Requirement Specification</a:t>
            </a:r>
            <a:endParaRPr lang="de-DE" sz="2000" dirty="0">
              <a:solidFill>
                <a:srgbClr val="002B49"/>
              </a:solidFill>
            </a:endParaRPr>
          </a:p>
        </p:txBody>
      </p:sp>
      <p:sp>
        <p:nvSpPr>
          <p:cNvPr id="4" name="Content Placeholder 3">
            <a:extLst>
              <a:ext uri="{FF2B5EF4-FFF2-40B4-BE49-F238E27FC236}">
                <a16:creationId xmlns:a16="http://schemas.microsoft.com/office/drawing/2014/main" id="{832789AB-2A96-9FA1-BCDA-2007611F18CA}"/>
              </a:ext>
            </a:extLst>
          </p:cNvPr>
          <p:cNvSpPr>
            <a:spLocks noGrp="1"/>
          </p:cNvSpPr>
          <p:nvPr>
            <p:ph sz="quarter" idx="1"/>
          </p:nvPr>
        </p:nvSpPr>
        <p:spPr>
          <a:xfrm>
            <a:off x="259080" y="1036800"/>
            <a:ext cx="10452100" cy="4168140"/>
          </a:xfrm>
        </p:spPr>
        <p:txBody>
          <a:bodyPr/>
          <a:lstStyle/>
          <a:p>
            <a:pPr marL="0" indent="0" algn="l">
              <a:buNone/>
            </a:pPr>
            <a:r>
              <a:rPr lang="en-US" b="1" i="0" dirty="0">
                <a:effectLst/>
              </a:rPr>
              <a:t>Evaluation TFE Product Catalogue</a:t>
            </a:r>
            <a:r>
              <a:rPr lang="en-US" dirty="0"/>
              <a:t> </a:t>
            </a:r>
            <a:r>
              <a:rPr lang="en-US" b="0" i="0" dirty="0">
                <a:effectLst/>
              </a:rPr>
              <a:t>&gt; </a:t>
            </a:r>
            <a:r>
              <a:rPr lang="en-US" b="0" i="1" dirty="0">
                <a:effectLst/>
              </a:rPr>
              <a:t>Which TFEs exist?</a:t>
            </a:r>
          </a:p>
          <a:p>
            <a:r>
              <a:rPr lang="de-DE" dirty="0"/>
              <a:t>Function Plans for TS2 LTU:</a:t>
            </a:r>
          </a:p>
          <a:p>
            <a:pPr marL="0" indent="0">
              <a:buNone/>
            </a:pPr>
            <a:r>
              <a:rPr lang="de-DE" dirty="0"/>
              <a:t>4. TFE4: Transverse conveyor (separating, infeeding)</a:t>
            </a:r>
          </a:p>
        </p:txBody>
      </p:sp>
      <p:sp>
        <p:nvSpPr>
          <p:cNvPr id="5" name="Slide Number Placeholder 4">
            <a:extLst>
              <a:ext uri="{FF2B5EF4-FFF2-40B4-BE49-F238E27FC236}">
                <a16:creationId xmlns:a16="http://schemas.microsoft.com/office/drawing/2014/main" id="{55A0E77D-F194-10C3-229E-82068925C4D2}"/>
              </a:ext>
            </a:extLst>
          </p:cNvPr>
          <p:cNvSpPr>
            <a:spLocks noGrp="1"/>
          </p:cNvSpPr>
          <p:nvPr>
            <p:ph type="sldNum" sz="quarter" idx="12"/>
          </p:nvPr>
        </p:nvSpPr>
        <p:spPr/>
        <p:txBody>
          <a:bodyPr/>
          <a:lstStyle/>
          <a:p>
            <a:fld id="{4898AEC0-503E-4FA4-859C-D0F72D6E3F79}" type="slidenum">
              <a:rPr lang="en-US" noProof="1" smtClean="0"/>
              <a:pPr/>
              <a:t>5</a:t>
            </a:fld>
            <a:endParaRPr lang="en-US" noProof="1"/>
          </a:p>
        </p:txBody>
      </p:sp>
      <p:pic>
        <p:nvPicPr>
          <p:cNvPr id="8" name="Picture 7">
            <a:extLst>
              <a:ext uri="{FF2B5EF4-FFF2-40B4-BE49-F238E27FC236}">
                <a16:creationId xmlns:a16="http://schemas.microsoft.com/office/drawing/2014/main" id="{305EAEFE-1078-DFFB-8E96-37D28644D361}"/>
              </a:ext>
            </a:extLst>
          </p:cNvPr>
          <p:cNvPicPr>
            <a:picLocks noChangeAspect="1"/>
          </p:cNvPicPr>
          <p:nvPr/>
        </p:nvPicPr>
        <p:blipFill>
          <a:blip r:embed="rId2"/>
          <a:stretch>
            <a:fillRect/>
          </a:stretch>
        </p:blipFill>
        <p:spPr>
          <a:xfrm>
            <a:off x="600499" y="2123321"/>
            <a:ext cx="3674911" cy="3399292"/>
          </a:xfrm>
          <a:prstGeom prst="rect">
            <a:avLst/>
          </a:prstGeom>
        </p:spPr>
      </p:pic>
      <p:pic>
        <p:nvPicPr>
          <p:cNvPr id="11" name="Picture 10">
            <a:extLst>
              <a:ext uri="{FF2B5EF4-FFF2-40B4-BE49-F238E27FC236}">
                <a16:creationId xmlns:a16="http://schemas.microsoft.com/office/drawing/2014/main" id="{601045B7-4A27-3233-49EA-F42955AEA43C}"/>
              </a:ext>
            </a:extLst>
          </p:cNvPr>
          <p:cNvPicPr>
            <a:picLocks noChangeAspect="1"/>
          </p:cNvPicPr>
          <p:nvPr/>
        </p:nvPicPr>
        <p:blipFill>
          <a:blip r:embed="rId3"/>
          <a:stretch>
            <a:fillRect/>
          </a:stretch>
        </p:blipFill>
        <p:spPr>
          <a:xfrm>
            <a:off x="4616829" y="2123321"/>
            <a:ext cx="1781431" cy="3308371"/>
          </a:xfrm>
          <a:prstGeom prst="rect">
            <a:avLst/>
          </a:prstGeom>
        </p:spPr>
      </p:pic>
    </p:spTree>
    <p:extLst>
      <p:ext uri="{BB962C8B-B14F-4D97-AF65-F5344CB8AC3E}">
        <p14:creationId xmlns:p14="http://schemas.microsoft.com/office/powerpoint/2010/main" val="5903850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E659AC7-AD57-4531-1628-40FDF1BC03CA}"/>
              </a:ext>
            </a:extLst>
          </p:cNvPr>
          <p:cNvSpPr>
            <a:spLocks noGrp="1"/>
          </p:cNvSpPr>
          <p:nvPr>
            <p:ph type="body" idx="15"/>
          </p:nvPr>
        </p:nvSpPr>
        <p:spPr/>
        <p:txBody>
          <a:bodyPr/>
          <a:lstStyle/>
          <a:p>
            <a:r>
              <a:rPr lang="de-DE" dirty="0"/>
              <a:t>Development of TS2 Library</a:t>
            </a:r>
          </a:p>
        </p:txBody>
      </p:sp>
      <p:sp>
        <p:nvSpPr>
          <p:cNvPr id="3" name="Title 2">
            <a:extLst>
              <a:ext uri="{FF2B5EF4-FFF2-40B4-BE49-F238E27FC236}">
                <a16:creationId xmlns:a16="http://schemas.microsoft.com/office/drawing/2014/main" id="{28A58437-8316-2960-6A2A-33D411E0E9A2}"/>
              </a:ext>
            </a:extLst>
          </p:cNvPr>
          <p:cNvSpPr>
            <a:spLocks noGrp="1"/>
          </p:cNvSpPr>
          <p:nvPr>
            <p:ph type="title" sz="quarter"/>
          </p:nvPr>
        </p:nvSpPr>
        <p:spPr/>
        <p:txBody>
          <a:bodyPr/>
          <a:lstStyle/>
          <a:p>
            <a:r>
              <a:rPr lang="en-GB" sz="2000" dirty="0">
                <a:solidFill>
                  <a:srgbClr val="002B49"/>
                </a:solidFill>
              </a:rPr>
              <a:t>Requirement Specification</a:t>
            </a:r>
            <a:endParaRPr lang="de-DE" sz="2000" dirty="0">
              <a:solidFill>
                <a:srgbClr val="002B49"/>
              </a:solidFill>
            </a:endParaRPr>
          </a:p>
        </p:txBody>
      </p:sp>
      <p:sp>
        <p:nvSpPr>
          <p:cNvPr id="4" name="Content Placeholder 3">
            <a:extLst>
              <a:ext uri="{FF2B5EF4-FFF2-40B4-BE49-F238E27FC236}">
                <a16:creationId xmlns:a16="http://schemas.microsoft.com/office/drawing/2014/main" id="{832789AB-2A96-9FA1-BCDA-2007611F18CA}"/>
              </a:ext>
            </a:extLst>
          </p:cNvPr>
          <p:cNvSpPr>
            <a:spLocks noGrp="1"/>
          </p:cNvSpPr>
          <p:nvPr>
            <p:ph sz="quarter" idx="1"/>
          </p:nvPr>
        </p:nvSpPr>
        <p:spPr>
          <a:xfrm>
            <a:off x="259080" y="1036800"/>
            <a:ext cx="10452100" cy="4168140"/>
          </a:xfrm>
        </p:spPr>
        <p:txBody>
          <a:bodyPr/>
          <a:lstStyle/>
          <a:p>
            <a:pPr marL="0" indent="0" algn="l">
              <a:buNone/>
            </a:pPr>
            <a:r>
              <a:rPr lang="en-US" b="1" i="0" dirty="0">
                <a:effectLst/>
              </a:rPr>
              <a:t>Evaluation TFE Product Catalogue</a:t>
            </a:r>
            <a:r>
              <a:rPr lang="en-US" dirty="0"/>
              <a:t> </a:t>
            </a:r>
            <a:r>
              <a:rPr lang="en-US" b="0" i="0" dirty="0">
                <a:effectLst/>
              </a:rPr>
              <a:t>&gt; </a:t>
            </a:r>
            <a:r>
              <a:rPr lang="en-US" b="0" i="1" dirty="0">
                <a:effectLst/>
              </a:rPr>
              <a:t>Which TFEs exist?</a:t>
            </a:r>
          </a:p>
          <a:p>
            <a:r>
              <a:rPr lang="de-DE" dirty="0"/>
              <a:t>Function Plans for TS2 LTU:</a:t>
            </a:r>
          </a:p>
          <a:p>
            <a:pPr marL="0" indent="0">
              <a:buNone/>
            </a:pPr>
            <a:r>
              <a:rPr lang="de-DE" dirty="0"/>
              <a:t>5. TFE5: Transverse conveyor </a:t>
            </a:r>
            <a:r>
              <a:rPr lang="en-US" dirty="0"/>
              <a:t>EQ 2/TR (separating, outfeeding)</a:t>
            </a:r>
            <a:endParaRPr lang="de-DE" dirty="0"/>
          </a:p>
        </p:txBody>
      </p:sp>
      <p:sp>
        <p:nvSpPr>
          <p:cNvPr id="5" name="Slide Number Placeholder 4">
            <a:extLst>
              <a:ext uri="{FF2B5EF4-FFF2-40B4-BE49-F238E27FC236}">
                <a16:creationId xmlns:a16="http://schemas.microsoft.com/office/drawing/2014/main" id="{55A0E77D-F194-10C3-229E-82068925C4D2}"/>
              </a:ext>
            </a:extLst>
          </p:cNvPr>
          <p:cNvSpPr>
            <a:spLocks noGrp="1"/>
          </p:cNvSpPr>
          <p:nvPr>
            <p:ph type="sldNum" sz="quarter" idx="12"/>
          </p:nvPr>
        </p:nvSpPr>
        <p:spPr/>
        <p:txBody>
          <a:bodyPr/>
          <a:lstStyle/>
          <a:p>
            <a:fld id="{4898AEC0-503E-4FA4-859C-D0F72D6E3F79}" type="slidenum">
              <a:rPr lang="en-US" noProof="1" smtClean="0"/>
              <a:pPr/>
              <a:t>6</a:t>
            </a:fld>
            <a:endParaRPr lang="en-US" noProof="1"/>
          </a:p>
        </p:txBody>
      </p:sp>
      <p:pic>
        <p:nvPicPr>
          <p:cNvPr id="7" name="Picture 6">
            <a:extLst>
              <a:ext uri="{FF2B5EF4-FFF2-40B4-BE49-F238E27FC236}">
                <a16:creationId xmlns:a16="http://schemas.microsoft.com/office/drawing/2014/main" id="{E708E6E0-5AFD-42C2-F274-43B59787F7C3}"/>
              </a:ext>
            </a:extLst>
          </p:cNvPr>
          <p:cNvPicPr>
            <a:picLocks noChangeAspect="1"/>
          </p:cNvPicPr>
          <p:nvPr/>
        </p:nvPicPr>
        <p:blipFill>
          <a:blip r:embed="rId2"/>
          <a:stretch>
            <a:fillRect/>
          </a:stretch>
        </p:blipFill>
        <p:spPr>
          <a:xfrm>
            <a:off x="433599" y="2133600"/>
            <a:ext cx="3296785" cy="3460140"/>
          </a:xfrm>
          <a:prstGeom prst="rect">
            <a:avLst/>
          </a:prstGeom>
        </p:spPr>
      </p:pic>
      <p:pic>
        <p:nvPicPr>
          <p:cNvPr id="10" name="Picture 9">
            <a:extLst>
              <a:ext uri="{FF2B5EF4-FFF2-40B4-BE49-F238E27FC236}">
                <a16:creationId xmlns:a16="http://schemas.microsoft.com/office/drawing/2014/main" id="{E42F3966-535B-A41D-473E-61E44104916E}"/>
              </a:ext>
            </a:extLst>
          </p:cNvPr>
          <p:cNvPicPr>
            <a:picLocks noChangeAspect="1"/>
          </p:cNvPicPr>
          <p:nvPr/>
        </p:nvPicPr>
        <p:blipFill>
          <a:blip r:embed="rId3"/>
          <a:stretch>
            <a:fillRect/>
          </a:stretch>
        </p:blipFill>
        <p:spPr>
          <a:xfrm>
            <a:off x="4740417" y="2219568"/>
            <a:ext cx="1152584" cy="1227917"/>
          </a:xfrm>
          <a:prstGeom prst="rect">
            <a:avLst/>
          </a:prstGeom>
        </p:spPr>
      </p:pic>
      <p:pic>
        <p:nvPicPr>
          <p:cNvPr id="13" name="Picture 12">
            <a:extLst>
              <a:ext uri="{FF2B5EF4-FFF2-40B4-BE49-F238E27FC236}">
                <a16:creationId xmlns:a16="http://schemas.microsoft.com/office/drawing/2014/main" id="{C41D9D7F-2623-F6E4-0B50-3B9396FC73B4}"/>
              </a:ext>
            </a:extLst>
          </p:cNvPr>
          <p:cNvPicPr>
            <a:picLocks noChangeAspect="1"/>
          </p:cNvPicPr>
          <p:nvPr/>
        </p:nvPicPr>
        <p:blipFill>
          <a:blip r:embed="rId4"/>
          <a:stretch>
            <a:fillRect/>
          </a:stretch>
        </p:blipFill>
        <p:spPr>
          <a:xfrm>
            <a:off x="4740418" y="3491640"/>
            <a:ext cx="3098414" cy="1101806"/>
          </a:xfrm>
          <a:prstGeom prst="rect">
            <a:avLst/>
          </a:prstGeom>
        </p:spPr>
      </p:pic>
      <p:sp>
        <p:nvSpPr>
          <p:cNvPr id="6" name="TextBox 5">
            <a:extLst>
              <a:ext uri="{FF2B5EF4-FFF2-40B4-BE49-F238E27FC236}">
                <a16:creationId xmlns:a16="http://schemas.microsoft.com/office/drawing/2014/main" id="{D498EA39-3BDC-A4BC-2D13-695B60FA354A}"/>
              </a:ext>
            </a:extLst>
          </p:cNvPr>
          <p:cNvSpPr txBox="1"/>
          <p:nvPr/>
        </p:nvSpPr>
        <p:spPr>
          <a:xfrm>
            <a:off x="5893001" y="3120870"/>
            <a:ext cx="565266" cy="280457"/>
          </a:xfrm>
          <a:prstGeom prst="rect">
            <a:avLst/>
          </a:prstGeom>
          <a:noFill/>
        </p:spPr>
        <p:txBody>
          <a:bodyPr wrap="square" lIns="0" tIns="0" rIns="0" bIns="0" rtlCol="0">
            <a:noAutofit/>
          </a:bodyPr>
          <a:lstStyle/>
          <a:p>
            <a:pPr marR="0" defTabSz="914400" eaLnBrk="1" fontAlgn="auto" latinLnBrk="0" hangingPunct="1">
              <a:lnSpc>
                <a:spcPts val="2300"/>
              </a:lnSpc>
              <a:spcBef>
                <a:spcPts val="500"/>
              </a:spcBef>
              <a:spcAft>
                <a:spcPts val="0"/>
              </a:spcAft>
              <a:buClrTx/>
              <a:buSzTx/>
              <a:buFontTx/>
              <a:buNone/>
              <a:tabLst/>
            </a:pPr>
            <a:r>
              <a:rPr kumimoji="0" lang="de-DE" sz="1050" b="1" i="1" u="none" strike="noStrike" kern="0" cap="none" spc="0" normalizeH="0" baseline="0" noProof="0" dirty="0">
                <a:ln>
                  <a:noFill/>
                </a:ln>
                <a:solidFill>
                  <a:srgbClr val="FF0000"/>
                </a:solidFill>
                <a:effectLst/>
                <a:uLnTx/>
                <a:uFillTx/>
              </a:rPr>
              <a:t>TFE3</a:t>
            </a:r>
          </a:p>
        </p:txBody>
      </p:sp>
      <p:sp>
        <p:nvSpPr>
          <p:cNvPr id="8" name="TextBox 7">
            <a:extLst>
              <a:ext uri="{FF2B5EF4-FFF2-40B4-BE49-F238E27FC236}">
                <a16:creationId xmlns:a16="http://schemas.microsoft.com/office/drawing/2014/main" id="{B8659A14-D901-73A9-5F71-395F3E130824}"/>
              </a:ext>
            </a:extLst>
          </p:cNvPr>
          <p:cNvSpPr txBox="1"/>
          <p:nvPr/>
        </p:nvSpPr>
        <p:spPr>
          <a:xfrm>
            <a:off x="5092182" y="1993371"/>
            <a:ext cx="449053" cy="280457"/>
          </a:xfrm>
          <a:prstGeom prst="rect">
            <a:avLst/>
          </a:prstGeom>
          <a:noFill/>
        </p:spPr>
        <p:txBody>
          <a:bodyPr wrap="square" lIns="0" tIns="0" rIns="0" bIns="0" rtlCol="0">
            <a:noAutofit/>
          </a:bodyPr>
          <a:lstStyle/>
          <a:p>
            <a:pPr marR="0" defTabSz="914400" eaLnBrk="1" fontAlgn="auto" latinLnBrk="0" hangingPunct="1">
              <a:lnSpc>
                <a:spcPts val="2300"/>
              </a:lnSpc>
              <a:spcBef>
                <a:spcPts val="500"/>
              </a:spcBef>
              <a:spcAft>
                <a:spcPts val="0"/>
              </a:spcAft>
              <a:buClrTx/>
              <a:buSzTx/>
              <a:buFontTx/>
              <a:buNone/>
              <a:tabLst/>
            </a:pPr>
            <a:r>
              <a:rPr kumimoji="0" lang="de-DE" sz="1050" b="1" i="1" u="none" strike="noStrike" kern="0" cap="none" spc="0" normalizeH="0" baseline="0" noProof="0" dirty="0">
                <a:ln>
                  <a:noFill/>
                </a:ln>
                <a:solidFill>
                  <a:srgbClr val="FF0000"/>
                </a:solidFill>
                <a:effectLst/>
                <a:uLnTx/>
                <a:uFillTx/>
              </a:rPr>
              <a:t>TFE2</a:t>
            </a:r>
          </a:p>
        </p:txBody>
      </p:sp>
    </p:spTree>
    <p:extLst>
      <p:ext uri="{BB962C8B-B14F-4D97-AF65-F5344CB8AC3E}">
        <p14:creationId xmlns:p14="http://schemas.microsoft.com/office/powerpoint/2010/main" val="19333635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E659AC7-AD57-4531-1628-40FDF1BC03CA}"/>
              </a:ext>
            </a:extLst>
          </p:cNvPr>
          <p:cNvSpPr>
            <a:spLocks noGrp="1"/>
          </p:cNvSpPr>
          <p:nvPr>
            <p:ph type="body" idx="15"/>
          </p:nvPr>
        </p:nvSpPr>
        <p:spPr/>
        <p:txBody>
          <a:bodyPr/>
          <a:lstStyle/>
          <a:p>
            <a:r>
              <a:rPr lang="de-DE" dirty="0"/>
              <a:t>Development of TS2 Library</a:t>
            </a:r>
          </a:p>
        </p:txBody>
      </p:sp>
      <p:sp>
        <p:nvSpPr>
          <p:cNvPr id="3" name="Title 2">
            <a:extLst>
              <a:ext uri="{FF2B5EF4-FFF2-40B4-BE49-F238E27FC236}">
                <a16:creationId xmlns:a16="http://schemas.microsoft.com/office/drawing/2014/main" id="{28A58437-8316-2960-6A2A-33D411E0E9A2}"/>
              </a:ext>
            </a:extLst>
          </p:cNvPr>
          <p:cNvSpPr>
            <a:spLocks noGrp="1"/>
          </p:cNvSpPr>
          <p:nvPr>
            <p:ph type="title" sz="quarter"/>
          </p:nvPr>
        </p:nvSpPr>
        <p:spPr/>
        <p:txBody>
          <a:bodyPr/>
          <a:lstStyle/>
          <a:p>
            <a:r>
              <a:rPr lang="en-GB" sz="2000" dirty="0">
                <a:solidFill>
                  <a:srgbClr val="002B49"/>
                </a:solidFill>
              </a:rPr>
              <a:t>Requirement Specification</a:t>
            </a:r>
            <a:endParaRPr lang="de-DE" sz="2000" dirty="0">
              <a:solidFill>
                <a:srgbClr val="002B49"/>
              </a:solidFill>
            </a:endParaRPr>
          </a:p>
        </p:txBody>
      </p:sp>
      <p:sp>
        <p:nvSpPr>
          <p:cNvPr id="4" name="Content Placeholder 3">
            <a:extLst>
              <a:ext uri="{FF2B5EF4-FFF2-40B4-BE49-F238E27FC236}">
                <a16:creationId xmlns:a16="http://schemas.microsoft.com/office/drawing/2014/main" id="{832789AB-2A96-9FA1-BCDA-2007611F18CA}"/>
              </a:ext>
            </a:extLst>
          </p:cNvPr>
          <p:cNvSpPr>
            <a:spLocks noGrp="1"/>
          </p:cNvSpPr>
          <p:nvPr>
            <p:ph sz="quarter" idx="1"/>
          </p:nvPr>
        </p:nvSpPr>
        <p:spPr>
          <a:xfrm>
            <a:off x="259080" y="1036800"/>
            <a:ext cx="10452100" cy="4168140"/>
          </a:xfrm>
        </p:spPr>
        <p:txBody>
          <a:bodyPr/>
          <a:lstStyle/>
          <a:p>
            <a:pPr marL="0" indent="0" algn="l">
              <a:buNone/>
            </a:pPr>
            <a:r>
              <a:rPr lang="en-US" b="1" i="0" dirty="0">
                <a:effectLst/>
              </a:rPr>
              <a:t>Evaluation TFE Product Catalogue</a:t>
            </a:r>
            <a:r>
              <a:rPr lang="en-US" dirty="0"/>
              <a:t> </a:t>
            </a:r>
            <a:r>
              <a:rPr lang="en-US" b="0" i="0" dirty="0">
                <a:effectLst/>
              </a:rPr>
              <a:t>&gt; </a:t>
            </a:r>
            <a:r>
              <a:rPr lang="en-US" b="0" i="1" dirty="0">
                <a:effectLst/>
              </a:rPr>
              <a:t>Which TFEs exist?</a:t>
            </a:r>
          </a:p>
          <a:p>
            <a:r>
              <a:rPr lang="de-DE" dirty="0"/>
              <a:t>Function Plans for TS2 LTU:</a:t>
            </a:r>
          </a:p>
          <a:p>
            <a:pPr marL="0" indent="0">
              <a:buNone/>
            </a:pPr>
            <a:r>
              <a:rPr lang="de-DE" dirty="0"/>
              <a:t>6. TFE6: Transverse conveyor </a:t>
            </a:r>
            <a:r>
              <a:rPr lang="en-US" dirty="0"/>
              <a:t>EQ 2/TR (separating, infeeding)</a:t>
            </a:r>
            <a:endParaRPr lang="de-DE" dirty="0"/>
          </a:p>
        </p:txBody>
      </p:sp>
      <p:sp>
        <p:nvSpPr>
          <p:cNvPr id="5" name="Slide Number Placeholder 4">
            <a:extLst>
              <a:ext uri="{FF2B5EF4-FFF2-40B4-BE49-F238E27FC236}">
                <a16:creationId xmlns:a16="http://schemas.microsoft.com/office/drawing/2014/main" id="{55A0E77D-F194-10C3-229E-82068925C4D2}"/>
              </a:ext>
            </a:extLst>
          </p:cNvPr>
          <p:cNvSpPr>
            <a:spLocks noGrp="1"/>
          </p:cNvSpPr>
          <p:nvPr>
            <p:ph type="sldNum" sz="quarter" idx="12"/>
          </p:nvPr>
        </p:nvSpPr>
        <p:spPr/>
        <p:txBody>
          <a:bodyPr/>
          <a:lstStyle/>
          <a:p>
            <a:fld id="{4898AEC0-503E-4FA4-859C-D0F72D6E3F79}" type="slidenum">
              <a:rPr lang="en-US" noProof="1" smtClean="0"/>
              <a:pPr/>
              <a:t>7</a:t>
            </a:fld>
            <a:endParaRPr lang="en-US" noProof="1"/>
          </a:p>
        </p:txBody>
      </p:sp>
      <p:pic>
        <p:nvPicPr>
          <p:cNvPr id="8" name="Picture 7">
            <a:extLst>
              <a:ext uri="{FF2B5EF4-FFF2-40B4-BE49-F238E27FC236}">
                <a16:creationId xmlns:a16="http://schemas.microsoft.com/office/drawing/2014/main" id="{974BCEDC-345B-AB79-E104-CF59A067548B}"/>
              </a:ext>
            </a:extLst>
          </p:cNvPr>
          <p:cNvPicPr>
            <a:picLocks noChangeAspect="1"/>
          </p:cNvPicPr>
          <p:nvPr/>
        </p:nvPicPr>
        <p:blipFill>
          <a:blip r:embed="rId2"/>
          <a:stretch>
            <a:fillRect/>
          </a:stretch>
        </p:blipFill>
        <p:spPr>
          <a:xfrm>
            <a:off x="332466" y="2077348"/>
            <a:ext cx="2785874" cy="3516392"/>
          </a:xfrm>
          <a:prstGeom prst="rect">
            <a:avLst/>
          </a:prstGeom>
        </p:spPr>
      </p:pic>
      <p:pic>
        <p:nvPicPr>
          <p:cNvPr id="11" name="Picture 10">
            <a:extLst>
              <a:ext uri="{FF2B5EF4-FFF2-40B4-BE49-F238E27FC236}">
                <a16:creationId xmlns:a16="http://schemas.microsoft.com/office/drawing/2014/main" id="{C8BDA03D-D244-9152-5D86-4F9029A2BAA3}"/>
              </a:ext>
            </a:extLst>
          </p:cNvPr>
          <p:cNvPicPr>
            <a:picLocks noChangeAspect="1"/>
          </p:cNvPicPr>
          <p:nvPr/>
        </p:nvPicPr>
        <p:blipFill>
          <a:blip r:embed="rId3"/>
          <a:stretch>
            <a:fillRect/>
          </a:stretch>
        </p:blipFill>
        <p:spPr>
          <a:xfrm>
            <a:off x="3947641" y="2303994"/>
            <a:ext cx="1265220" cy="1257161"/>
          </a:xfrm>
          <a:prstGeom prst="rect">
            <a:avLst/>
          </a:prstGeom>
        </p:spPr>
      </p:pic>
      <p:pic>
        <p:nvPicPr>
          <p:cNvPr id="14" name="Picture 13">
            <a:extLst>
              <a:ext uri="{FF2B5EF4-FFF2-40B4-BE49-F238E27FC236}">
                <a16:creationId xmlns:a16="http://schemas.microsoft.com/office/drawing/2014/main" id="{854FEE5F-CA76-457A-A5A3-BB8CF38853F9}"/>
              </a:ext>
            </a:extLst>
          </p:cNvPr>
          <p:cNvPicPr>
            <a:picLocks noChangeAspect="1"/>
          </p:cNvPicPr>
          <p:nvPr/>
        </p:nvPicPr>
        <p:blipFill>
          <a:blip r:embed="rId4"/>
          <a:stretch>
            <a:fillRect/>
          </a:stretch>
        </p:blipFill>
        <p:spPr>
          <a:xfrm>
            <a:off x="3947641" y="3687745"/>
            <a:ext cx="3075439" cy="759209"/>
          </a:xfrm>
          <a:prstGeom prst="rect">
            <a:avLst/>
          </a:prstGeom>
        </p:spPr>
      </p:pic>
      <p:sp>
        <p:nvSpPr>
          <p:cNvPr id="6" name="TextBox 5">
            <a:extLst>
              <a:ext uri="{FF2B5EF4-FFF2-40B4-BE49-F238E27FC236}">
                <a16:creationId xmlns:a16="http://schemas.microsoft.com/office/drawing/2014/main" id="{55119CB8-D4A7-A9AF-C90F-E3E858AE9297}"/>
              </a:ext>
            </a:extLst>
          </p:cNvPr>
          <p:cNvSpPr txBox="1"/>
          <p:nvPr/>
        </p:nvSpPr>
        <p:spPr>
          <a:xfrm>
            <a:off x="5199585" y="3280698"/>
            <a:ext cx="445276" cy="280457"/>
          </a:xfrm>
          <a:prstGeom prst="rect">
            <a:avLst/>
          </a:prstGeom>
          <a:noFill/>
        </p:spPr>
        <p:txBody>
          <a:bodyPr wrap="square" lIns="0" tIns="0" rIns="0" bIns="0" rtlCol="0">
            <a:noAutofit/>
          </a:bodyPr>
          <a:lstStyle/>
          <a:p>
            <a:pPr marR="0" defTabSz="914400" eaLnBrk="1" fontAlgn="auto" latinLnBrk="0" hangingPunct="1">
              <a:lnSpc>
                <a:spcPts val="2300"/>
              </a:lnSpc>
              <a:spcBef>
                <a:spcPts val="500"/>
              </a:spcBef>
              <a:spcAft>
                <a:spcPts val="0"/>
              </a:spcAft>
              <a:buClrTx/>
              <a:buSzTx/>
              <a:buFontTx/>
              <a:buNone/>
              <a:tabLst/>
            </a:pPr>
            <a:r>
              <a:rPr kumimoji="0" lang="de-DE" sz="1050" b="1" i="1" u="none" strike="noStrike" kern="0" cap="none" spc="0" normalizeH="0" baseline="0" noProof="0" dirty="0">
                <a:ln>
                  <a:noFill/>
                </a:ln>
                <a:solidFill>
                  <a:srgbClr val="FF0000"/>
                </a:solidFill>
                <a:effectLst/>
                <a:uLnTx/>
                <a:uFillTx/>
              </a:rPr>
              <a:t>TFE1</a:t>
            </a:r>
          </a:p>
        </p:txBody>
      </p:sp>
      <p:sp>
        <p:nvSpPr>
          <p:cNvPr id="7" name="TextBox 6">
            <a:extLst>
              <a:ext uri="{FF2B5EF4-FFF2-40B4-BE49-F238E27FC236}">
                <a16:creationId xmlns:a16="http://schemas.microsoft.com/office/drawing/2014/main" id="{2F83F19C-98E3-5D3C-656E-338CA192E89F}"/>
              </a:ext>
            </a:extLst>
          </p:cNvPr>
          <p:cNvSpPr txBox="1"/>
          <p:nvPr/>
        </p:nvSpPr>
        <p:spPr>
          <a:xfrm>
            <a:off x="5212861" y="2506873"/>
            <a:ext cx="565266" cy="280457"/>
          </a:xfrm>
          <a:prstGeom prst="rect">
            <a:avLst/>
          </a:prstGeom>
          <a:noFill/>
        </p:spPr>
        <p:txBody>
          <a:bodyPr wrap="square" lIns="0" tIns="0" rIns="0" bIns="0" rtlCol="0">
            <a:noAutofit/>
          </a:bodyPr>
          <a:lstStyle/>
          <a:p>
            <a:pPr marR="0" defTabSz="914400" eaLnBrk="1" fontAlgn="auto" latinLnBrk="0" hangingPunct="1">
              <a:lnSpc>
                <a:spcPts val="2300"/>
              </a:lnSpc>
              <a:spcBef>
                <a:spcPts val="500"/>
              </a:spcBef>
              <a:spcAft>
                <a:spcPts val="0"/>
              </a:spcAft>
              <a:buClrTx/>
              <a:buSzTx/>
              <a:buFontTx/>
              <a:buNone/>
              <a:tabLst/>
            </a:pPr>
            <a:r>
              <a:rPr kumimoji="0" lang="de-DE" sz="1050" b="1" i="1" u="none" strike="noStrike" kern="0" cap="none" spc="0" normalizeH="0" baseline="0" noProof="0" dirty="0">
                <a:ln>
                  <a:noFill/>
                </a:ln>
                <a:solidFill>
                  <a:srgbClr val="FF0000"/>
                </a:solidFill>
                <a:effectLst/>
                <a:uLnTx/>
                <a:uFillTx/>
              </a:rPr>
              <a:t>TFE4</a:t>
            </a:r>
          </a:p>
        </p:txBody>
      </p:sp>
    </p:spTree>
    <p:extLst>
      <p:ext uri="{BB962C8B-B14F-4D97-AF65-F5344CB8AC3E}">
        <p14:creationId xmlns:p14="http://schemas.microsoft.com/office/powerpoint/2010/main" val="837272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E659AC7-AD57-4531-1628-40FDF1BC03CA}"/>
              </a:ext>
            </a:extLst>
          </p:cNvPr>
          <p:cNvSpPr>
            <a:spLocks noGrp="1"/>
          </p:cNvSpPr>
          <p:nvPr>
            <p:ph type="body" idx="15"/>
          </p:nvPr>
        </p:nvSpPr>
        <p:spPr/>
        <p:txBody>
          <a:bodyPr/>
          <a:lstStyle/>
          <a:p>
            <a:r>
              <a:rPr lang="de-DE" dirty="0"/>
              <a:t>Development of TS2 Library</a:t>
            </a:r>
          </a:p>
        </p:txBody>
      </p:sp>
      <p:sp>
        <p:nvSpPr>
          <p:cNvPr id="3" name="Title 2">
            <a:extLst>
              <a:ext uri="{FF2B5EF4-FFF2-40B4-BE49-F238E27FC236}">
                <a16:creationId xmlns:a16="http://schemas.microsoft.com/office/drawing/2014/main" id="{28A58437-8316-2960-6A2A-33D411E0E9A2}"/>
              </a:ext>
            </a:extLst>
          </p:cNvPr>
          <p:cNvSpPr>
            <a:spLocks noGrp="1"/>
          </p:cNvSpPr>
          <p:nvPr>
            <p:ph type="title" sz="quarter"/>
          </p:nvPr>
        </p:nvSpPr>
        <p:spPr/>
        <p:txBody>
          <a:bodyPr/>
          <a:lstStyle/>
          <a:p>
            <a:r>
              <a:rPr lang="en-GB" sz="2000" dirty="0">
                <a:solidFill>
                  <a:srgbClr val="002B49"/>
                </a:solidFill>
              </a:rPr>
              <a:t>Requirement Specification</a:t>
            </a:r>
            <a:endParaRPr lang="de-DE" sz="2000" dirty="0">
              <a:solidFill>
                <a:srgbClr val="002B49"/>
              </a:solidFill>
            </a:endParaRPr>
          </a:p>
        </p:txBody>
      </p:sp>
      <p:sp>
        <p:nvSpPr>
          <p:cNvPr id="4" name="Content Placeholder 3">
            <a:extLst>
              <a:ext uri="{FF2B5EF4-FFF2-40B4-BE49-F238E27FC236}">
                <a16:creationId xmlns:a16="http://schemas.microsoft.com/office/drawing/2014/main" id="{832789AB-2A96-9FA1-BCDA-2007611F18CA}"/>
              </a:ext>
            </a:extLst>
          </p:cNvPr>
          <p:cNvSpPr>
            <a:spLocks noGrp="1"/>
          </p:cNvSpPr>
          <p:nvPr>
            <p:ph sz="quarter" idx="1"/>
          </p:nvPr>
        </p:nvSpPr>
        <p:spPr>
          <a:xfrm>
            <a:off x="259080" y="1036800"/>
            <a:ext cx="10452100" cy="4168140"/>
          </a:xfrm>
        </p:spPr>
        <p:txBody>
          <a:bodyPr/>
          <a:lstStyle/>
          <a:p>
            <a:pPr marL="0" indent="0" algn="l">
              <a:buNone/>
            </a:pPr>
            <a:r>
              <a:rPr lang="en-US" b="1" i="0" dirty="0">
                <a:effectLst/>
              </a:rPr>
              <a:t>Evaluation TFE Product Catalogue</a:t>
            </a:r>
            <a:r>
              <a:rPr lang="en-US" dirty="0"/>
              <a:t> </a:t>
            </a:r>
            <a:r>
              <a:rPr lang="en-US" b="0" i="0" dirty="0">
                <a:effectLst/>
              </a:rPr>
              <a:t>&gt; </a:t>
            </a:r>
            <a:r>
              <a:rPr lang="en-US" b="0" i="1" dirty="0">
                <a:effectLst/>
              </a:rPr>
              <a:t>Which TFEs exist?</a:t>
            </a:r>
          </a:p>
          <a:p>
            <a:r>
              <a:rPr lang="de-DE" dirty="0"/>
              <a:t>Function Plans for TS2 LTU:</a:t>
            </a:r>
          </a:p>
          <a:p>
            <a:pPr marL="0" indent="0">
              <a:buNone/>
            </a:pPr>
            <a:r>
              <a:rPr lang="de-DE" dirty="0"/>
              <a:t>7. TFE7: Transverse conveyor EQ 2/TR (transfer) (TFE 7)</a:t>
            </a:r>
          </a:p>
        </p:txBody>
      </p:sp>
      <p:sp>
        <p:nvSpPr>
          <p:cNvPr id="5" name="Slide Number Placeholder 4">
            <a:extLst>
              <a:ext uri="{FF2B5EF4-FFF2-40B4-BE49-F238E27FC236}">
                <a16:creationId xmlns:a16="http://schemas.microsoft.com/office/drawing/2014/main" id="{55A0E77D-F194-10C3-229E-82068925C4D2}"/>
              </a:ext>
            </a:extLst>
          </p:cNvPr>
          <p:cNvSpPr>
            <a:spLocks noGrp="1"/>
          </p:cNvSpPr>
          <p:nvPr>
            <p:ph type="sldNum" sz="quarter" idx="12"/>
          </p:nvPr>
        </p:nvSpPr>
        <p:spPr/>
        <p:txBody>
          <a:bodyPr/>
          <a:lstStyle/>
          <a:p>
            <a:fld id="{4898AEC0-503E-4FA4-859C-D0F72D6E3F79}" type="slidenum">
              <a:rPr lang="en-US" noProof="1" smtClean="0"/>
              <a:pPr/>
              <a:t>8</a:t>
            </a:fld>
            <a:endParaRPr lang="en-US" noProof="1"/>
          </a:p>
        </p:txBody>
      </p:sp>
      <p:pic>
        <p:nvPicPr>
          <p:cNvPr id="7" name="Picture 6">
            <a:extLst>
              <a:ext uri="{FF2B5EF4-FFF2-40B4-BE49-F238E27FC236}">
                <a16:creationId xmlns:a16="http://schemas.microsoft.com/office/drawing/2014/main" id="{D4323E91-4473-E6D4-C500-34188B169A06}"/>
              </a:ext>
            </a:extLst>
          </p:cNvPr>
          <p:cNvPicPr>
            <a:picLocks noChangeAspect="1"/>
          </p:cNvPicPr>
          <p:nvPr/>
        </p:nvPicPr>
        <p:blipFill>
          <a:blip r:embed="rId2"/>
          <a:stretch>
            <a:fillRect/>
          </a:stretch>
        </p:blipFill>
        <p:spPr>
          <a:xfrm>
            <a:off x="559007" y="2207974"/>
            <a:ext cx="3921682" cy="2925839"/>
          </a:xfrm>
          <a:prstGeom prst="rect">
            <a:avLst/>
          </a:prstGeom>
        </p:spPr>
      </p:pic>
      <p:pic>
        <p:nvPicPr>
          <p:cNvPr id="10" name="Picture 9">
            <a:extLst>
              <a:ext uri="{FF2B5EF4-FFF2-40B4-BE49-F238E27FC236}">
                <a16:creationId xmlns:a16="http://schemas.microsoft.com/office/drawing/2014/main" id="{68999BEE-0570-3000-2EEA-BF6D91F4CB10}"/>
              </a:ext>
            </a:extLst>
          </p:cNvPr>
          <p:cNvPicPr>
            <a:picLocks noChangeAspect="1"/>
          </p:cNvPicPr>
          <p:nvPr/>
        </p:nvPicPr>
        <p:blipFill>
          <a:blip r:embed="rId3"/>
          <a:stretch>
            <a:fillRect/>
          </a:stretch>
        </p:blipFill>
        <p:spPr>
          <a:xfrm>
            <a:off x="4838768" y="2299502"/>
            <a:ext cx="1379962" cy="1371391"/>
          </a:xfrm>
          <a:prstGeom prst="rect">
            <a:avLst/>
          </a:prstGeom>
        </p:spPr>
      </p:pic>
      <p:pic>
        <p:nvPicPr>
          <p:cNvPr id="13" name="Picture 12">
            <a:extLst>
              <a:ext uri="{FF2B5EF4-FFF2-40B4-BE49-F238E27FC236}">
                <a16:creationId xmlns:a16="http://schemas.microsoft.com/office/drawing/2014/main" id="{A06342CE-0EE4-CD63-4E9D-E1FDC5326CE1}"/>
              </a:ext>
            </a:extLst>
          </p:cNvPr>
          <p:cNvPicPr>
            <a:picLocks noChangeAspect="1"/>
          </p:cNvPicPr>
          <p:nvPr/>
        </p:nvPicPr>
        <p:blipFill>
          <a:blip r:embed="rId4"/>
          <a:stretch>
            <a:fillRect/>
          </a:stretch>
        </p:blipFill>
        <p:spPr>
          <a:xfrm>
            <a:off x="4838768" y="3670893"/>
            <a:ext cx="1872422" cy="1350044"/>
          </a:xfrm>
          <a:prstGeom prst="rect">
            <a:avLst/>
          </a:prstGeom>
        </p:spPr>
      </p:pic>
      <p:sp>
        <p:nvSpPr>
          <p:cNvPr id="6" name="TextBox 5">
            <a:extLst>
              <a:ext uri="{FF2B5EF4-FFF2-40B4-BE49-F238E27FC236}">
                <a16:creationId xmlns:a16="http://schemas.microsoft.com/office/drawing/2014/main" id="{93B190FD-B4B4-B2BF-475E-7E7B7B5EED6B}"/>
              </a:ext>
            </a:extLst>
          </p:cNvPr>
          <p:cNvSpPr txBox="1"/>
          <p:nvPr/>
        </p:nvSpPr>
        <p:spPr>
          <a:xfrm>
            <a:off x="6199953" y="3280698"/>
            <a:ext cx="445276" cy="280457"/>
          </a:xfrm>
          <a:prstGeom prst="rect">
            <a:avLst/>
          </a:prstGeom>
          <a:noFill/>
        </p:spPr>
        <p:txBody>
          <a:bodyPr wrap="square" lIns="0" tIns="0" rIns="0" bIns="0" rtlCol="0">
            <a:noAutofit/>
          </a:bodyPr>
          <a:lstStyle/>
          <a:p>
            <a:pPr marR="0" defTabSz="914400" eaLnBrk="1" fontAlgn="auto" latinLnBrk="0" hangingPunct="1">
              <a:lnSpc>
                <a:spcPts val="2300"/>
              </a:lnSpc>
              <a:spcBef>
                <a:spcPts val="500"/>
              </a:spcBef>
              <a:spcAft>
                <a:spcPts val="0"/>
              </a:spcAft>
              <a:buClrTx/>
              <a:buSzTx/>
              <a:buFontTx/>
              <a:buNone/>
              <a:tabLst/>
            </a:pPr>
            <a:r>
              <a:rPr kumimoji="0" lang="de-DE" sz="1050" b="1" i="1" u="none" strike="noStrike" kern="0" cap="none" spc="0" normalizeH="0" baseline="0" noProof="0" dirty="0">
                <a:ln>
                  <a:noFill/>
                </a:ln>
                <a:solidFill>
                  <a:srgbClr val="FF0000"/>
                </a:solidFill>
                <a:effectLst/>
                <a:uLnTx/>
                <a:uFillTx/>
              </a:rPr>
              <a:t>TFE1</a:t>
            </a:r>
          </a:p>
        </p:txBody>
      </p:sp>
      <p:sp>
        <p:nvSpPr>
          <p:cNvPr id="8" name="TextBox 7">
            <a:extLst>
              <a:ext uri="{FF2B5EF4-FFF2-40B4-BE49-F238E27FC236}">
                <a16:creationId xmlns:a16="http://schemas.microsoft.com/office/drawing/2014/main" id="{8C23A281-2E52-88B7-3872-1F7F7DDD44F8}"/>
              </a:ext>
            </a:extLst>
          </p:cNvPr>
          <p:cNvSpPr txBox="1"/>
          <p:nvPr/>
        </p:nvSpPr>
        <p:spPr>
          <a:xfrm>
            <a:off x="6213229" y="2506873"/>
            <a:ext cx="565266" cy="280457"/>
          </a:xfrm>
          <a:prstGeom prst="rect">
            <a:avLst/>
          </a:prstGeom>
          <a:noFill/>
        </p:spPr>
        <p:txBody>
          <a:bodyPr wrap="square" lIns="0" tIns="0" rIns="0" bIns="0" rtlCol="0">
            <a:noAutofit/>
          </a:bodyPr>
          <a:lstStyle/>
          <a:p>
            <a:pPr marR="0" defTabSz="914400" eaLnBrk="1" fontAlgn="auto" latinLnBrk="0" hangingPunct="1">
              <a:lnSpc>
                <a:spcPts val="2300"/>
              </a:lnSpc>
              <a:spcBef>
                <a:spcPts val="500"/>
              </a:spcBef>
              <a:spcAft>
                <a:spcPts val="0"/>
              </a:spcAft>
              <a:buClrTx/>
              <a:buSzTx/>
              <a:buFontTx/>
              <a:buNone/>
              <a:tabLst/>
            </a:pPr>
            <a:r>
              <a:rPr kumimoji="0" lang="de-DE" sz="1050" b="1" i="1" u="none" strike="noStrike" kern="0" cap="none" spc="0" normalizeH="0" baseline="0" noProof="0" dirty="0">
                <a:ln>
                  <a:noFill/>
                </a:ln>
                <a:solidFill>
                  <a:srgbClr val="FF0000"/>
                </a:solidFill>
                <a:effectLst/>
                <a:uLnTx/>
                <a:uFillTx/>
              </a:rPr>
              <a:t>TFE2</a:t>
            </a:r>
          </a:p>
        </p:txBody>
      </p:sp>
    </p:spTree>
    <p:extLst>
      <p:ext uri="{BB962C8B-B14F-4D97-AF65-F5344CB8AC3E}">
        <p14:creationId xmlns:p14="http://schemas.microsoft.com/office/powerpoint/2010/main" val="8533773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E659AC7-AD57-4531-1628-40FDF1BC03CA}"/>
              </a:ext>
            </a:extLst>
          </p:cNvPr>
          <p:cNvSpPr>
            <a:spLocks noGrp="1"/>
          </p:cNvSpPr>
          <p:nvPr>
            <p:ph type="body" idx="15"/>
          </p:nvPr>
        </p:nvSpPr>
        <p:spPr/>
        <p:txBody>
          <a:bodyPr/>
          <a:lstStyle/>
          <a:p>
            <a:r>
              <a:rPr lang="de-DE" dirty="0"/>
              <a:t>Development of TS2 Library</a:t>
            </a:r>
          </a:p>
        </p:txBody>
      </p:sp>
      <p:sp>
        <p:nvSpPr>
          <p:cNvPr id="3" name="Title 2">
            <a:extLst>
              <a:ext uri="{FF2B5EF4-FFF2-40B4-BE49-F238E27FC236}">
                <a16:creationId xmlns:a16="http://schemas.microsoft.com/office/drawing/2014/main" id="{28A58437-8316-2960-6A2A-33D411E0E9A2}"/>
              </a:ext>
            </a:extLst>
          </p:cNvPr>
          <p:cNvSpPr>
            <a:spLocks noGrp="1"/>
          </p:cNvSpPr>
          <p:nvPr>
            <p:ph type="title" sz="quarter"/>
          </p:nvPr>
        </p:nvSpPr>
        <p:spPr/>
        <p:txBody>
          <a:bodyPr/>
          <a:lstStyle/>
          <a:p>
            <a:r>
              <a:rPr lang="en-GB" sz="2000" dirty="0">
                <a:solidFill>
                  <a:srgbClr val="002B49"/>
                </a:solidFill>
              </a:rPr>
              <a:t>Requirement Specification</a:t>
            </a:r>
            <a:endParaRPr lang="de-DE" sz="2000" dirty="0">
              <a:solidFill>
                <a:srgbClr val="002B49"/>
              </a:solidFill>
            </a:endParaRPr>
          </a:p>
        </p:txBody>
      </p:sp>
      <p:sp>
        <p:nvSpPr>
          <p:cNvPr id="4" name="Content Placeholder 3">
            <a:extLst>
              <a:ext uri="{FF2B5EF4-FFF2-40B4-BE49-F238E27FC236}">
                <a16:creationId xmlns:a16="http://schemas.microsoft.com/office/drawing/2014/main" id="{832789AB-2A96-9FA1-BCDA-2007611F18CA}"/>
              </a:ext>
            </a:extLst>
          </p:cNvPr>
          <p:cNvSpPr>
            <a:spLocks noGrp="1"/>
          </p:cNvSpPr>
          <p:nvPr>
            <p:ph sz="quarter" idx="1"/>
          </p:nvPr>
        </p:nvSpPr>
        <p:spPr>
          <a:xfrm>
            <a:off x="259080" y="1036800"/>
            <a:ext cx="10452100" cy="4168140"/>
          </a:xfrm>
        </p:spPr>
        <p:txBody>
          <a:bodyPr/>
          <a:lstStyle/>
          <a:p>
            <a:pPr marL="0" indent="0" algn="l">
              <a:buNone/>
            </a:pPr>
            <a:r>
              <a:rPr lang="en-US" b="1" i="0" dirty="0">
                <a:effectLst/>
              </a:rPr>
              <a:t>Evaluation TFE Product Catalogue</a:t>
            </a:r>
            <a:r>
              <a:rPr lang="en-US" dirty="0"/>
              <a:t> </a:t>
            </a:r>
            <a:r>
              <a:rPr lang="en-US" b="0" i="0" dirty="0">
                <a:effectLst/>
              </a:rPr>
              <a:t>&gt; </a:t>
            </a:r>
            <a:r>
              <a:rPr lang="en-US" b="0" i="1" dirty="0">
                <a:effectLst/>
              </a:rPr>
              <a:t>Which TFEs exist?</a:t>
            </a:r>
          </a:p>
          <a:p>
            <a:r>
              <a:rPr lang="de-DE" dirty="0"/>
              <a:t>Function Plans for TS2 LTU (</a:t>
            </a:r>
            <a:r>
              <a:rPr lang="de-DE" i="1" dirty="0"/>
              <a:t>HQ 2/C-H, HQ 2/G-H</a:t>
            </a:r>
            <a:r>
              <a:rPr lang="de-DE" dirty="0"/>
              <a:t>):</a:t>
            </a:r>
          </a:p>
          <a:p>
            <a:pPr marL="342900" indent="-342900">
              <a:buFont typeface="+mj-lt"/>
              <a:buAutoNum type="arabicPeriod"/>
            </a:pPr>
            <a:r>
              <a:rPr lang="de-DE" dirty="0"/>
              <a:t>TFE1: Implementation in transverse section</a:t>
            </a:r>
          </a:p>
        </p:txBody>
      </p:sp>
      <p:sp>
        <p:nvSpPr>
          <p:cNvPr id="5" name="Slide Number Placeholder 4">
            <a:extLst>
              <a:ext uri="{FF2B5EF4-FFF2-40B4-BE49-F238E27FC236}">
                <a16:creationId xmlns:a16="http://schemas.microsoft.com/office/drawing/2014/main" id="{55A0E77D-F194-10C3-229E-82068925C4D2}"/>
              </a:ext>
            </a:extLst>
          </p:cNvPr>
          <p:cNvSpPr>
            <a:spLocks noGrp="1"/>
          </p:cNvSpPr>
          <p:nvPr>
            <p:ph type="sldNum" sz="quarter" idx="12"/>
          </p:nvPr>
        </p:nvSpPr>
        <p:spPr/>
        <p:txBody>
          <a:bodyPr/>
          <a:lstStyle/>
          <a:p>
            <a:fld id="{4898AEC0-503E-4FA4-859C-D0F72D6E3F79}" type="slidenum">
              <a:rPr lang="en-US" noProof="1" smtClean="0"/>
              <a:pPr/>
              <a:t>9</a:t>
            </a:fld>
            <a:endParaRPr lang="en-US" noProof="1"/>
          </a:p>
        </p:txBody>
      </p:sp>
      <p:pic>
        <p:nvPicPr>
          <p:cNvPr id="11" name="Picture 10">
            <a:extLst>
              <a:ext uri="{FF2B5EF4-FFF2-40B4-BE49-F238E27FC236}">
                <a16:creationId xmlns:a16="http://schemas.microsoft.com/office/drawing/2014/main" id="{DE9705E0-B232-3BB3-7B0A-1BBA11755742}"/>
              </a:ext>
            </a:extLst>
          </p:cNvPr>
          <p:cNvPicPr>
            <a:picLocks noChangeAspect="1"/>
          </p:cNvPicPr>
          <p:nvPr/>
        </p:nvPicPr>
        <p:blipFill>
          <a:blip r:embed="rId2"/>
          <a:stretch>
            <a:fillRect/>
          </a:stretch>
        </p:blipFill>
        <p:spPr>
          <a:xfrm>
            <a:off x="600500" y="2137980"/>
            <a:ext cx="3780875" cy="2795718"/>
          </a:xfrm>
          <a:prstGeom prst="rect">
            <a:avLst/>
          </a:prstGeom>
        </p:spPr>
      </p:pic>
      <p:pic>
        <p:nvPicPr>
          <p:cNvPr id="13" name="Picture 12">
            <a:extLst>
              <a:ext uri="{FF2B5EF4-FFF2-40B4-BE49-F238E27FC236}">
                <a16:creationId xmlns:a16="http://schemas.microsoft.com/office/drawing/2014/main" id="{DAD6549D-04E9-5066-5001-608B9BA9A108}"/>
              </a:ext>
            </a:extLst>
          </p:cNvPr>
          <p:cNvPicPr>
            <a:picLocks noChangeAspect="1"/>
          </p:cNvPicPr>
          <p:nvPr/>
        </p:nvPicPr>
        <p:blipFill>
          <a:blip r:embed="rId3"/>
          <a:stretch>
            <a:fillRect/>
          </a:stretch>
        </p:blipFill>
        <p:spPr>
          <a:xfrm>
            <a:off x="4709420" y="2202692"/>
            <a:ext cx="1191540" cy="1238267"/>
          </a:xfrm>
          <a:prstGeom prst="rect">
            <a:avLst/>
          </a:prstGeom>
        </p:spPr>
      </p:pic>
      <p:pic>
        <p:nvPicPr>
          <p:cNvPr id="15" name="Picture 14">
            <a:extLst>
              <a:ext uri="{FF2B5EF4-FFF2-40B4-BE49-F238E27FC236}">
                <a16:creationId xmlns:a16="http://schemas.microsoft.com/office/drawing/2014/main" id="{86002203-FCAB-BF06-3D79-CC881E991DE2}"/>
              </a:ext>
            </a:extLst>
          </p:cNvPr>
          <p:cNvPicPr>
            <a:picLocks noChangeAspect="1"/>
          </p:cNvPicPr>
          <p:nvPr/>
        </p:nvPicPr>
        <p:blipFill>
          <a:blip r:embed="rId4"/>
          <a:stretch>
            <a:fillRect/>
          </a:stretch>
        </p:blipFill>
        <p:spPr>
          <a:xfrm>
            <a:off x="4709420" y="3496807"/>
            <a:ext cx="2861122" cy="1436891"/>
          </a:xfrm>
          <a:prstGeom prst="rect">
            <a:avLst/>
          </a:prstGeom>
        </p:spPr>
      </p:pic>
    </p:spTree>
    <p:extLst>
      <p:ext uri="{BB962C8B-B14F-4D97-AF65-F5344CB8AC3E}">
        <p14:creationId xmlns:p14="http://schemas.microsoft.com/office/powerpoint/2010/main" val="17692984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E659AC7-AD57-4531-1628-40FDF1BC03CA}"/>
              </a:ext>
            </a:extLst>
          </p:cNvPr>
          <p:cNvSpPr>
            <a:spLocks noGrp="1"/>
          </p:cNvSpPr>
          <p:nvPr>
            <p:ph type="body" idx="15"/>
          </p:nvPr>
        </p:nvSpPr>
        <p:spPr/>
        <p:txBody>
          <a:bodyPr/>
          <a:lstStyle/>
          <a:p>
            <a:r>
              <a:rPr lang="de-DE" dirty="0"/>
              <a:t>Development of TS2 Library</a:t>
            </a:r>
          </a:p>
        </p:txBody>
      </p:sp>
      <p:sp>
        <p:nvSpPr>
          <p:cNvPr id="3" name="Title 2">
            <a:extLst>
              <a:ext uri="{FF2B5EF4-FFF2-40B4-BE49-F238E27FC236}">
                <a16:creationId xmlns:a16="http://schemas.microsoft.com/office/drawing/2014/main" id="{28A58437-8316-2960-6A2A-33D411E0E9A2}"/>
              </a:ext>
            </a:extLst>
          </p:cNvPr>
          <p:cNvSpPr>
            <a:spLocks noGrp="1"/>
          </p:cNvSpPr>
          <p:nvPr>
            <p:ph type="title" sz="quarter"/>
          </p:nvPr>
        </p:nvSpPr>
        <p:spPr/>
        <p:txBody>
          <a:bodyPr/>
          <a:lstStyle/>
          <a:p>
            <a:r>
              <a:rPr lang="en-GB" sz="2000" dirty="0">
                <a:solidFill>
                  <a:srgbClr val="002B49"/>
                </a:solidFill>
              </a:rPr>
              <a:t>Requirement Specification</a:t>
            </a:r>
            <a:endParaRPr lang="de-DE" sz="2000" dirty="0">
              <a:solidFill>
                <a:srgbClr val="002B49"/>
              </a:solidFill>
            </a:endParaRPr>
          </a:p>
        </p:txBody>
      </p:sp>
      <p:sp>
        <p:nvSpPr>
          <p:cNvPr id="4" name="Content Placeholder 3">
            <a:extLst>
              <a:ext uri="{FF2B5EF4-FFF2-40B4-BE49-F238E27FC236}">
                <a16:creationId xmlns:a16="http://schemas.microsoft.com/office/drawing/2014/main" id="{832789AB-2A96-9FA1-BCDA-2007611F18CA}"/>
              </a:ext>
            </a:extLst>
          </p:cNvPr>
          <p:cNvSpPr>
            <a:spLocks noGrp="1"/>
          </p:cNvSpPr>
          <p:nvPr>
            <p:ph sz="quarter" idx="1"/>
          </p:nvPr>
        </p:nvSpPr>
        <p:spPr>
          <a:xfrm>
            <a:off x="259080" y="1036800"/>
            <a:ext cx="10452100" cy="4168140"/>
          </a:xfrm>
        </p:spPr>
        <p:txBody>
          <a:bodyPr/>
          <a:lstStyle/>
          <a:p>
            <a:pPr marL="0" indent="0" algn="l">
              <a:buNone/>
            </a:pPr>
            <a:r>
              <a:rPr lang="en-US" b="1" i="0" dirty="0">
                <a:effectLst/>
              </a:rPr>
              <a:t>Evaluation TFE Product Catalogue</a:t>
            </a:r>
            <a:r>
              <a:rPr lang="en-US" dirty="0"/>
              <a:t> </a:t>
            </a:r>
            <a:r>
              <a:rPr lang="en-US" b="0" i="0" dirty="0">
                <a:effectLst/>
              </a:rPr>
              <a:t>&gt; </a:t>
            </a:r>
            <a:r>
              <a:rPr lang="en-US" b="0" i="1" dirty="0">
                <a:effectLst/>
              </a:rPr>
              <a:t>Which TFEs exist?</a:t>
            </a:r>
          </a:p>
          <a:p>
            <a:r>
              <a:rPr lang="de-DE" dirty="0"/>
              <a:t>Function Plans for TS2 LTU (</a:t>
            </a:r>
            <a:r>
              <a:rPr lang="de-DE" i="1" dirty="0"/>
              <a:t>HQ 2/C-H, HQ 2/G-H</a:t>
            </a:r>
            <a:r>
              <a:rPr lang="de-DE" dirty="0"/>
              <a:t>):</a:t>
            </a:r>
          </a:p>
          <a:p>
            <a:pPr marL="0" indent="0">
              <a:buNone/>
            </a:pPr>
            <a:r>
              <a:rPr lang="de-DE" dirty="0"/>
              <a:t>2. TFE2: Implementation in longitudinal section</a:t>
            </a:r>
          </a:p>
        </p:txBody>
      </p:sp>
      <p:sp>
        <p:nvSpPr>
          <p:cNvPr id="5" name="Slide Number Placeholder 4">
            <a:extLst>
              <a:ext uri="{FF2B5EF4-FFF2-40B4-BE49-F238E27FC236}">
                <a16:creationId xmlns:a16="http://schemas.microsoft.com/office/drawing/2014/main" id="{55A0E77D-F194-10C3-229E-82068925C4D2}"/>
              </a:ext>
            </a:extLst>
          </p:cNvPr>
          <p:cNvSpPr>
            <a:spLocks noGrp="1"/>
          </p:cNvSpPr>
          <p:nvPr>
            <p:ph type="sldNum" sz="quarter" idx="12"/>
          </p:nvPr>
        </p:nvSpPr>
        <p:spPr/>
        <p:txBody>
          <a:bodyPr/>
          <a:lstStyle/>
          <a:p>
            <a:fld id="{4898AEC0-503E-4FA4-859C-D0F72D6E3F79}" type="slidenum">
              <a:rPr lang="en-US" noProof="1" smtClean="0"/>
              <a:pPr/>
              <a:t>10</a:t>
            </a:fld>
            <a:endParaRPr lang="en-US" noProof="1"/>
          </a:p>
        </p:txBody>
      </p:sp>
      <p:pic>
        <p:nvPicPr>
          <p:cNvPr id="7" name="Picture 6">
            <a:extLst>
              <a:ext uri="{FF2B5EF4-FFF2-40B4-BE49-F238E27FC236}">
                <a16:creationId xmlns:a16="http://schemas.microsoft.com/office/drawing/2014/main" id="{93A3E454-8643-43CA-04B1-DC8D2847CB84}"/>
              </a:ext>
            </a:extLst>
          </p:cNvPr>
          <p:cNvPicPr>
            <a:picLocks noChangeAspect="1"/>
          </p:cNvPicPr>
          <p:nvPr/>
        </p:nvPicPr>
        <p:blipFill>
          <a:blip r:embed="rId2"/>
          <a:stretch>
            <a:fillRect/>
          </a:stretch>
        </p:blipFill>
        <p:spPr>
          <a:xfrm>
            <a:off x="600500" y="2210132"/>
            <a:ext cx="3507202" cy="2804164"/>
          </a:xfrm>
          <a:prstGeom prst="rect">
            <a:avLst/>
          </a:prstGeom>
        </p:spPr>
      </p:pic>
      <p:pic>
        <p:nvPicPr>
          <p:cNvPr id="9" name="Picture 8">
            <a:extLst>
              <a:ext uri="{FF2B5EF4-FFF2-40B4-BE49-F238E27FC236}">
                <a16:creationId xmlns:a16="http://schemas.microsoft.com/office/drawing/2014/main" id="{6BB93851-CAD6-7B7F-DF73-AA3B4787C80A}"/>
              </a:ext>
            </a:extLst>
          </p:cNvPr>
          <p:cNvPicPr>
            <a:picLocks noChangeAspect="1"/>
          </p:cNvPicPr>
          <p:nvPr/>
        </p:nvPicPr>
        <p:blipFill>
          <a:blip r:embed="rId3"/>
          <a:stretch>
            <a:fillRect/>
          </a:stretch>
        </p:blipFill>
        <p:spPr>
          <a:xfrm>
            <a:off x="4850955" y="2210132"/>
            <a:ext cx="1267714" cy="1267714"/>
          </a:xfrm>
          <a:prstGeom prst="rect">
            <a:avLst/>
          </a:prstGeom>
        </p:spPr>
      </p:pic>
      <p:pic>
        <p:nvPicPr>
          <p:cNvPr id="12" name="Picture 11">
            <a:extLst>
              <a:ext uri="{FF2B5EF4-FFF2-40B4-BE49-F238E27FC236}">
                <a16:creationId xmlns:a16="http://schemas.microsoft.com/office/drawing/2014/main" id="{B6EF5B21-4402-6F3E-B144-3BBFF70AD0CB}"/>
              </a:ext>
            </a:extLst>
          </p:cNvPr>
          <p:cNvPicPr>
            <a:picLocks noChangeAspect="1"/>
          </p:cNvPicPr>
          <p:nvPr/>
        </p:nvPicPr>
        <p:blipFill>
          <a:blip r:embed="rId4"/>
          <a:stretch>
            <a:fillRect/>
          </a:stretch>
        </p:blipFill>
        <p:spPr>
          <a:xfrm>
            <a:off x="4882214" y="3550553"/>
            <a:ext cx="1550857" cy="1267714"/>
          </a:xfrm>
          <a:prstGeom prst="rect">
            <a:avLst/>
          </a:prstGeom>
        </p:spPr>
      </p:pic>
    </p:spTree>
    <p:extLst>
      <p:ext uri="{BB962C8B-B14F-4D97-AF65-F5344CB8AC3E}">
        <p14:creationId xmlns:p14="http://schemas.microsoft.com/office/powerpoint/2010/main" val="41030165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E659AC7-AD57-4531-1628-40FDF1BC03CA}"/>
              </a:ext>
            </a:extLst>
          </p:cNvPr>
          <p:cNvSpPr>
            <a:spLocks noGrp="1"/>
          </p:cNvSpPr>
          <p:nvPr>
            <p:ph type="body" idx="15"/>
          </p:nvPr>
        </p:nvSpPr>
        <p:spPr/>
        <p:txBody>
          <a:bodyPr/>
          <a:lstStyle/>
          <a:p>
            <a:r>
              <a:rPr lang="de-DE" dirty="0"/>
              <a:t>Development of TS2 Library</a:t>
            </a:r>
          </a:p>
        </p:txBody>
      </p:sp>
      <p:sp>
        <p:nvSpPr>
          <p:cNvPr id="3" name="Title 2">
            <a:extLst>
              <a:ext uri="{FF2B5EF4-FFF2-40B4-BE49-F238E27FC236}">
                <a16:creationId xmlns:a16="http://schemas.microsoft.com/office/drawing/2014/main" id="{28A58437-8316-2960-6A2A-33D411E0E9A2}"/>
              </a:ext>
            </a:extLst>
          </p:cNvPr>
          <p:cNvSpPr>
            <a:spLocks noGrp="1"/>
          </p:cNvSpPr>
          <p:nvPr>
            <p:ph type="title" sz="quarter"/>
          </p:nvPr>
        </p:nvSpPr>
        <p:spPr/>
        <p:txBody>
          <a:bodyPr/>
          <a:lstStyle/>
          <a:p>
            <a:r>
              <a:rPr lang="en-GB" sz="2000" dirty="0">
                <a:solidFill>
                  <a:srgbClr val="002B49"/>
                </a:solidFill>
              </a:rPr>
              <a:t>Requirement Specification</a:t>
            </a:r>
            <a:endParaRPr lang="de-DE" sz="2000" dirty="0">
              <a:solidFill>
                <a:srgbClr val="002B49"/>
              </a:solidFill>
            </a:endParaRPr>
          </a:p>
        </p:txBody>
      </p:sp>
      <p:sp>
        <p:nvSpPr>
          <p:cNvPr id="4" name="Content Placeholder 3">
            <a:extLst>
              <a:ext uri="{FF2B5EF4-FFF2-40B4-BE49-F238E27FC236}">
                <a16:creationId xmlns:a16="http://schemas.microsoft.com/office/drawing/2014/main" id="{832789AB-2A96-9FA1-BCDA-2007611F18CA}"/>
              </a:ext>
            </a:extLst>
          </p:cNvPr>
          <p:cNvSpPr>
            <a:spLocks noGrp="1"/>
          </p:cNvSpPr>
          <p:nvPr>
            <p:ph sz="quarter" idx="1"/>
          </p:nvPr>
        </p:nvSpPr>
        <p:spPr>
          <a:xfrm>
            <a:off x="259080" y="1036800"/>
            <a:ext cx="10452100" cy="4168140"/>
          </a:xfrm>
        </p:spPr>
        <p:txBody>
          <a:bodyPr/>
          <a:lstStyle/>
          <a:p>
            <a:pPr marL="0" indent="0" algn="l">
              <a:buNone/>
            </a:pPr>
            <a:r>
              <a:rPr lang="en-US" b="1" i="0" dirty="0">
                <a:effectLst/>
              </a:rPr>
              <a:t>Evaluation TFE Product Catalogue</a:t>
            </a:r>
            <a:r>
              <a:rPr lang="en-US" dirty="0"/>
              <a:t> </a:t>
            </a:r>
            <a:r>
              <a:rPr lang="en-US" b="0" i="0" dirty="0">
                <a:effectLst/>
              </a:rPr>
              <a:t>&gt; </a:t>
            </a:r>
            <a:r>
              <a:rPr lang="en-US" b="0" i="1" dirty="0">
                <a:effectLst/>
              </a:rPr>
              <a:t>Which TFEs exist?</a:t>
            </a:r>
          </a:p>
          <a:p>
            <a:r>
              <a:rPr lang="de-DE" dirty="0"/>
              <a:t>Function Plans for TS2 LTU (</a:t>
            </a:r>
            <a:r>
              <a:rPr lang="de-DE" i="1" dirty="0"/>
              <a:t>HQ 2/C-H, HQ 2/G-H</a:t>
            </a:r>
            <a:r>
              <a:rPr lang="de-DE" dirty="0"/>
              <a:t>):</a:t>
            </a:r>
          </a:p>
          <a:p>
            <a:pPr marL="0" indent="0">
              <a:buNone/>
            </a:pPr>
            <a:r>
              <a:rPr lang="de-DE" dirty="0"/>
              <a:t>3. TFE3: Outfeeding from longitudinal conveyor</a:t>
            </a:r>
          </a:p>
        </p:txBody>
      </p:sp>
      <p:sp>
        <p:nvSpPr>
          <p:cNvPr id="5" name="Slide Number Placeholder 4">
            <a:extLst>
              <a:ext uri="{FF2B5EF4-FFF2-40B4-BE49-F238E27FC236}">
                <a16:creationId xmlns:a16="http://schemas.microsoft.com/office/drawing/2014/main" id="{55A0E77D-F194-10C3-229E-82068925C4D2}"/>
              </a:ext>
            </a:extLst>
          </p:cNvPr>
          <p:cNvSpPr>
            <a:spLocks noGrp="1"/>
          </p:cNvSpPr>
          <p:nvPr>
            <p:ph type="sldNum" sz="quarter" idx="12"/>
          </p:nvPr>
        </p:nvSpPr>
        <p:spPr/>
        <p:txBody>
          <a:bodyPr/>
          <a:lstStyle/>
          <a:p>
            <a:fld id="{4898AEC0-503E-4FA4-859C-D0F72D6E3F79}" type="slidenum">
              <a:rPr lang="en-US" noProof="1" smtClean="0"/>
              <a:pPr/>
              <a:t>11</a:t>
            </a:fld>
            <a:endParaRPr lang="en-US" noProof="1"/>
          </a:p>
        </p:txBody>
      </p:sp>
      <p:pic>
        <p:nvPicPr>
          <p:cNvPr id="11" name="Picture 10">
            <a:extLst>
              <a:ext uri="{FF2B5EF4-FFF2-40B4-BE49-F238E27FC236}">
                <a16:creationId xmlns:a16="http://schemas.microsoft.com/office/drawing/2014/main" id="{B99C92BF-F282-ABC7-2576-54D1706BCBC6}"/>
              </a:ext>
            </a:extLst>
          </p:cNvPr>
          <p:cNvPicPr>
            <a:picLocks noChangeAspect="1"/>
          </p:cNvPicPr>
          <p:nvPr/>
        </p:nvPicPr>
        <p:blipFill>
          <a:blip r:embed="rId2"/>
          <a:stretch>
            <a:fillRect/>
          </a:stretch>
        </p:blipFill>
        <p:spPr>
          <a:xfrm>
            <a:off x="475312" y="2210132"/>
            <a:ext cx="3338723" cy="2724524"/>
          </a:xfrm>
          <a:prstGeom prst="rect">
            <a:avLst/>
          </a:prstGeom>
        </p:spPr>
      </p:pic>
      <p:pic>
        <p:nvPicPr>
          <p:cNvPr id="14" name="Picture 13">
            <a:extLst>
              <a:ext uri="{FF2B5EF4-FFF2-40B4-BE49-F238E27FC236}">
                <a16:creationId xmlns:a16="http://schemas.microsoft.com/office/drawing/2014/main" id="{257D3295-FA66-151C-E40D-9251E5279A08}"/>
              </a:ext>
            </a:extLst>
          </p:cNvPr>
          <p:cNvPicPr>
            <a:picLocks noChangeAspect="1"/>
          </p:cNvPicPr>
          <p:nvPr/>
        </p:nvPicPr>
        <p:blipFill>
          <a:blip r:embed="rId3"/>
          <a:stretch>
            <a:fillRect/>
          </a:stretch>
        </p:blipFill>
        <p:spPr>
          <a:xfrm>
            <a:off x="4830507" y="2210132"/>
            <a:ext cx="1308609" cy="1267715"/>
          </a:xfrm>
          <a:prstGeom prst="rect">
            <a:avLst/>
          </a:prstGeom>
        </p:spPr>
      </p:pic>
      <p:pic>
        <p:nvPicPr>
          <p:cNvPr id="16" name="Picture 15">
            <a:extLst>
              <a:ext uri="{FF2B5EF4-FFF2-40B4-BE49-F238E27FC236}">
                <a16:creationId xmlns:a16="http://schemas.microsoft.com/office/drawing/2014/main" id="{59E212A9-5566-3E6F-7390-7C00B04D3498}"/>
              </a:ext>
            </a:extLst>
          </p:cNvPr>
          <p:cNvPicPr>
            <a:picLocks noChangeAspect="1"/>
          </p:cNvPicPr>
          <p:nvPr/>
        </p:nvPicPr>
        <p:blipFill>
          <a:blip r:embed="rId4"/>
          <a:stretch>
            <a:fillRect/>
          </a:stretch>
        </p:blipFill>
        <p:spPr>
          <a:xfrm>
            <a:off x="4830507" y="3479441"/>
            <a:ext cx="3063031" cy="1704764"/>
          </a:xfrm>
          <a:prstGeom prst="rect">
            <a:avLst/>
          </a:prstGeom>
        </p:spPr>
      </p:pic>
    </p:spTree>
    <p:extLst>
      <p:ext uri="{BB962C8B-B14F-4D97-AF65-F5344CB8AC3E}">
        <p14:creationId xmlns:p14="http://schemas.microsoft.com/office/powerpoint/2010/main" val="6680507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E659AC7-AD57-4531-1628-40FDF1BC03CA}"/>
              </a:ext>
            </a:extLst>
          </p:cNvPr>
          <p:cNvSpPr>
            <a:spLocks noGrp="1"/>
          </p:cNvSpPr>
          <p:nvPr>
            <p:ph type="body" idx="15"/>
          </p:nvPr>
        </p:nvSpPr>
        <p:spPr/>
        <p:txBody>
          <a:bodyPr/>
          <a:lstStyle/>
          <a:p>
            <a:r>
              <a:rPr lang="de-DE" dirty="0"/>
              <a:t>Development of TS2 Library</a:t>
            </a:r>
          </a:p>
        </p:txBody>
      </p:sp>
      <p:sp>
        <p:nvSpPr>
          <p:cNvPr id="3" name="Title 2">
            <a:extLst>
              <a:ext uri="{FF2B5EF4-FFF2-40B4-BE49-F238E27FC236}">
                <a16:creationId xmlns:a16="http://schemas.microsoft.com/office/drawing/2014/main" id="{28A58437-8316-2960-6A2A-33D411E0E9A2}"/>
              </a:ext>
            </a:extLst>
          </p:cNvPr>
          <p:cNvSpPr>
            <a:spLocks noGrp="1"/>
          </p:cNvSpPr>
          <p:nvPr>
            <p:ph type="title" sz="quarter"/>
          </p:nvPr>
        </p:nvSpPr>
        <p:spPr/>
        <p:txBody>
          <a:bodyPr/>
          <a:lstStyle/>
          <a:p>
            <a:r>
              <a:rPr lang="en-GB" sz="2000" dirty="0">
                <a:solidFill>
                  <a:srgbClr val="002B49"/>
                </a:solidFill>
              </a:rPr>
              <a:t>Requirement Specification</a:t>
            </a:r>
            <a:endParaRPr lang="de-DE" sz="2000" dirty="0">
              <a:solidFill>
                <a:srgbClr val="002B49"/>
              </a:solidFill>
            </a:endParaRPr>
          </a:p>
        </p:txBody>
      </p:sp>
      <p:sp>
        <p:nvSpPr>
          <p:cNvPr id="4" name="Content Placeholder 3">
            <a:extLst>
              <a:ext uri="{FF2B5EF4-FFF2-40B4-BE49-F238E27FC236}">
                <a16:creationId xmlns:a16="http://schemas.microsoft.com/office/drawing/2014/main" id="{832789AB-2A96-9FA1-BCDA-2007611F18CA}"/>
              </a:ext>
            </a:extLst>
          </p:cNvPr>
          <p:cNvSpPr>
            <a:spLocks noGrp="1"/>
          </p:cNvSpPr>
          <p:nvPr>
            <p:ph sz="quarter" idx="1"/>
          </p:nvPr>
        </p:nvSpPr>
        <p:spPr>
          <a:xfrm>
            <a:off x="259080" y="1036800"/>
            <a:ext cx="10452100" cy="4168140"/>
          </a:xfrm>
        </p:spPr>
        <p:txBody>
          <a:bodyPr/>
          <a:lstStyle/>
          <a:p>
            <a:pPr marL="0" indent="0" algn="l">
              <a:buNone/>
            </a:pPr>
            <a:r>
              <a:rPr lang="en-US" b="1" i="0" dirty="0">
                <a:effectLst/>
              </a:rPr>
              <a:t>Evaluation TFE Product Catalogue</a:t>
            </a:r>
            <a:r>
              <a:rPr lang="en-US" dirty="0"/>
              <a:t> </a:t>
            </a:r>
            <a:r>
              <a:rPr lang="en-US" b="0" i="0" dirty="0">
                <a:effectLst/>
              </a:rPr>
              <a:t>&gt; </a:t>
            </a:r>
            <a:r>
              <a:rPr lang="en-US" b="0" i="1" dirty="0">
                <a:effectLst/>
              </a:rPr>
              <a:t>Which TFEs exist?</a:t>
            </a:r>
          </a:p>
          <a:p>
            <a:r>
              <a:rPr lang="de-DE" dirty="0"/>
              <a:t>Function Plans for TS2 LTU (</a:t>
            </a:r>
            <a:r>
              <a:rPr lang="de-DE" i="1" dirty="0"/>
              <a:t>HQ 2/C-H, HQ 2/G-H</a:t>
            </a:r>
            <a:r>
              <a:rPr lang="de-DE" dirty="0"/>
              <a:t>):</a:t>
            </a:r>
          </a:p>
          <a:p>
            <a:pPr marL="0" indent="0">
              <a:buNone/>
            </a:pPr>
            <a:r>
              <a:rPr lang="de-DE" dirty="0"/>
              <a:t>4. TFE4: Infeeding to longitudinal conveyor</a:t>
            </a:r>
          </a:p>
        </p:txBody>
      </p:sp>
      <p:sp>
        <p:nvSpPr>
          <p:cNvPr id="5" name="Slide Number Placeholder 4">
            <a:extLst>
              <a:ext uri="{FF2B5EF4-FFF2-40B4-BE49-F238E27FC236}">
                <a16:creationId xmlns:a16="http://schemas.microsoft.com/office/drawing/2014/main" id="{55A0E77D-F194-10C3-229E-82068925C4D2}"/>
              </a:ext>
            </a:extLst>
          </p:cNvPr>
          <p:cNvSpPr>
            <a:spLocks noGrp="1"/>
          </p:cNvSpPr>
          <p:nvPr>
            <p:ph type="sldNum" sz="quarter" idx="12"/>
          </p:nvPr>
        </p:nvSpPr>
        <p:spPr/>
        <p:txBody>
          <a:bodyPr/>
          <a:lstStyle/>
          <a:p>
            <a:fld id="{4898AEC0-503E-4FA4-859C-D0F72D6E3F79}" type="slidenum">
              <a:rPr lang="en-US" noProof="1" smtClean="0"/>
              <a:pPr/>
              <a:t>12</a:t>
            </a:fld>
            <a:endParaRPr lang="en-US" noProof="1"/>
          </a:p>
        </p:txBody>
      </p:sp>
      <p:pic>
        <p:nvPicPr>
          <p:cNvPr id="7" name="Picture 6">
            <a:extLst>
              <a:ext uri="{FF2B5EF4-FFF2-40B4-BE49-F238E27FC236}">
                <a16:creationId xmlns:a16="http://schemas.microsoft.com/office/drawing/2014/main" id="{9B5BCF0A-1CA2-8DC5-78CE-448BA36B5C20}"/>
              </a:ext>
            </a:extLst>
          </p:cNvPr>
          <p:cNvPicPr>
            <a:picLocks noChangeAspect="1"/>
          </p:cNvPicPr>
          <p:nvPr/>
        </p:nvPicPr>
        <p:blipFill>
          <a:blip r:embed="rId2"/>
          <a:stretch>
            <a:fillRect/>
          </a:stretch>
        </p:blipFill>
        <p:spPr>
          <a:xfrm>
            <a:off x="522066" y="2141414"/>
            <a:ext cx="2794155" cy="3361085"/>
          </a:xfrm>
          <a:prstGeom prst="rect">
            <a:avLst/>
          </a:prstGeom>
        </p:spPr>
      </p:pic>
      <p:pic>
        <p:nvPicPr>
          <p:cNvPr id="9" name="Picture 8">
            <a:extLst>
              <a:ext uri="{FF2B5EF4-FFF2-40B4-BE49-F238E27FC236}">
                <a16:creationId xmlns:a16="http://schemas.microsoft.com/office/drawing/2014/main" id="{6D3935F3-E12B-8DF7-BEB9-E59ADA9618E1}"/>
              </a:ext>
            </a:extLst>
          </p:cNvPr>
          <p:cNvPicPr>
            <a:picLocks noChangeAspect="1"/>
          </p:cNvPicPr>
          <p:nvPr/>
        </p:nvPicPr>
        <p:blipFill>
          <a:blip r:embed="rId3"/>
          <a:stretch>
            <a:fillRect/>
          </a:stretch>
        </p:blipFill>
        <p:spPr>
          <a:xfrm>
            <a:off x="4462487" y="2352430"/>
            <a:ext cx="1232404" cy="1257218"/>
          </a:xfrm>
          <a:prstGeom prst="rect">
            <a:avLst/>
          </a:prstGeom>
        </p:spPr>
      </p:pic>
      <p:pic>
        <p:nvPicPr>
          <p:cNvPr id="12" name="Picture 11">
            <a:extLst>
              <a:ext uri="{FF2B5EF4-FFF2-40B4-BE49-F238E27FC236}">
                <a16:creationId xmlns:a16="http://schemas.microsoft.com/office/drawing/2014/main" id="{C8713BC8-AB45-3D9A-24B0-0A474FA7A9C9}"/>
              </a:ext>
            </a:extLst>
          </p:cNvPr>
          <p:cNvPicPr>
            <a:picLocks noChangeAspect="1"/>
          </p:cNvPicPr>
          <p:nvPr/>
        </p:nvPicPr>
        <p:blipFill>
          <a:blip r:embed="rId4"/>
          <a:stretch>
            <a:fillRect/>
          </a:stretch>
        </p:blipFill>
        <p:spPr>
          <a:xfrm>
            <a:off x="4419169" y="3692813"/>
            <a:ext cx="3193013" cy="909314"/>
          </a:xfrm>
          <a:prstGeom prst="rect">
            <a:avLst/>
          </a:prstGeom>
        </p:spPr>
      </p:pic>
    </p:spTree>
    <p:extLst>
      <p:ext uri="{BB962C8B-B14F-4D97-AF65-F5344CB8AC3E}">
        <p14:creationId xmlns:p14="http://schemas.microsoft.com/office/powerpoint/2010/main" val="24119323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E659AC7-AD57-4531-1628-40FDF1BC03CA}"/>
              </a:ext>
            </a:extLst>
          </p:cNvPr>
          <p:cNvSpPr>
            <a:spLocks noGrp="1"/>
          </p:cNvSpPr>
          <p:nvPr>
            <p:ph type="body" idx="15"/>
          </p:nvPr>
        </p:nvSpPr>
        <p:spPr/>
        <p:txBody>
          <a:bodyPr/>
          <a:lstStyle/>
          <a:p>
            <a:r>
              <a:rPr lang="de-DE" dirty="0"/>
              <a:t>Development of TS2 Library</a:t>
            </a:r>
          </a:p>
        </p:txBody>
      </p:sp>
      <p:sp>
        <p:nvSpPr>
          <p:cNvPr id="3" name="Title 2">
            <a:extLst>
              <a:ext uri="{FF2B5EF4-FFF2-40B4-BE49-F238E27FC236}">
                <a16:creationId xmlns:a16="http://schemas.microsoft.com/office/drawing/2014/main" id="{28A58437-8316-2960-6A2A-33D411E0E9A2}"/>
              </a:ext>
            </a:extLst>
          </p:cNvPr>
          <p:cNvSpPr>
            <a:spLocks noGrp="1"/>
          </p:cNvSpPr>
          <p:nvPr>
            <p:ph type="title" sz="quarter"/>
          </p:nvPr>
        </p:nvSpPr>
        <p:spPr/>
        <p:txBody>
          <a:bodyPr/>
          <a:lstStyle/>
          <a:p>
            <a:r>
              <a:rPr lang="en-GB" sz="2000" dirty="0">
                <a:solidFill>
                  <a:srgbClr val="002B49"/>
                </a:solidFill>
              </a:rPr>
              <a:t>Requirement Specification</a:t>
            </a:r>
            <a:endParaRPr lang="de-DE" sz="2000" dirty="0">
              <a:solidFill>
                <a:srgbClr val="002B49"/>
              </a:solidFill>
            </a:endParaRPr>
          </a:p>
        </p:txBody>
      </p:sp>
      <p:sp>
        <p:nvSpPr>
          <p:cNvPr id="4" name="Content Placeholder 3">
            <a:extLst>
              <a:ext uri="{FF2B5EF4-FFF2-40B4-BE49-F238E27FC236}">
                <a16:creationId xmlns:a16="http://schemas.microsoft.com/office/drawing/2014/main" id="{832789AB-2A96-9FA1-BCDA-2007611F18CA}"/>
              </a:ext>
            </a:extLst>
          </p:cNvPr>
          <p:cNvSpPr>
            <a:spLocks noGrp="1"/>
          </p:cNvSpPr>
          <p:nvPr>
            <p:ph sz="quarter" idx="1"/>
          </p:nvPr>
        </p:nvSpPr>
        <p:spPr>
          <a:xfrm>
            <a:off x="259080" y="1036800"/>
            <a:ext cx="10452100" cy="4168140"/>
          </a:xfrm>
        </p:spPr>
        <p:txBody>
          <a:bodyPr/>
          <a:lstStyle/>
          <a:p>
            <a:pPr marL="0" indent="0" algn="l">
              <a:buNone/>
            </a:pPr>
            <a:r>
              <a:rPr lang="en-US" b="1" i="0" dirty="0">
                <a:effectLst/>
              </a:rPr>
              <a:t>Evaluation TFE Product Catalogue</a:t>
            </a:r>
            <a:r>
              <a:rPr lang="en-US" dirty="0"/>
              <a:t> </a:t>
            </a:r>
            <a:r>
              <a:rPr lang="en-US" b="0" i="0" dirty="0">
                <a:effectLst/>
              </a:rPr>
              <a:t>&gt; </a:t>
            </a:r>
            <a:r>
              <a:rPr lang="en-US" b="0" i="1" dirty="0">
                <a:effectLst/>
              </a:rPr>
              <a:t>Which TFEs exist?</a:t>
            </a:r>
          </a:p>
          <a:p>
            <a:r>
              <a:rPr lang="de-DE" dirty="0"/>
              <a:t>Function Plans for TS2 Position Unit:</a:t>
            </a:r>
          </a:p>
          <a:p>
            <a:pPr marL="0" indent="0">
              <a:buNone/>
            </a:pPr>
            <a:r>
              <a:rPr lang="de-DE" dirty="0"/>
              <a:t>1. Conveyor function unit PE</a:t>
            </a:r>
          </a:p>
        </p:txBody>
      </p:sp>
      <p:sp>
        <p:nvSpPr>
          <p:cNvPr id="5" name="Slide Number Placeholder 4">
            <a:extLst>
              <a:ext uri="{FF2B5EF4-FFF2-40B4-BE49-F238E27FC236}">
                <a16:creationId xmlns:a16="http://schemas.microsoft.com/office/drawing/2014/main" id="{55A0E77D-F194-10C3-229E-82068925C4D2}"/>
              </a:ext>
            </a:extLst>
          </p:cNvPr>
          <p:cNvSpPr>
            <a:spLocks noGrp="1"/>
          </p:cNvSpPr>
          <p:nvPr>
            <p:ph type="sldNum" sz="quarter" idx="12"/>
          </p:nvPr>
        </p:nvSpPr>
        <p:spPr/>
        <p:txBody>
          <a:bodyPr/>
          <a:lstStyle/>
          <a:p>
            <a:fld id="{4898AEC0-503E-4FA4-859C-D0F72D6E3F79}" type="slidenum">
              <a:rPr lang="en-US" noProof="1" smtClean="0"/>
              <a:pPr/>
              <a:t>13</a:t>
            </a:fld>
            <a:endParaRPr lang="en-US" noProof="1"/>
          </a:p>
        </p:txBody>
      </p:sp>
      <p:pic>
        <p:nvPicPr>
          <p:cNvPr id="8" name="Picture 7">
            <a:extLst>
              <a:ext uri="{FF2B5EF4-FFF2-40B4-BE49-F238E27FC236}">
                <a16:creationId xmlns:a16="http://schemas.microsoft.com/office/drawing/2014/main" id="{1B5660F3-7D3A-3C51-D356-8235A19F9886}"/>
              </a:ext>
            </a:extLst>
          </p:cNvPr>
          <p:cNvPicPr>
            <a:picLocks noChangeAspect="1"/>
          </p:cNvPicPr>
          <p:nvPr/>
        </p:nvPicPr>
        <p:blipFill>
          <a:blip r:embed="rId2"/>
          <a:stretch>
            <a:fillRect/>
          </a:stretch>
        </p:blipFill>
        <p:spPr>
          <a:xfrm>
            <a:off x="600500" y="2114775"/>
            <a:ext cx="3346828" cy="3407838"/>
          </a:xfrm>
          <a:prstGeom prst="rect">
            <a:avLst/>
          </a:prstGeom>
        </p:spPr>
      </p:pic>
      <p:pic>
        <p:nvPicPr>
          <p:cNvPr id="11" name="Picture 10">
            <a:extLst>
              <a:ext uri="{FF2B5EF4-FFF2-40B4-BE49-F238E27FC236}">
                <a16:creationId xmlns:a16="http://schemas.microsoft.com/office/drawing/2014/main" id="{6503C0F8-2E98-D6F6-7201-3B32B3A5CBC6}"/>
              </a:ext>
            </a:extLst>
          </p:cNvPr>
          <p:cNvPicPr>
            <a:picLocks noChangeAspect="1"/>
          </p:cNvPicPr>
          <p:nvPr/>
        </p:nvPicPr>
        <p:blipFill>
          <a:blip r:embed="rId3"/>
          <a:stretch>
            <a:fillRect/>
          </a:stretch>
        </p:blipFill>
        <p:spPr>
          <a:xfrm>
            <a:off x="4385475" y="2482907"/>
            <a:ext cx="1173906" cy="1204798"/>
          </a:xfrm>
          <a:prstGeom prst="rect">
            <a:avLst/>
          </a:prstGeom>
        </p:spPr>
      </p:pic>
      <p:pic>
        <p:nvPicPr>
          <p:cNvPr id="14" name="Picture 13">
            <a:extLst>
              <a:ext uri="{FF2B5EF4-FFF2-40B4-BE49-F238E27FC236}">
                <a16:creationId xmlns:a16="http://schemas.microsoft.com/office/drawing/2014/main" id="{8DE68149-900A-10CB-BACF-F37914E4C70D}"/>
              </a:ext>
            </a:extLst>
          </p:cNvPr>
          <p:cNvPicPr>
            <a:picLocks noChangeAspect="1"/>
          </p:cNvPicPr>
          <p:nvPr/>
        </p:nvPicPr>
        <p:blipFill>
          <a:blip r:embed="rId4"/>
          <a:stretch>
            <a:fillRect/>
          </a:stretch>
        </p:blipFill>
        <p:spPr>
          <a:xfrm>
            <a:off x="4385475" y="3818824"/>
            <a:ext cx="1436986" cy="1275072"/>
          </a:xfrm>
          <a:prstGeom prst="rect">
            <a:avLst/>
          </a:prstGeom>
        </p:spPr>
      </p:pic>
    </p:spTree>
    <p:extLst>
      <p:ext uri="{BB962C8B-B14F-4D97-AF65-F5344CB8AC3E}">
        <p14:creationId xmlns:p14="http://schemas.microsoft.com/office/powerpoint/2010/main" val="15956151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E659AC7-AD57-4531-1628-40FDF1BC03CA}"/>
              </a:ext>
            </a:extLst>
          </p:cNvPr>
          <p:cNvSpPr>
            <a:spLocks noGrp="1"/>
          </p:cNvSpPr>
          <p:nvPr>
            <p:ph type="body" idx="15"/>
          </p:nvPr>
        </p:nvSpPr>
        <p:spPr/>
        <p:txBody>
          <a:bodyPr/>
          <a:lstStyle/>
          <a:p>
            <a:r>
              <a:rPr lang="de-DE" dirty="0"/>
              <a:t>Development of TS2 Library</a:t>
            </a:r>
          </a:p>
        </p:txBody>
      </p:sp>
      <p:sp>
        <p:nvSpPr>
          <p:cNvPr id="3" name="Title 2">
            <a:extLst>
              <a:ext uri="{FF2B5EF4-FFF2-40B4-BE49-F238E27FC236}">
                <a16:creationId xmlns:a16="http://schemas.microsoft.com/office/drawing/2014/main" id="{28A58437-8316-2960-6A2A-33D411E0E9A2}"/>
              </a:ext>
            </a:extLst>
          </p:cNvPr>
          <p:cNvSpPr>
            <a:spLocks noGrp="1"/>
          </p:cNvSpPr>
          <p:nvPr>
            <p:ph type="title" sz="quarter"/>
          </p:nvPr>
        </p:nvSpPr>
        <p:spPr/>
        <p:txBody>
          <a:bodyPr/>
          <a:lstStyle/>
          <a:p>
            <a:r>
              <a:rPr lang="en-GB" sz="2000" dirty="0">
                <a:solidFill>
                  <a:srgbClr val="002B49"/>
                </a:solidFill>
              </a:rPr>
              <a:t>Requirement Specification</a:t>
            </a:r>
            <a:endParaRPr lang="de-DE" sz="2000" dirty="0">
              <a:solidFill>
                <a:srgbClr val="002B49"/>
              </a:solidFill>
            </a:endParaRPr>
          </a:p>
        </p:txBody>
      </p:sp>
      <p:sp>
        <p:nvSpPr>
          <p:cNvPr id="4" name="Content Placeholder 3">
            <a:extLst>
              <a:ext uri="{FF2B5EF4-FFF2-40B4-BE49-F238E27FC236}">
                <a16:creationId xmlns:a16="http://schemas.microsoft.com/office/drawing/2014/main" id="{832789AB-2A96-9FA1-BCDA-2007611F18CA}"/>
              </a:ext>
            </a:extLst>
          </p:cNvPr>
          <p:cNvSpPr>
            <a:spLocks noGrp="1"/>
          </p:cNvSpPr>
          <p:nvPr>
            <p:ph sz="quarter" idx="1"/>
          </p:nvPr>
        </p:nvSpPr>
        <p:spPr>
          <a:xfrm>
            <a:off x="259080" y="1036800"/>
            <a:ext cx="10452100" cy="4168140"/>
          </a:xfrm>
        </p:spPr>
        <p:txBody>
          <a:bodyPr/>
          <a:lstStyle/>
          <a:p>
            <a:pPr marL="0" indent="0" algn="l">
              <a:buNone/>
            </a:pPr>
            <a:r>
              <a:rPr lang="en-US" b="1" i="0" dirty="0">
                <a:effectLst/>
              </a:rPr>
              <a:t>Evaluation TFE Product Catalogue</a:t>
            </a:r>
            <a:r>
              <a:rPr lang="en-US" dirty="0"/>
              <a:t> </a:t>
            </a:r>
            <a:r>
              <a:rPr lang="en-US" b="0" i="0" dirty="0">
                <a:effectLst/>
              </a:rPr>
              <a:t>&gt; </a:t>
            </a:r>
            <a:r>
              <a:rPr lang="en-US" b="0" i="1" dirty="0">
                <a:effectLst/>
              </a:rPr>
              <a:t>Which TFEs exist?</a:t>
            </a:r>
          </a:p>
          <a:p>
            <a:r>
              <a:rPr lang="de-DE" dirty="0"/>
              <a:t>Function Plans for TS2 Lift Rotate Unit:</a:t>
            </a:r>
          </a:p>
          <a:p>
            <a:pPr marL="0" indent="0">
              <a:buNone/>
            </a:pPr>
            <a:r>
              <a:rPr lang="de-DE" dirty="0"/>
              <a:t>1. Function plan HD 2/H (BG1, BG2, BG3), ROTATION ANGLE 180°</a:t>
            </a:r>
          </a:p>
        </p:txBody>
      </p:sp>
      <p:sp>
        <p:nvSpPr>
          <p:cNvPr id="5" name="Slide Number Placeholder 4">
            <a:extLst>
              <a:ext uri="{FF2B5EF4-FFF2-40B4-BE49-F238E27FC236}">
                <a16:creationId xmlns:a16="http://schemas.microsoft.com/office/drawing/2014/main" id="{55A0E77D-F194-10C3-229E-82068925C4D2}"/>
              </a:ext>
            </a:extLst>
          </p:cNvPr>
          <p:cNvSpPr>
            <a:spLocks noGrp="1"/>
          </p:cNvSpPr>
          <p:nvPr>
            <p:ph type="sldNum" sz="quarter" idx="12"/>
          </p:nvPr>
        </p:nvSpPr>
        <p:spPr/>
        <p:txBody>
          <a:bodyPr/>
          <a:lstStyle/>
          <a:p>
            <a:fld id="{4898AEC0-503E-4FA4-859C-D0F72D6E3F79}" type="slidenum">
              <a:rPr lang="en-US" noProof="1" smtClean="0"/>
              <a:pPr/>
              <a:t>14</a:t>
            </a:fld>
            <a:endParaRPr lang="en-US" noProof="1"/>
          </a:p>
        </p:txBody>
      </p:sp>
      <p:pic>
        <p:nvPicPr>
          <p:cNvPr id="7" name="Picture 6">
            <a:extLst>
              <a:ext uri="{FF2B5EF4-FFF2-40B4-BE49-F238E27FC236}">
                <a16:creationId xmlns:a16="http://schemas.microsoft.com/office/drawing/2014/main" id="{CDE9A476-C89F-A043-4551-C4B344F30A60}"/>
              </a:ext>
            </a:extLst>
          </p:cNvPr>
          <p:cNvPicPr>
            <a:picLocks noChangeAspect="1"/>
          </p:cNvPicPr>
          <p:nvPr/>
        </p:nvPicPr>
        <p:blipFill>
          <a:blip r:embed="rId2"/>
          <a:stretch>
            <a:fillRect/>
          </a:stretch>
        </p:blipFill>
        <p:spPr>
          <a:xfrm>
            <a:off x="505755" y="2048186"/>
            <a:ext cx="2279390" cy="3395340"/>
          </a:xfrm>
          <a:prstGeom prst="rect">
            <a:avLst/>
          </a:prstGeom>
        </p:spPr>
      </p:pic>
      <p:pic>
        <p:nvPicPr>
          <p:cNvPr id="10" name="Picture 9">
            <a:extLst>
              <a:ext uri="{FF2B5EF4-FFF2-40B4-BE49-F238E27FC236}">
                <a16:creationId xmlns:a16="http://schemas.microsoft.com/office/drawing/2014/main" id="{A0B60779-A32C-B300-FF9D-0525BEBAF900}"/>
              </a:ext>
            </a:extLst>
          </p:cNvPr>
          <p:cNvPicPr>
            <a:picLocks noChangeAspect="1"/>
          </p:cNvPicPr>
          <p:nvPr/>
        </p:nvPicPr>
        <p:blipFill>
          <a:blip r:embed="rId3"/>
          <a:stretch>
            <a:fillRect/>
          </a:stretch>
        </p:blipFill>
        <p:spPr>
          <a:xfrm>
            <a:off x="3606698" y="2625755"/>
            <a:ext cx="1997757" cy="2140454"/>
          </a:xfrm>
          <a:prstGeom prst="rect">
            <a:avLst/>
          </a:prstGeom>
        </p:spPr>
      </p:pic>
      <p:pic>
        <p:nvPicPr>
          <p:cNvPr id="13" name="Picture 12">
            <a:extLst>
              <a:ext uri="{FF2B5EF4-FFF2-40B4-BE49-F238E27FC236}">
                <a16:creationId xmlns:a16="http://schemas.microsoft.com/office/drawing/2014/main" id="{766358BA-ED43-4698-1DA9-C4AA2DCC54F7}"/>
              </a:ext>
            </a:extLst>
          </p:cNvPr>
          <p:cNvPicPr>
            <a:picLocks noChangeAspect="1"/>
          </p:cNvPicPr>
          <p:nvPr/>
        </p:nvPicPr>
        <p:blipFill>
          <a:blip r:embed="rId4"/>
          <a:stretch>
            <a:fillRect/>
          </a:stretch>
        </p:blipFill>
        <p:spPr>
          <a:xfrm>
            <a:off x="5994313" y="2625755"/>
            <a:ext cx="2051619" cy="1763802"/>
          </a:xfrm>
          <a:prstGeom prst="rect">
            <a:avLst/>
          </a:prstGeom>
        </p:spPr>
      </p:pic>
    </p:spTree>
    <p:extLst>
      <p:ext uri="{BB962C8B-B14F-4D97-AF65-F5344CB8AC3E}">
        <p14:creationId xmlns:p14="http://schemas.microsoft.com/office/powerpoint/2010/main" val="11672514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E659AC7-AD57-4531-1628-40FDF1BC03CA}"/>
              </a:ext>
            </a:extLst>
          </p:cNvPr>
          <p:cNvSpPr>
            <a:spLocks noGrp="1"/>
          </p:cNvSpPr>
          <p:nvPr>
            <p:ph type="body" idx="15"/>
          </p:nvPr>
        </p:nvSpPr>
        <p:spPr/>
        <p:txBody>
          <a:bodyPr/>
          <a:lstStyle/>
          <a:p>
            <a:r>
              <a:rPr lang="de-DE" dirty="0"/>
              <a:t>Development of TS2 Library</a:t>
            </a:r>
          </a:p>
        </p:txBody>
      </p:sp>
      <p:sp>
        <p:nvSpPr>
          <p:cNvPr id="3" name="Title 2">
            <a:extLst>
              <a:ext uri="{FF2B5EF4-FFF2-40B4-BE49-F238E27FC236}">
                <a16:creationId xmlns:a16="http://schemas.microsoft.com/office/drawing/2014/main" id="{28A58437-8316-2960-6A2A-33D411E0E9A2}"/>
              </a:ext>
            </a:extLst>
          </p:cNvPr>
          <p:cNvSpPr>
            <a:spLocks noGrp="1"/>
          </p:cNvSpPr>
          <p:nvPr>
            <p:ph type="title" sz="quarter"/>
          </p:nvPr>
        </p:nvSpPr>
        <p:spPr/>
        <p:txBody>
          <a:bodyPr/>
          <a:lstStyle/>
          <a:p>
            <a:r>
              <a:rPr lang="en-GB" sz="2000" dirty="0">
                <a:solidFill>
                  <a:srgbClr val="002B49"/>
                </a:solidFill>
              </a:rPr>
              <a:t>Requirement Specification</a:t>
            </a:r>
            <a:endParaRPr lang="de-DE" sz="2000" dirty="0">
              <a:solidFill>
                <a:srgbClr val="002B49"/>
              </a:solidFill>
            </a:endParaRPr>
          </a:p>
        </p:txBody>
      </p:sp>
      <p:sp>
        <p:nvSpPr>
          <p:cNvPr id="4" name="Content Placeholder 3">
            <a:extLst>
              <a:ext uri="{FF2B5EF4-FFF2-40B4-BE49-F238E27FC236}">
                <a16:creationId xmlns:a16="http://schemas.microsoft.com/office/drawing/2014/main" id="{832789AB-2A96-9FA1-BCDA-2007611F18CA}"/>
              </a:ext>
            </a:extLst>
          </p:cNvPr>
          <p:cNvSpPr>
            <a:spLocks noGrp="1"/>
          </p:cNvSpPr>
          <p:nvPr>
            <p:ph sz="quarter" idx="1"/>
          </p:nvPr>
        </p:nvSpPr>
        <p:spPr>
          <a:xfrm>
            <a:off x="259080" y="1036800"/>
            <a:ext cx="10452100" cy="4168140"/>
          </a:xfrm>
        </p:spPr>
        <p:txBody>
          <a:bodyPr/>
          <a:lstStyle/>
          <a:p>
            <a:pPr marL="0" indent="0" algn="l">
              <a:buNone/>
            </a:pPr>
            <a:r>
              <a:rPr lang="en-US" b="1" i="0" dirty="0">
                <a:effectLst/>
              </a:rPr>
              <a:t>Evaluation TFE Product Catalogue</a:t>
            </a:r>
            <a:r>
              <a:rPr lang="en-US" dirty="0"/>
              <a:t> </a:t>
            </a:r>
            <a:r>
              <a:rPr lang="en-US" b="0" i="0" dirty="0">
                <a:effectLst/>
              </a:rPr>
              <a:t>&gt; </a:t>
            </a:r>
            <a:r>
              <a:rPr lang="en-US" b="0" i="1" dirty="0">
                <a:effectLst/>
              </a:rPr>
              <a:t>Which TFEs exist?</a:t>
            </a:r>
          </a:p>
          <a:p>
            <a:r>
              <a:rPr lang="de-DE" dirty="0"/>
              <a:t>Function Plans for TS2 Lift Rotate Unit:</a:t>
            </a:r>
          </a:p>
          <a:p>
            <a:pPr marL="0" indent="0">
              <a:buNone/>
            </a:pPr>
            <a:r>
              <a:rPr lang="de-DE" dirty="0"/>
              <a:t>2. Function plan HD 2/H (BG1, BG2), </a:t>
            </a:r>
            <a:r>
              <a:rPr lang="en-US" dirty="0"/>
              <a:t>ROTATION ANGLE 90° (NOT TIME-OPTIMIZED)</a:t>
            </a:r>
            <a:endParaRPr lang="de-DE" dirty="0"/>
          </a:p>
        </p:txBody>
      </p:sp>
      <p:sp>
        <p:nvSpPr>
          <p:cNvPr id="5" name="Slide Number Placeholder 4">
            <a:extLst>
              <a:ext uri="{FF2B5EF4-FFF2-40B4-BE49-F238E27FC236}">
                <a16:creationId xmlns:a16="http://schemas.microsoft.com/office/drawing/2014/main" id="{55A0E77D-F194-10C3-229E-82068925C4D2}"/>
              </a:ext>
            </a:extLst>
          </p:cNvPr>
          <p:cNvSpPr>
            <a:spLocks noGrp="1"/>
          </p:cNvSpPr>
          <p:nvPr>
            <p:ph type="sldNum" sz="quarter" idx="12"/>
          </p:nvPr>
        </p:nvSpPr>
        <p:spPr/>
        <p:txBody>
          <a:bodyPr/>
          <a:lstStyle/>
          <a:p>
            <a:fld id="{4898AEC0-503E-4FA4-859C-D0F72D6E3F79}" type="slidenum">
              <a:rPr lang="en-US" noProof="1" smtClean="0"/>
              <a:pPr/>
              <a:t>15</a:t>
            </a:fld>
            <a:endParaRPr lang="en-US" noProof="1"/>
          </a:p>
        </p:txBody>
      </p:sp>
      <p:pic>
        <p:nvPicPr>
          <p:cNvPr id="8" name="Picture 7">
            <a:extLst>
              <a:ext uri="{FF2B5EF4-FFF2-40B4-BE49-F238E27FC236}">
                <a16:creationId xmlns:a16="http://schemas.microsoft.com/office/drawing/2014/main" id="{E42B6E0C-CB13-F83C-2D4F-4A8B5031AA10}"/>
              </a:ext>
            </a:extLst>
          </p:cNvPr>
          <p:cNvPicPr>
            <a:picLocks noChangeAspect="1"/>
          </p:cNvPicPr>
          <p:nvPr/>
        </p:nvPicPr>
        <p:blipFill>
          <a:blip r:embed="rId2"/>
          <a:stretch>
            <a:fillRect/>
          </a:stretch>
        </p:blipFill>
        <p:spPr>
          <a:xfrm>
            <a:off x="1123774" y="2051205"/>
            <a:ext cx="1266760" cy="3471408"/>
          </a:xfrm>
          <a:prstGeom prst="rect">
            <a:avLst/>
          </a:prstGeom>
        </p:spPr>
      </p:pic>
      <p:pic>
        <p:nvPicPr>
          <p:cNvPr id="11" name="Picture 10">
            <a:extLst>
              <a:ext uri="{FF2B5EF4-FFF2-40B4-BE49-F238E27FC236}">
                <a16:creationId xmlns:a16="http://schemas.microsoft.com/office/drawing/2014/main" id="{6F808088-A679-BDA7-741D-D822B50D236F}"/>
              </a:ext>
            </a:extLst>
          </p:cNvPr>
          <p:cNvPicPr>
            <a:picLocks noChangeAspect="1"/>
          </p:cNvPicPr>
          <p:nvPr/>
        </p:nvPicPr>
        <p:blipFill>
          <a:blip r:embed="rId3"/>
          <a:stretch>
            <a:fillRect/>
          </a:stretch>
        </p:blipFill>
        <p:spPr>
          <a:xfrm>
            <a:off x="3118653" y="2404096"/>
            <a:ext cx="2056931" cy="2207119"/>
          </a:xfrm>
          <a:prstGeom prst="rect">
            <a:avLst/>
          </a:prstGeom>
        </p:spPr>
      </p:pic>
      <p:pic>
        <p:nvPicPr>
          <p:cNvPr id="14" name="Picture 13">
            <a:extLst>
              <a:ext uri="{FF2B5EF4-FFF2-40B4-BE49-F238E27FC236}">
                <a16:creationId xmlns:a16="http://schemas.microsoft.com/office/drawing/2014/main" id="{9C4C2BF8-7C61-C8C2-6B01-3320353AB59E}"/>
              </a:ext>
            </a:extLst>
          </p:cNvPr>
          <p:cNvPicPr>
            <a:picLocks noChangeAspect="1"/>
          </p:cNvPicPr>
          <p:nvPr/>
        </p:nvPicPr>
        <p:blipFill>
          <a:blip r:embed="rId4"/>
          <a:stretch>
            <a:fillRect/>
          </a:stretch>
        </p:blipFill>
        <p:spPr>
          <a:xfrm>
            <a:off x="5365063" y="2629903"/>
            <a:ext cx="1913942" cy="1755503"/>
          </a:xfrm>
          <a:prstGeom prst="rect">
            <a:avLst/>
          </a:prstGeom>
        </p:spPr>
      </p:pic>
    </p:spTree>
    <p:extLst>
      <p:ext uri="{BB962C8B-B14F-4D97-AF65-F5344CB8AC3E}">
        <p14:creationId xmlns:p14="http://schemas.microsoft.com/office/powerpoint/2010/main" val="27530228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E659AC7-AD57-4531-1628-40FDF1BC03CA}"/>
              </a:ext>
            </a:extLst>
          </p:cNvPr>
          <p:cNvSpPr>
            <a:spLocks noGrp="1"/>
          </p:cNvSpPr>
          <p:nvPr>
            <p:ph type="body" idx="15"/>
          </p:nvPr>
        </p:nvSpPr>
        <p:spPr/>
        <p:txBody>
          <a:bodyPr/>
          <a:lstStyle/>
          <a:p>
            <a:r>
              <a:rPr lang="de-DE" dirty="0"/>
              <a:t>Development of TS2 Library</a:t>
            </a:r>
          </a:p>
        </p:txBody>
      </p:sp>
      <p:sp>
        <p:nvSpPr>
          <p:cNvPr id="3" name="Title 2">
            <a:extLst>
              <a:ext uri="{FF2B5EF4-FFF2-40B4-BE49-F238E27FC236}">
                <a16:creationId xmlns:a16="http://schemas.microsoft.com/office/drawing/2014/main" id="{28A58437-8316-2960-6A2A-33D411E0E9A2}"/>
              </a:ext>
            </a:extLst>
          </p:cNvPr>
          <p:cNvSpPr>
            <a:spLocks noGrp="1"/>
          </p:cNvSpPr>
          <p:nvPr>
            <p:ph type="title" sz="quarter"/>
          </p:nvPr>
        </p:nvSpPr>
        <p:spPr/>
        <p:txBody>
          <a:bodyPr/>
          <a:lstStyle/>
          <a:p>
            <a:r>
              <a:rPr lang="en-GB" sz="2000" dirty="0">
                <a:solidFill>
                  <a:srgbClr val="002B49"/>
                </a:solidFill>
              </a:rPr>
              <a:t>Requirement Specification</a:t>
            </a:r>
            <a:endParaRPr lang="de-DE" sz="2000" dirty="0">
              <a:solidFill>
                <a:srgbClr val="002B49"/>
              </a:solidFill>
            </a:endParaRPr>
          </a:p>
        </p:txBody>
      </p:sp>
      <p:sp>
        <p:nvSpPr>
          <p:cNvPr id="4" name="Content Placeholder 3">
            <a:extLst>
              <a:ext uri="{FF2B5EF4-FFF2-40B4-BE49-F238E27FC236}">
                <a16:creationId xmlns:a16="http://schemas.microsoft.com/office/drawing/2014/main" id="{832789AB-2A96-9FA1-BCDA-2007611F18CA}"/>
              </a:ext>
            </a:extLst>
          </p:cNvPr>
          <p:cNvSpPr>
            <a:spLocks noGrp="1"/>
          </p:cNvSpPr>
          <p:nvPr>
            <p:ph sz="quarter" idx="1"/>
          </p:nvPr>
        </p:nvSpPr>
        <p:spPr>
          <a:xfrm>
            <a:off x="259080" y="1036800"/>
            <a:ext cx="10452100" cy="4168140"/>
          </a:xfrm>
        </p:spPr>
        <p:txBody>
          <a:bodyPr/>
          <a:lstStyle/>
          <a:p>
            <a:pPr marL="0" indent="0" algn="l">
              <a:buNone/>
            </a:pPr>
            <a:r>
              <a:rPr lang="en-US" b="1" i="0" dirty="0">
                <a:effectLst/>
              </a:rPr>
              <a:t>Evaluation TFE Product Catalogue</a:t>
            </a:r>
            <a:r>
              <a:rPr lang="en-US" dirty="0"/>
              <a:t> </a:t>
            </a:r>
            <a:r>
              <a:rPr lang="en-US" b="0" i="0" dirty="0">
                <a:effectLst/>
              </a:rPr>
              <a:t>&gt; </a:t>
            </a:r>
            <a:r>
              <a:rPr lang="en-US" b="0" i="1" dirty="0">
                <a:effectLst/>
              </a:rPr>
              <a:t>Which TFEs exist?</a:t>
            </a:r>
          </a:p>
          <a:p>
            <a:r>
              <a:rPr lang="de-DE" dirty="0"/>
              <a:t>Function Plans for TS2 Lift Rotate Unit:</a:t>
            </a:r>
          </a:p>
          <a:p>
            <a:pPr marL="0" indent="0">
              <a:buNone/>
            </a:pPr>
            <a:r>
              <a:rPr lang="de-DE" dirty="0"/>
              <a:t>3. Function plan HD 2/H (BG1, BG2), </a:t>
            </a:r>
            <a:r>
              <a:rPr lang="en-US" dirty="0"/>
              <a:t>ROTATION ANGLE 90° (TIME-OPTIMIZED)</a:t>
            </a:r>
            <a:endParaRPr lang="de-DE" dirty="0"/>
          </a:p>
        </p:txBody>
      </p:sp>
      <p:sp>
        <p:nvSpPr>
          <p:cNvPr id="5" name="Slide Number Placeholder 4">
            <a:extLst>
              <a:ext uri="{FF2B5EF4-FFF2-40B4-BE49-F238E27FC236}">
                <a16:creationId xmlns:a16="http://schemas.microsoft.com/office/drawing/2014/main" id="{55A0E77D-F194-10C3-229E-82068925C4D2}"/>
              </a:ext>
            </a:extLst>
          </p:cNvPr>
          <p:cNvSpPr>
            <a:spLocks noGrp="1"/>
          </p:cNvSpPr>
          <p:nvPr>
            <p:ph type="sldNum" sz="quarter" idx="12"/>
          </p:nvPr>
        </p:nvSpPr>
        <p:spPr/>
        <p:txBody>
          <a:bodyPr/>
          <a:lstStyle/>
          <a:p>
            <a:fld id="{4898AEC0-503E-4FA4-859C-D0F72D6E3F79}" type="slidenum">
              <a:rPr lang="en-US" noProof="1" smtClean="0"/>
              <a:pPr/>
              <a:t>16</a:t>
            </a:fld>
            <a:endParaRPr lang="en-US" noProof="1"/>
          </a:p>
        </p:txBody>
      </p:sp>
      <p:pic>
        <p:nvPicPr>
          <p:cNvPr id="7" name="Picture 6">
            <a:extLst>
              <a:ext uri="{FF2B5EF4-FFF2-40B4-BE49-F238E27FC236}">
                <a16:creationId xmlns:a16="http://schemas.microsoft.com/office/drawing/2014/main" id="{CFA4CAA6-4331-014A-2C1F-25067ABEAAB7}"/>
              </a:ext>
            </a:extLst>
          </p:cNvPr>
          <p:cNvPicPr>
            <a:picLocks noChangeAspect="1"/>
          </p:cNvPicPr>
          <p:nvPr/>
        </p:nvPicPr>
        <p:blipFill>
          <a:blip r:embed="rId2"/>
          <a:stretch>
            <a:fillRect/>
          </a:stretch>
        </p:blipFill>
        <p:spPr>
          <a:xfrm>
            <a:off x="600500" y="2078004"/>
            <a:ext cx="2181611" cy="3338408"/>
          </a:xfrm>
          <a:prstGeom prst="rect">
            <a:avLst/>
          </a:prstGeom>
        </p:spPr>
      </p:pic>
      <p:pic>
        <p:nvPicPr>
          <p:cNvPr id="10" name="Picture 9">
            <a:extLst>
              <a:ext uri="{FF2B5EF4-FFF2-40B4-BE49-F238E27FC236}">
                <a16:creationId xmlns:a16="http://schemas.microsoft.com/office/drawing/2014/main" id="{928A78A8-3F28-3374-ED0B-612D53720C6C}"/>
              </a:ext>
            </a:extLst>
          </p:cNvPr>
          <p:cNvPicPr>
            <a:picLocks noChangeAspect="1"/>
          </p:cNvPicPr>
          <p:nvPr/>
        </p:nvPicPr>
        <p:blipFill>
          <a:blip r:embed="rId3"/>
          <a:stretch>
            <a:fillRect/>
          </a:stretch>
        </p:blipFill>
        <p:spPr>
          <a:xfrm>
            <a:off x="3258604" y="2522759"/>
            <a:ext cx="2106459" cy="2263250"/>
          </a:xfrm>
          <a:prstGeom prst="rect">
            <a:avLst/>
          </a:prstGeom>
        </p:spPr>
      </p:pic>
      <p:pic>
        <p:nvPicPr>
          <p:cNvPr id="13" name="Picture 12">
            <a:extLst>
              <a:ext uri="{FF2B5EF4-FFF2-40B4-BE49-F238E27FC236}">
                <a16:creationId xmlns:a16="http://schemas.microsoft.com/office/drawing/2014/main" id="{DA3BA3E0-C85F-043E-1B2D-5583D317A86A}"/>
              </a:ext>
            </a:extLst>
          </p:cNvPr>
          <p:cNvPicPr>
            <a:picLocks noChangeAspect="1"/>
          </p:cNvPicPr>
          <p:nvPr/>
        </p:nvPicPr>
        <p:blipFill>
          <a:blip r:embed="rId4"/>
          <a:stretch>
            <a:fillRect/>
          </a:stretch>
        </p:blipFill>
        <p:spPr>
          <a:xfrm>
            <a:off x="5748791" y="2703885"/>
            <a:ext cx="1995708" cy="1900997"/>
          </a:xfrm>
          <a:prstGeom prst="rect">
            <a:avLst/>
          </a:prstGeom>
        </p:spPr>
      </p:pic>
    </p:spTree>
    <p:extLst>
      <p:ext uri="{BB962C8B-B14F-4D97-AF65-F5344CB8AC3E}">
        <p14:creationId xmlns:p14="http://schemas.microsoft.com/office/powerpoint/2010/main" val="2513134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E659AC7-AD57-4531-1628-40FDF1BC03CA}"/>
              </a:ext>
            </a:extLst>
          </p:cNvPr>
          <p:cNvSpPr>
            <a:spLocks noGrp="1"/>
          </p:cNvSpPr>
          <p:nvPr>
            <p:ph type="body" idx="15"/>
          </p:nvPr>
        </p:nvSpPr>
        <p:spPr/>
        <p:txBody>
          <a:bodyPr/>
          <a:lstStyle/>
          <a:p>
            <a:r>
              <a:rPr lang="de-DE" dirty="0"/>
              <a:t>Development of TS2 Library</a:t>
            </a:r>
          </a:p>
        </p:txBody>
      </p:sp>
      <p:sp>
        <p:nvSpPr>
          <p:cNvPr id="3" name="Title 2">
            <a:extLst>
              <a:ext uri="{FF2B5EF4-FFF2-40B4-BE49-F238E27FC236}">
                <a16:creationId xmlns:a16="http://schemas.microsoft.com/office/drawing/2014/main" id="{28A58437-8316-2960-6A2A-33D411E0E9A2}"/>
              </a:ext>
            </a:extLst>
          </p:cNvPr>
          <p:cNvSpPr>
            <a:spLocks noGrp="1"/>
          </p:cNvSpPr>
          <p:nvPr>
            <p:ph type="title" sz="quarter"/>
          </p:nvPr>
        </p:nvSpPr>
        <p:spPr/>
        <p:txBody>
          <a:bodyPr/>
          <a:lstStyle/>
          <a:p>
            <a:r>
              <a:rPr lang="en-GB" sz="2000" dirty="0">
                <a:solidFill>
                  <a:srgbClr val="002B49"/>
                </a:solidFill>
              </a:rPr>
              <a:t>Requirement Specification</a:t>
            </a:r>
            <a:endParaRPr lang="de-DE" sz="2000" dirty="0">
              <a:solidFill>
                <a:srgbClr val="002B49"/>
              </a:solidFill>
            </a:endParaRPr>
          </a:p>
        </p:txBody>
      </p:sp>
      <p:sp>
        <p:nvSpPr>
          <p:cNvPr id="4" name="Content Placeholder 3">
            <a:extLst>
              <a:ext uri="{FF2B5EF4-FFF2-40B4-BE49-F238E27FC236}">
                <a16:creationId xmlns:a16="http://schemas.microsoft.com/office/drawing/2014/main" id="{832789AB-2A96-9FA1-BCDA-2007611F18CA}"/>
              </a:ext>
            </a:extLst>
          </p:cNvPr>
          <p:cNvSpPr>
            <a:spLocks noGrp="1"/>
          </p:cNvSpPr>
          <p:nvPr>
            <p:ph sz="quarter" idx="1"/>
          </p:nvPr>
        </p:nvSpPr>
        <p:spPr>
          <a:xfrm>
            <a:off x="259080" y="1036800"/>
            <a:ext cx="10452100" cy="4168140"/>
          </a:xfrm>
        </p:spPr>
        <p:txBody>
          <a:bodyPr/>
          <a:lstStyle/>
          <a:p>
            <a:pPr marL="0" indent="0" algn="l">
              <a:buNone/>
            </a:pPr>
            <a:r>
              <a:rPr lang="en-US" b="1" i="0" dirty="0">
                <a:effectLst/>
              </a:rPr>
              <a:t>Evaluation TFE Product Catalogue</a:t>
            </a:r>
            <a:r>
              <a:rPr lang="en-US" dirty="0"/>
              <a:t> </a:t>
            </a:r>
            <a:r>
              <a:rPr lang="en-US" b="0" i="0" dirty="0">
                <a:effectLst/>
              </a:rPr>
              <a:t>&gt; </a:t>
            </a:r>
            <a:r>
              <a:rPr lang="en-US" b="0" i="1" dirty="0">
                <a:effectLst/>
              </a:rPr>
              <a:t>Which TFEs exist?</a:t>
            </a:r>
          </a:p>
          <a:p>
            <a:r>
              <a:rPr lang="de-DE" dirty="0"/>
              <a:t>Function Plans for TS2 Lift Rotate Unit:</a:t>
            </a:r>
          </a:p>
          <a:p>
            <a:pPr marL="0" indent="0">
              <a:buNone/>
            </a:pPr>
            <a:r>
              <a:rPr lang="de-DE" dirty="0"/>
              <a:t>4. Function plan HD 2/H (BG3), </a:t>
            </a:r>
            <a:r>
              <a:rPr lang="en-US" dirty="0"/>
              <a:t>ROTATION ANGLE 90°</a:t>
            </a:r>
            <a:endParaRPr lang="de-DE" dirty="0"/>
          </a:p>
        </p:txBody>
      </p:sp>
      <p:sp>
        <p:nvSpPr>
          <p:cNvPr id="5" name="Slide Number Placeholder 4">
            <a:extLst>
              <a:ext uri="{FF2B5EF4-FFF2-40B4-BE49-F238E27FC236}">
                <a16:creationId xmlns:a16="http://schemas.microsoft.com/office/drawing/2014/main" id="{55A0E77D-F194-10C3-229E-82068925C4D2}"/>
              </a:ext>
            </a:extLst>
          </p:cNvPr>
          <p:cNvSpPr>
            <a:spLocks noGrp="1"/>
          </p:cNvSpPr>
          <p:nvPr>
            <p:ph type="sldNum" sz="quarter" idx="12"/>
          </p:nvPr>
        </p:nvSpPr>
        <p:spPr/>
        <p:txBody>
          <a:bodyPr/>
          <a:lstStyle/>
          <a:p>
            <a:fld id="{4898AEC0-503E-4FA4-859C-D0F72D6E3F79}" type="slidenum">
              <a:rPr lang="en-US" noProof="1" smtClean="0"/>
              <a:pPr/>
              <a:t>17</a:t>
            </a:fld>
            <a:endParaRPr lang="en-US" noProof="1"/>
          </a:p>
        </p:txBody>
      </p:sp>
      <p:pic>
        <p:nvPicPr>
          <p:cNvPr id="8" name="Picture 7">
            <a:extLst>
              <a:ext uri="{FF2B5EF4-FFF2-40B4-BE49-F238E27FC236}">
                <a16:creationId xmlns:a16="http://schemas.microsoft.com/office/drawing/2014/main" id="{2C1A140D-6041-A1B9-0957-0CC2206F734F}"/>
              </a:ext>
            </a:extLst>
          </p:cNvPr>
          <p:cNvPicPr>
            <a:picLocks noChangeAspect="1"/>
          </p:cNvPicPr>
          <p:nvPr/>
        </p:nvPicPr>
        <p:blipFill>
          <a:blip r:embed="rId2"/>
          <a:stretch>
            <a:fillRect/>
          </a:stretch>
        </p:blipFill>
        <p:spPr>
          <a:xfrm>
            <a:off x="697065" y="2158071"/>
            <a:ext cx="1074028" cy="3435669"/>
          </a:xfrm>
          <a:prstGeom prst="rect">
            <a:avLst/>
          </a:prstGeom>
        </p:spPr>
      </p:pic>
      <p:pic>
        <p:nvPicPr>
          <p:cNvPr id="11" name="Picture 10">
            <a:extLst>
              <a:ext uri="{FF2B5EF4-FFF2-40B4-BE49-F238E27FC236}">
                <a16:creationId xmlns:a16="http://schemas.microsoft.com/office/drawing/2014/main" id="{8AAD6897-0E27-BFE5-F03E-89DAC4296807}"/>
              </a:ext>
            </a:extLst>
          </p:cNvPr>
          <p:cNvPicPr>
            <a:picLocks noChangeAspect="1"/>
          </p:cNvPicPr>
          <p:nvPr/>
        </p:nvPicPr>
        <p:blipFill>
          <a:blip r:embed="rId3"/>
          <a:stretch>
            <a:fillRect/>
          </a:stretch>
        </p:blipFill>
        <p:spPr>
          <a:xfrm>
            <a:off x="2934203" y="2642897"/>
            <a:ext cx="1998638" cy="2166266"/>
          </a:xfrm>
          <a:prstGeom prst="rect">
            <a:avLst/>
          </a:prstGeom>
        </p:spPr>
      </p:pic>
      <p:pic>
        <p:nvPicPr>
          <p:cNvPr id="14" name="Picture 13">
            <a:extLst>
              <a:ext uri="{FF2B5EF4-FFF2-40B4-BE49-F238E27FC236}">
                <a16:creationId xmlns:a16="http://schemas.microsoft.com/office/drawing/2014/main" id="{756FDCFE-1A02-5BE4-97CD-8999E9E23F3C}"/>
              </a:ext>
            </a:extLst>
          </p:cNvPr>
          <p:cNvPicPr>
            <a:picLocks noChangeAspect="1"/>
          </p:cNvPicPr>
          <p:nvPr/>
        </p:nvPicPr>
        <p:blipFill>
          <a:blip r:embed="rId4"/>
          <a:stretch>
            <a:fillRect/>
          </a:stretch>
        </p:blipFill>
        <p:spPr>
          <a:xfrm>
            <a:off x="5220276" y="2850413"/>
            <a:ext cx="2041721" cy="1804139"/>
          </a:xfrm>
          <a:prstGeom prst="rect">
            <a:avLst/>
          </a:prstGeom>
        </p:spPr>
      </p:pic>
    </p:spTree>
    <p:extLst>
      <p:ext uri="{BB962C8B-B14F-4D97-AF65-F5344CB8AC3E}">
        <p14:creationId xmlns:p14="http://schemas.microsoft.com/office/powerpoint/2010/main" val="11795417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E659AC7-AD57-4531-1628-40FDF1BC03CA}"/>
              </a:ext>
            </a:extLst>
          </p:cNvPr>
          <p:cNvSpPr>
            <a:spLocks noGrp="1"/>
          </p:cNvSpPr>
          <p:nvPr>
            <p:ph type="body" idx="15"/>
          </p:nvPr>
        </p:nvSpPr>
        <p:spPr/>
        <p:txBody>
          <a:bodyPr/>
          <a:lstStyle/>
          <a:p>
            <a:r>
              <a:rPr lang="de-DE" dirty="0"/>
              <a:t>Development of TS2 Library</a:t>
            </a:r>
          </a:p>
        </p:txBody>
      </p:sp>
      <p:sp>
        <p:nvSpPr>
          <p:cNvPr id="3" name="Title 2">
            <a:extLst>
              <a:ext uri="{FF2B5EF4-FFF2-40B4-BE49-F238E27FC236}">
                <a16:creationId xmlns:a16="http://schemas.microsoft.com/office/drawing/2014/main" id="{28A58437-8316-2960-6A2A-33D411E0E9A2}"/>
              </a:ext>
            </a:extLst>
          </p:cNvPr>
          <p:cNvSpPr>
            <a:spLocks noGrp="1"/>
          </p:cNvSpPr>
          <p:nvPr>
            <p:ph type="title" sz="quarter"/>
          </p:nvPr>
        </p:nvSpPr>
        <p:spPr/>
        <p:txBody>
          <a:bodyPr/>
          <a:lstStyle/>
          <a:p>
            <a:r>
              <a:rPr lang="en-GB" sz="2000" dirty="0">
                <a:solidFill>
                  <a:srgbClr val="002B49"/>
                </a:solidFill>
              </a:rPr>
              <a:t>Requirement Specification</a:t>
            </a:r>
            <a:endParaRPr lang="de-DE" sz="2000" dirty="0">
              <a:solidFill>
                <a:srgbClr val="002B49"/>
              </a:solidFill>
            </a:endParaRPr>
          </a:p>
        </p:txBody>
      </p:sp>
      <p:sp>
        <p:nvSpPr>
          <p:cNvPr id="4" name="Content Placeholder 3">
            <a:extLst>
              <a:ext uri="{FF2B5EF4-FFF2-40B4-BE49-F238E27FC236}">
                <a16:creationId xmlns:a16="http://schemas.microsoft.com/office/drawing/2014/main" id="{832789AB-2A96-9FA1-BCDA-2007611F18CA}"/>
              </a:ext>
            </a:extLst>
          </p:cNvPr>
          <p:cNvSpPr>
            <a:spLocks noGrp="1"/>
          </p:cNvSpPr>
          <p:nvPr>
            <p:ph sz="quarter" idx="1"/>
          </p:nvPr>
        </p:nvSpPr>
        <p:spPr>
          <a:xfrm>
            <a:off x="259080" y="1036800"/>
            <a:ext cx="10452100" cy="4168140"/>
          </a:xfrm>
        </p:spPr>
        <p:txBody>
          <a:bodyPr/>
          <a:lstStyle/>
          <a:p>
            <a:pPr marL="0" indent="0" algn="l">
              <a:buNone/>
            </a:pPr>
            <a:r>
              <a:rPr lang="en-US" b="1" i="0" dirty="0">
                <a:effectLst/>
              </a:rPr>
              <a:t>Evaluation TFE Product Catalogue</a:t>
            </a:r>
            <a:r>
              <a:rPr lang="en-US" dirty="0"/>
              <a:t> </a:t>
            </a:r>
            <a:r>
              <a:rPr lang="en-US" b="0" i="0" dirty="0">
                <a:effectLst/>
              </a:rPr>
              <a:t>&gt; </a:t>
            </a:r>
            <a:r>
              <a:rPr lang="en-US" b="0" i="1" dirty="0">
                <a:effectLst/>
              </a:rPr>
              <a:t>Which TFEs exist?</a:t>
            </a:r>
          </a:p>
          <a:p>
            <a:r>
              <a:rPr lang="de-DE" dirty="0"/>
              <a:t>Function Plans for TS2 Elevator EL2:</a:t>
            </a:r>
          </a:p>
          <a:p>
            <a:pPr marL="0" indent="0">
              <a:buNone/>
            </a:pPr>
            <a:r>
              <a:rPr lang="de-DE" dirty="0"/>
              <a:t>1. </a:t>
            </a:r>
            <a:r>
              <a:rPr lang="en-US" dirty="0"/>
              <a:t>Lift EL 2 (infeeding + outfeeding)</a:t>
            </a:r>
            <a:endParaRPr lang="de-DE" dirty="0"/>
          </a:p>
        </p:txBody>
      </p:sp>
      <p:sp>
        <p:nvSpPr>
          <p:cNvPr id="5" name="Slide Number Placeholder 4">
            <a:extLst>
              <a:ext uri="{FF2B5EF4-FFF2-40B4-BE49-F238E27FC236}">
                <a16:creationId xmlns:a16="http://schemas.microsoft.com/office/drawing/2014/main" id="{55A0E77D-F194-10C3-229E-82068925C4D2}"/>
              </a:ext>
            </a:extLst>
          </p:cNvPr>
          <p:cNvSpPr>
            <a:spLocks noGrp="1"/>
          </p:cNvSpPr>
          <p:nvPr>
            <p:ph type="sldNum" sz="quarter" idx="12"/>
          </p:nvPr>
        </p:nvSpPr>
        <p:spPr/>
        <p:txBody>
          <a:bodyPr/>
          <a:lstStyle/>
          <a:p>
            <a:fld id="{4898AEC0-503E-4FA4-859C-D0F72D6E3F79}" type="slidenum">
              <a:rPr lang="en-US" noProof="1" smtClean="0"/>
              <a:pPr/>
              <a:t>18</a:t>
            </a:fld>
            <a:endParaRPr lang="en-US" noProof="1"/>
          </a:p>
        </p:txBody>
      </p:sp>
      <p:pic>
        <p:nvPicPr>
          <p:cNvPr id="7" name="Picture 6">
            <a:extLst>
              <a:ext uri="{FF2B5EF4-FFF2-40B4-BE49-F238E27FC236}">
                <a16:creationId xmlns:a16="http://schemas.microsoft.com/office/drawing/2014/main" id="{8A251D81-EFB9-758A-6318-B7FA0714536B}"/>
              </a:ext>
            </a:extLst>
          </p:cNvPr>
          <p:cNvPicPr>
            <a:picLocks noChangeAspect="1"/>
          </p:cNvPicPr>
          <p:nvPr/>
        </p:nvPicPr>
        <p:blipFill>
          <a:blip r:embed="rId2"/>
          <a:stretch>
            <a:fillRect/>
          </a:stretch>
        </p:blipFill>
        <p:spPr>
          <a:xfrm>
            <a:off x="841253" y="2323555"/>
            <a:ext cx="1284727" cy="3032798"/>
          </a:xfrm>
          <a:prstGeom prst="rect">
            <a:avLst/>
          </a:prstGeom>
        </p:spPr>
      </p:pic>
      <p:pic>
        <p:nvPicPr>
          <p:cNvPr id="10" name="Picture 9">
            <a:extLst>
              <a:ext uri="{FF2B5EF4-FFF2-40B4-BE49-F238E27FC236}">
                <a16:creationId xmlns:a16="http://schemas.microsoft.com/office/drawing/2014/main" id="{04E223F3-510C-2A97-CB4A-483DAE98887E}"/>
              </a:ext>
            </a:extLst>
          </p:cNvPr>
          <p:cNvPicPr>
            <a:picLocks noChangeAspect="1"/>
          </p:cNvPicPr>
          <p:nvPr/>
        </p:nvPicPr>
        <p:blipFill>
          <a:blip r:embed="rId3"/>
          <a:stretch>
            <a:fillRect/>
          </a:stretch>
        </p:blipFill>
        <p:spPr>
          <a:xfrm>
            <a:off x="2394485" y="2530908"/>
            <a:ext cx="3960595" cy="2674032"/>
          </a:xfrm>
          <a:prstGeom prst="rect">
            <a:avLst/>
          </a:prstGeom>
        </p:spPr>
      </p:pic>
      <p:pic>
        <p:nvPicPr>
          <p:cNvPr id="13" name="Picture 12">
            <a:extLst>
              <a:ext uri="{FF2B5EF4-FFF2-40B4-BE49-F238E27FC236}">
                <a16:creationId xmlns:a16="http://schemas.microsoft.com/office/drawing/2014/main" id="{FAF60610-5FCE-BF40-C7A9-C4DD57C715FE}"/>
              </a:ext>
            </a:extLst>
          </p:cNvPr>
          <p:cNvPicPr>
            <a:picLocks noChangeAspect="1"/>
          </p:cNvPicPr>
          <p:nvPr/>
        </p:nvPicPr>
        <p:blipFill>
          <a:blip r:embed="rId4"/>
          <a:stretch>
            <a:fillRect/>
          </a:stretch>
        </p:blipFill>
        <p:spPr>
          <a:xfrm>
            <a:off x="6623585" y="2530908"/>
            <a:ext cx="1932364" cy="2169111"/>
          </a:xfrm>
          <a:prstGeom prst="rect">
            <a:avLst/>
          </a:prstGeom>
        </p:spPr>
      </p:pic>
    </p:spTree>
    <p:extLst>
      <p:ext uri="{BB962C8B-B14F-4D97-AF65-F5344CB8AC3E}">
        <p14:creationId xmlns:p14="http://schemas.microsoft.com/office/powerpoint/2010/main" val="42712025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Grafik 12">
            <a:extLst>
              <a:ext uri="{FF2B5EF4-FFF2-40B4-BE49-F238E27FC236}">
                <a16:creationId xmlns:a16="http://schemas.microsoft.com/office/drawing/2014/main" id="{3050B5B2-8804-1233-8A6B-06336A8121F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92001" y="1493206"/>
            <a:ext cx="4394693" cy="3418094"/>
          </a:xfrm>
          <a:prstGeom prst="rect">
            <a:avLst/>
          </a:prstGeom>
        </p:spPr>
      </p:pic>
      <p:sp>
        <p:nvSpPr>
          <p:cNvPr id="2" name="Text Placeholder 1">
            <a:extLst>
              <a:ext uri="{FF2B5EF4-FFF2-40B4-BE49-F238E27FC236}">
                <a16:creationId xmlns:a16="http://schemas.microsoft.com/office/drawing/2014/main" id="{BE659AC7-AD57-4531-1628-40FDF1BC03CA}"/>
              </a:ext>
            </a:extLst>
          </p:cNvPr>
          <p:cNvSpPr>
            <a:spLocks noGrp="1"/>
          </p:cNvSpPr>
          <p:nvPr>
            <p:ph type="body" idx="15"/>
          </p:nvPr>
        </p:nvSpPr>
        <p:spPr/>
        <p:txBody>
          <a:bodyPr/>
          <a:lstStyle/>
          <a:p>
            <a:r>
              <a:rPr lang="de-DE" dirty="0"/>
              <a:t>Development of TS2 Library</a:t>
            </a:r>
          </a:p>
        </p:txBody>
      </p:sp>
      <p:sp>
        <p:nvSpPr>
          <p:cNvPr id="3" name="Title 2">
            <a:extLst>
              <a:ext uri="{FF2B5EF4-FFF2-40B4-BE49-F238E27FC236}">
                <a16:creationId xmlns:a16="http://schemas.microsoft.com/office/drawing/2014/main" id="{28A58437-8316-2960-6A2A-33D411E0E9A2}"/>
              </a:ext>
            </a:extLst>
          </p:cNvPr>
          <p:cNvSpPr>
            <a:spLocks noGrp="1"/>
          </p:cNvSpPr>
          <p:nvPr>
            <p:ph type="title" sz="quarter"/>
          </p:nvPr>
        </p:nvSpPr>
        <p:spPr/>
        <p:txBody>
          <a:bodyPr/>
          <a:lstStyle/>
          <a:p>
            <a:r>
              <a:rPr lang="en-GB" sz="2000" dirty="0">
                <a:solidFill>
                  <a:srgbClr val="002B49"/>
                </a:solidFill>
              </a:rPr>
              <a:t>Requirement Specification</a:t>
            </a:r>
            <a:endParaRPr lang="de-DE" sz="2000" dirty="0">
              <a:solidFill>
                <a:srgbClr val="002B49"/>
              </a:solidFill>
            </a:endParaRPr>
          </a:p>
        </p:txBody>
      </p:sp>
      <p:sp>
        <p:nvSpPr>
          <p:cNvPr id="4" name="Content Placeholder 3">
            <a:extLst>
              <a:ext uri="{FF2B5EF4-FFF2-40B4-BE49-F238E27FC236}">
                <a16:creationId xmlns:a16="http://schemas.microsoft.com/office/drawing/2014/main" id="{832789AB-2A96-9FA1-BCDA-2007611F18CA}"/>
              </a:ext>
            </a:extLst>
          </p:cNvPr>
          <p:cNvSpPr>
            <a:spLocks noGrp="1"/>
          </p:cNvSpPr>
          <p:nvPr>
            <p:ph sz="quarter" idx="1"/>
          </p:nvPr>
        </p:nvSpPr>
        <p:spPr>
          <a:xfrm>
            <a:off x="259080" y="1036800"/>
            <a:ext cx="10452100" cy="4168140"/>
          </a:xfrm>
        </p:spPr>
        <p:txBody>
          <a:bodyPr/>
          <a:lstStyle/>
          <a:p>
            <a:pPr marL="0" indent="0" algn="l">
              <a:buNone/>
            </a:pPr>
            <a:r>
              <a:rPr lang="en-US" b="1" i="0" dirty="0">
                <a:effectLst/>
              </a:rPr>
              <a:t>Evaluation TFE Product Catalogue</a:t>
            </a:r>
            <a:r>
              <a:rPr lang="en-US" dirty="0"/>
              <a:t> </a:t>
            </a:r>
            <a:r>
              <a:rPr lang="en-US" b="0" i="0" dirty="0">
                <a:effectLst/>
              </a:rPr>
              <a:t>&gt; </a:t>
            </a:r>
            <a:r>
              <a:rPr lang="en-US" b="0" i="1" dirty="0">
                <a:effectLst/>
              </a:rPr>
              <a:t>Which ones are missing and must be covered?</a:t>
            </a:r>
          </a:p>
          <a:p>
            <a:r>
              <a:rPr lang="de-DE" dirty="0"/>
              <a:t>Additional TFEs for TS2 LTU :</a:t>
            </a:r>
          </a:p>
          <a:p>
            <a:pPr marL="0" indent="0">
              <a:buNone/>
            </a:pPr>
            <a:r>
              <a:rPr lang="de-DE" dirty="0"/>
              <a:t>1. </a:t>
            </a:r>
          </a:p>
        </p:txBody>
      </p:sp>
      <p:sp>
        <p:nvSpPr>
          <p:cNvPr id="5" name="Slide Number Placeholder 4">
            <a:extLst>
              <a:ext uri="{FF2B5EF4-FFF2-40B4-BE49-F238E27FC236}">
                <a16:creationId xmlns:a16="http://schemas.microsoft.com/office/drawing/2014/main" id="{55A0E77D-F194-10C3-229E-82068925C4D2}"/>
              </a:ext>
            </a:extLst>
          </p:cNvPr>
          <p:cNvSpPr>
            <a:spLocks noGrp="1"/>
          </p:cNvSpPr>
          <p:nvPr>
            <p:ph type="sldNum" sz="quarter" idx="12"/>
          </p:nvPr>
        </p:nvSpPr>
        <p:spPr/>
        <p:txBody>
          <a:bodyPr/>
          <a:lstStyle/>
          <a:p>
            <a:fld id="{4898AEC0-503E-4FA4-859C-D0F72D6E3F79}" type="slidenum">
              <a:rPr lang="en-US" noProof="1" smtClean="0"/>
              <a:pPr/>
              <a:t>19</a:t>
            </a:fld>
            <a:endParaRPr lang="en-US" noProof="1"/>
          </a:p>
        </p:txBody>
      </p:sp>
      <p:pic>
        <p:nvPicPr>
          <p:cNvPr id="6" name="Grafik 14">
            <a:extLst>
              <a:ext uri="{FF2B5EF4-FFF2-40B4-BE49-F238E27FC236}">
                <a16:creationId xmlns:a16="http://schemas.microsoft.com/office/drawing/2014/main" id="{5AF44C11-CE98-7E13-43B9-5952AF61023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64094" y="1725145"/>
            <a:ext cx="455815" cy="455815"/>
          </a:xfrm>
          <a:prstGeom prst="rect">
            <a:avLst/>
          </a:prstGeom>
        </p:spPr>
      </p:pic>
      <p:sp>
        <p:nvSpPr>
          <p:cNvPr id="11" name="TextBox 10">
            <a:extLst>
              <a:ext uri="{FF2B5EF4-FFF2-40B4-BE49-F238E27FC236}">
                <a16:creationId xmlns:a16="http://schemas.microsoft.com/office/drawing/2014/main" id="{8ADFF145-8F1A-8BC9-6539-86F82B08818A}"/>
              </a:ext>
            </a:extLst>
          </p:cNvPr>
          <p:cNvSpPr txBox="1"/>
          <p:nvPr/>
        </p:nvSpPr>
        <p:spPr>
          <a:xfrm>
            <a:off x="3157801" y="2377062"/>
            <a:ext cx="565266" cy="280457"/>
          </a:xfrm>
          <a:prstGeom prst="rect">
            <a:avLst/>
          </a:prstGeom>
          <a:noFill/>
        </p:spPr>
        <p:txBody>
          <a:bodyPr wrap="square" lIns="0" tIns="0" rIns="0" bIns="0" rtlCol="0">
            <a:noAutofit/>
          </a:bodyPr>
          <a:lstStyle/>
          <a:p>
            <a:pPr marR="0" defTabSz="914400" eaLnBrk="1" fontAlgn="auto" latinLnBrk="0" hangingPunct="1">
              <a:lnSpc>
                <a:spcPts val="2300"/>
              </a:lnSpc>
              <a:spcBef>
                <a:spcPts val="500"/>
              </a:spcBef>
              <a:spcAft>
                <a:spcPts val="0"/>
              </a:spcAft>
              <a:buClrTx/>
              <a:buSzTx/>
              <a:buFontTx/>
              <a:buNone/>
              <a:tabLst/>
            </a:pPr>
            <a:r>
              <a:rPr kumimoji="0" lang="de-DE" sz="1800" b="1" i="1" u="none" strike="noStrike" kern="0" cap="none" spc="0" normalizeH="0" baseline="0" noProof="0" dirty="0">
                <a:ln>
                  <a:noFill/>
                </a:ln>
                <a:solidFill>
                  <a:srgbClr val="FF0000"/>
                </a:solidFill>
                <a:effectLst/>
                <a:uLnTx/>
                <a:uFillTx/>
              </a:rPr>
              <a:t>TFE2</a:t>
            </a:r>
          </a:p>
        </p:txBody>
      </p:sp>
      <p:sp>
        <p:nvSpPr>
          <p:cNvPr id="12" name="TextBox 11">
            <a:extLst>
              <a:ext uri="{FF2B5EF4-FFF2-40B4-BE49-F238E27FC236}">
                <a16:creationId xmlns:a16="http://schemas.microsoft.com/office/drawing/2014/main" id="{5B59C3BB-9733-64D9-A7A4-DA57FC94E86A}"/>
              </a:ext>
            </a:extLst>
          </p:cNvPr>
          <p:cNvSpPr txBox="1"/>
          <p:nvPr/>
        </p:nvSpPr>
        <p:spPr>
          <a:xfrm>
            <a:off x="3152256" y="3790570"/>
            <a:ext cx="565266" cy="280457"/>
          </a:xfrm>
          <a:prstGeom prst="rect">
            <a:avLst/>
          </a:prstGeom>
          <a:noFill/>
        </p:spPr>
        <p:txBody>
          <a:bodyPr wrap="square" lIns="0" tIns="0" rIns="0" bIns="0" rtlCol="0">
            <a:noAutofit/>
          </a:bodyPr>
          <a:lstStyle/>
          <a:p>
            <a:pPr marR="0" defTabSz="914400" eaLnBrk="1" fontAlgn="auto" latinLnBrk="0" hangingPunct="1">
              <a:lnSpc>
                <a:spcPts val="2300"/>
              </a:lnSpc>
              <a:spcBef>
                <a:spcPts val="500"/>
              </a:spcBef>
              <a:spcAft>
                <a:spcPts val="0"/>
              </a:spcAft>
              <a:buClrTx/>
              <a:buSzTx/>
              <a:buFontTx/>
              <a:buNone/>
              <a:tabLst/>
            </a:pPr>
            <a:r>
              <a:rPr kumimoji="0" lang="de-DE" sz="1800" b="1" i="1" u="none" strike="noStrike" kern="0" cap="none" spc="0" normalizeH="0" baseline="0" noProof="0" dirty="0">
                <a:ln>
                  <a:noFill/>
                </a:ln>
                <a:solidFill>
                  <a:srgbClr val="FF0000"/>
                </a:solidFill>
                <a:effectLst/>
                <a:uLnTx/>
                <a:uFillTx/>
              </a:rPr>
              <a:t>TFE3</a:t>
            </a:r>
          </a:p>
        </p:txBody>
      </p:sp>
      <p:sp>
        <p:nvSpPr>
          <p:cNvPr id="7" name="TextBox 6">
            <a:extLst>
              <a:ext uri="{FF2B5EF4-FFF2-40B4-BE49-F238E27FC236}">
                <a16:creationId xmlns:a16="http://schemas.microsoft.com/office/drawing/2014/main" id="{17F565A1-8517-6797-1423-B19B0CE77D42}"/>
              </a:ext>
            </a:extLst>
          </p:cNvPr>
          <p:cNvSpPr txBox="1"/>
          <p:nvPr/>
        </p:nvSpPr>
        <p:spPr>
          <a:xfrm>
            <a:off x="5038691" y="2215724"/>
            <a:ext cx="3291453" cy="700591"/>
          </a:xfrm>
          <a:prstGeom prst="rect">
            <a:avLst/>
          </a:prstGeom>
          <a:noFill/>
        </p:spPr>
        <p:txBody>
          <a:bodyPr wrap="square" lIns="0" tIns="0" rIns="0" bIns="0" rtlCol="0">
            <a:noAutofit/>
          </a:bodyPr>
          <a:lstStyle/>
          <a:p>
            <a:pPr marR="0" defTabSz="914400" eaLnBrk="1" fontAlgn="auto" latinLnBrk="0" hangingPunct="1">
              <a:spcBef>
                <a:spcPts val="500"/>
              </a:spcBef>
              <a:spcAft>
                <a:spcPts val="0"/>
              </a:spcAft>
              <a:buClrTx/>
              <a:buSzTx/>
              <a:buFontTx/>
              <a:buNone/>
              <a:tabLst/>
            </a:pPr>
            <a:r>
              <a:rPr kumimoji="0" lang="en-GB" sz="1200" u="none" strike="noStrike" kern="0" cap="none" spc="0" normalizeH="0" baseline="0" dirty="0">
                <a:ln>
                  <a:noFill/>
                </a:ln>
                <a:effectLst/>
                <a:uLnTx/>
                <a:uFillTx/>
              </a:rPr>
              <a:t>Combination of:</a:t>
            </a:r>
          </a:p>
          <a:p>
            <a:pPr marR="0" defTabSz="914400" eaLnBrk="1" fontAlgn="auto" latinLnBrk="0" hangingPunct="1">
              <a:spcBef>
                <a:spcPts val="500"/>
              </a:spcBef>
              <a:spcAft>
                <a:spcPts val="0"/>
              </a:spcAft>
              <a:buClrTx/>
              <a:buSzTx/>
              <a:buFontTx/>
              <a:buNone/>
              <a:tabLst/>
            </a:pPr>
            <a:r>
              <a:rPr lang="en-GB" sz="1200" kern="0" dirty="0"/>
              <a:t>•</a:t>
            </a:r>
            <a:r>
              <a:rPr kumimoji="0" lang="en-GB" sz="1200" u="none" strike="noStrike" kern="0" cap="none" spc="0" normalizeH="0" baseline="0" dirty="0">
                <a:ln>
                  <a:noFill/>
                </a:ln>
                <a:effectLst/>
                <a:uLnTx/>
                <a:uFillTx/>
              </a:rPr>
              <a:t>TFE3 and</a:t>
            </a:r>
            <a:endParaRPr lang="en-GB" sz="1200" kern="0" dirty="0"/>
          </a:p>
          <a:p>
            <a:pPr marR="0" defTabSz="914400" eaLnBrk="1" fontAlgn="auto" latinLnBrk="0" hangingPunct="1">
              <a:spcBef>
                <a:spcPts val="500"/>
              </a:spcBef>
              <a:spcAft>
                <a:spcPts val="0"/>
              </a:spcAft>
              <a:buClrTx/>
              <a:buSzTx/>
              <a:buFontTx/>
              <a:buNone/>
              <a:tabLst/>
            </a:pPr>
            <a:r>
              <a:rPr kumimoji="0" lang="en-GB" sz="1200" u="none" strike="noStrike" kern="0" cap="none" spc="0" normalizeH="0" baseline="0" dirty="0">
                <a:ln>
                  <a:noFill/>
                </a:ln>
                <a:effectLst/>
                <a:uLnTx/>
                <a:uFillTx/>
              </a:rPr>
              <a:t>•TFE2 (w/o entry SG)</a:t>
            </a:r>
          </a:p>
        </p:txBody>
      </p:sp>
    </p:spTree>
    <p:extLst>
      <p:ext uri="{BB962C8B-B14F-4D97-AF65-F5344CB8AC3E}">
        <p14:creationId xmlns:p14="http://schemas.microsoft.com/office/powerpoint/2010/main" val="19217568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nhaltsplatzhalter 10">
            <a:extLst>
              <a:ext uri="{FF2B5EF4-FFF2-40B4-BE49-F238E27FC236}">
                <a16:creationId xmlns:a16="http://schemas.microsoft.com/office/drawing/2014/main" id="{B1611305-09E2-34EB-8905-42B25B08148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317" y="2045115"/>
            <a:ext cx="3971181" cy="3088698"/>
          </a:xfrm>
          <a:prstGeom prst="rect">
            <a:avLst/>
          </a:prstGeom>
        </p:spPr>
      </p:pic>
      <p:sp>
        <p:nvSpPr>
          <p:cNvPr id="2" name="Text Placeholder 1">
            <a:extLst>
              <a:ext uri="{FF2B5EF4-FFF2-40B4-BE49-F238E27FC236}">
                <a16:creationId xmlns:a16="http://schemas.microsoft.com/office/drawing/2014/main" id="{BE659AC7-AD57-4531-1628-40FDF1BC03CA}"/>
              </a:ext>
            </a:extLst>
          </p:cNvPr>
          <p:cNvSpPr>
            <a:spLocks noGrp="1"/>
          </p:cNvSpPr>
          <p:nvPr>
            <p:ph type="body" idx="15"/>
          </p:nvPr>
        </p:nvSpPr>
        <p:spPr/>
        <p:txBody>
          <a:bodyPr/>
          <a:lstStyle/>
          <a:p>
            <a:r>
              <a:rPr lang="de-DE" dirty="0"/>
              <a:t>Development of TS2 Library</a:t>
            </a:r>
          </a:p>
        </p:txBody>
      </p:sp>
      <p:sp>
        <p:nvSpPr>
          <p:cNvPr id="3" name="Title 2">
            <a:extLst>
              <a:ext uri="{FF2B5EF4-FFF2-40B4-BE49-F238E27FC236}">
                <a16:creationId xmlns:a16="http://schemas.microsoft.com/office/drawing/2014/main" id="{28A58437-8316-2960-6A2A-33D411E0E9A2}"/>
              </a:ext>
            </a:extLst>
          </p:cNvPr>
          <p:cNvSpPr>
            <a:spLocks noGrp="1"/>
          </p:cNvSpPr>
          <p:nvPr>
            <p:ph type="title" sz="quarter"/>
          </p:nvPr>
        </p:nvSpPr>
        <p:spPr/>
        <p:txBody>
          <a:bodyPr/>
          <a:lstStyle/>
          <a:p>
            <a:r>
              <a:rPr lang="en-GB" sz="2000" dirty="0">
                <a:solidFill>
                  <a:srgbClr val="002B49"/>
                </a:solidFill>
              </a:rPr>
              <a:t>Requirement Specification</a:t>
            </a:r>
            <a:endParaRPr lang="de-DE" sz="2000" dirty="0">
              <a:solidFill>
                <a:srgbClr val="002B49"/>
              </a:solidFill>
            </a:endParaRPr>
          </a:p>
        </p:txBody>
      </p:sp>
      <p:sp>
        <p:nvSpPr>
          <p:cNvPr id="4" name="Content Placeholder 3">
            <a:extLst>
              <a:ext uri="{FF2B5EF4-FFF2-40B4-BE49-F238E27FC236}">
                <a16:creationId xmlns:a16="http://schemas.microsoft.com/office/drawing/2014/main" id="{832789AB-2A96-9FA1-BCDA-2007611F18CA}"/>
              </a:ext>
            </a:extLst>
          </p:cNvPr>
          <p:cNvSpPr>
            <a:spLocks noGrp="1"/>
          </p:cNvSpPr>
          <p:nvPr>
            <p:ph sz="quarter" idx="1"/>
          </p:nvPr>
        </p:nvSpPr>
        <p:spPr>
          <a:xfrm>
            <a:off x="259080" y="1036800"/>
            <a:ext cx="10452100" cy="4168140"/>
          </a:xfrm>
        </p:spPr>
        <p:txBody>
          <a:bodyPr/>
          <a:lstStyle/>
          <a:p>
            <a:pPr marL="0" indent="0" algn="l">
              <a:buNone/>
            </a:pPr>
            <a:r>
              <a:rPr lang="en-US" b="1" i="0" dirty="0">
                <a:effectLst/>
              </a:rPr>
              <a:t>Evaluation TFE Product Catalogue</a:t>
            </a:r>
            <a:r>
              <a:rPr lang="en-US" dirty="0"/>
              <a:t> </a:t>
            </a:r>
            <a:r>
              <a:rPr lang="en-US" b="0" i="0" dirty="0">
                <a:effectLst/>
              </a:rPr>
              <a:t>&gt; </a:t>
            </a:r>
            <a:r>
              <a:rPr lang="en-US" b="0" i="1" dirty="0">
                <a:effectLst/>
              </a:rPr>
              <a:t>Which ones are missing and must be covered?</a:t>
            </a:r>
          </a:p>
          <a:p>
            <a:r>
              <a:rPr lang="de-DE" dirty="0"/>
              <a:t>Additional TFEs for TS2 LTU :</a:t>
            </a:r>
          </a:p>
          <a:p>
            <a:pPr marL="0" indent="0">
              <a:buNone/>
            </a:pPr>
            <a:r>
              <a:rPr lang="de-DE" dirty="0"/>
              <a:t>2. </a:t>
            </a:r>
          </a:p>
        </p:txBody>
      </p:sp>
      <p:sp>
        <p:nvSpPr>
          <p:cNvPr id="5" name="Slide Number Placeholder 4">
            <a:extLst>
              <a:ext uri="{FF2B5EF4-FFF2-40B4-BE49-F238E27FC236}">
                <a16:creationId xmlns:a16="http://schemas.microsoft.com/office/drawing/2014/main" id="{55A0E77D-F194-10C3-229E-82068925C4D2}"/>
              </a:ext>
            </a:extLst>
          </p:cNvPr>
          <p:cNvSpPr>
            <a:spLocks noGrp="1"/>
          </p:cNvSpPr>
          <p:nvPr>
            <p:ph type="sldNum" sz="quarter" idx="12"/>
          </p:nvPr>
        </p:nvSpPr>
        <p:spPr/>
        <p:txBody>
          <a:bodyPr/>
          <a:lstStyle/>
          <a:p>
            <a:fld id="{4898AEC0-503E-4FA4-859C-D0F72D6E3F79}" type="slidenum">
              <a:rPr lang="en-US" noProof="1" smtClean="0"/>
              <a:pPr/>
              <a:t>20</a:t>
            </a:fld>
            <a:endParaRPr lang="en-US" noProof="1"/>
          </a:p>
        </p:txBody>
      </p:sp>
      <p:pic>
        <p:nvPicPr>
          <p:cNvPr id="7" name="Grafik 14">
            <a:extLst>
              <a:ext uri="{FF2B5EF4-FFF2-40B4-BE49-F238E27FC236}">
                <a16:creationId xmlns:a16="http://schemas.microsoft.com/office/drawing/2014/main" id="{337B6250-8BE9-D534-8102-B7B07EF6E83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64093" y="1709514"/>
            <a:ext cx="455815" cy="455815"/>
          </a:xfrm>
          <a:prstGeom prst="rect">
            <a:avLst/>
          </a:prstGeom>
        </p:spPr>
      </p:pic>
      <p:sp>
        <p:nvSpPr>
          <p:cNvPr id="10" name="TextBox 9">
            <a:extLst>
              <a:ext uri="{FF2B5EF4-FFF2-40B4-BE49-F238E27FC236}">
                <a16:creationId xmlns:a16="http://schemas.microsoft.com/office/drawing/2014/main" id="{FF93C160-2884-3FE7-3505-6C96D321AC68}"/>
              </a:ext>
            </a:extLst>
          </p:cNvPr>
          <p:cNvSpPr txBox="1"/>
          <p:nvPr/>
        </p:nvSpPr>
        <p:spPr>
          <a:xfrm>
            <a:off x="4059196" y="3589464"/>
            <a:ext cx="565266" cy="280457"/>
          </a:xfrm>
          <a:prstGeom prst="rect">
            <a:avLst/>
          </a:prstGeom>
          <a:noFill/>
        </p:spPr>
        <p:txBody>
          <a:bodyPr wrap="square" lIns="0" tIns="0" rIns="0" bIns="0" rtlCol="0">
            <a:noAutofit/>
          </a:bodyPr>
          <a:lstStyle/>
          <a:p>
            <a:pPr marR="0" defTabSz="914400" eaLnBrk="1" fontAlgn="auto" latinLnBrk="0" hangingPunct="1">
              <a:lnSpc>
                <a:spcPts val="2300"/>
              </a:lnSpc>
              <a:spcBef>
                <a:spcPts val="500"/>
              </a:spcBef>
              <a:spcAft>
                <a:spcPts val="0"/>
              </a:spcAft>
              <a:buClrTx/>
              <a:buSzTx/>
              <a:buFontTx/>
              <a:buNone/>
              <a:tabLst/>
            </a:pPr>
            <a:r>
              <a:rPr kumimoji="0" lang="de-DE" sz="1800" b="1" i="1" u="none" strike="noStrike" kern="0" cap="none" spc="0" normalizeH="0" baseline="0" noProof="0" dirty="0">
                <a:ln>
                  <a:noFill/>
                </a:ln>
                <a:solidFill>
                  <a:srgbClr val="FF0000"/>
                </a:solidFill>
                <a:effectLst/>
                <a:uLnTx/>
                <a:uFillTx/>
              </a:rPr>
              <a:t>TFE3</a:t>
            </a:r>
          </a:p>
        </p:txBody>
      </p:sp>
      <p:sp>
        <p:nvSpPr>
          <p:cNvPr id="13" name="TextBox 12">
            <a:extLst>
              <a:ext uri="{FF2B5EF4-FFF2-40B4-BE49-F238E27FC236}">
                <a16:creationId xmlns:a16="http://schemas.microsoft.com/office/drawing/2014/main" id="{0D2518DF-CAC7-6178-D78F-12063C64A222}"/>
              </a:ext>
            </a:extLst>
          </p:cNvPr>
          <p:cNvSpPr txBox="1"/>
          <p:nvPr/>
        </p:nvSpPr>
        <p:spPr>
          <a:xfrm>
            <a:off x="2092389" y="2547522"/>
            <a:ext cx="565266" cy="280457"/>
          </a:xfrm>
          <a:prstGeom prst="rect">
            <a:avLst/>
          </a:prstGeom>
          <a:noFill/>
        </p:spPr>
        <p:txBody>
          <a:bodyPr wrap="square" lIns="0" tIns="0" rIns="0" bIns="0" rtlCol="0">
            <a:noAutofit/>
          </a:bodyPr>
          <a:lstStyle/>
          <a:p>
            <a:pPr marR="0" defTabSz="914400" eaLnBrk="1" fontAlgn="auto" latinLnBrk="0" hangingPunct="1">
              <a:lnSpc>
                <a:spcPts val="2300"/>
              </a:lnSpc>
              <a:spcBef>
                <a:spcPts val="500"/>
              </a:spcBef>
              <a:spcAft>
                <a:spcPts val="0"/>
              </a:spcAft>
              <a:buClrTx/>
              <a:buSzTx/>
              <a:buFontTx/>
              <a:buNone/>
              <a:tabLst/>
            </a:pPr>
            <a:r>
              <a:rPr kumimoji="0" lang="de-DE" sz="1800" b="1" i="1" u="none" strike="noStrike" kern="0" cap="none" spc="0" normalizeH="0" baseline="0" noProof="0" dirty="0">
                <a:ln>
                  <a:noFill/>
                </a:ln>
                <a:solidFill>
                  <a:srgbClr val="FF0000"/>
                </a:solidFill>
                <a:effectLst/>
                <a:uLnTx/>
                <a:uFillTx/>
              </a:rPr>
              <a:t>TFE4</a:t>
            </a:r>
          </a:p>
        </p:txBody>
      </p:sp>
      <p:sp>
        <p:nvSpPr>
          <p:cNvPr id="14" name="TextBox 13">
            <a:extLst>
              <a:ext uri="{FF2B5EF4-FFF2-40B4-BE49-F238E27FC236}">
                <a16:creationId xmlns:a16="http://schemas.microsoft.com/office/drawing/2014/main" id="{F88AEC8A-E306-1422-B6A0-3B43F4D9E4A9}"/>
              </a:ext>
            </a:extLst>
          </p:cNvPr>
          <p:cNvSpPr txBox="1"/>
          <p:nvPr/>
        </p:nvSpPr>
        <p:spPr>
          <a:xfrm>
            <a:off x="5038691" y="2215724"/>
            <a:ext cx="3291453" cy="700591"/>
          </a:xfrm>
          <a:prstGeom prst="rect">
            <a:avLst/>
          </a:prstGeom>
          <a:noFill/>
        </p:spPr>
        <p:txBody>
          <a:bodyPr wrap="square" lIns="0" tIns="0" rIns="0" bIns="0" rtlCol="0">
            <a:noAutofit/>
          </a:bodyPr>
          <a:lstStyle/>
          <a:p>
            <a:pPr marR="0" defTabSz="914400" eaLnBrk="1" fontAlgn="auto" latinLnBrk="0" hangingPunct="1">
              <a:spcBef>
                <a:spcPts val="500"/>
              </a:spcBef>
              <a:spcAft>
                <a:spcPts val="0"/>
              </a:spcAft>
              <a:buClrTx/>
              <a:buSzTx/>
              <a:buFontTx/>
              <a:buNone/>
              <a:tabLst/>
            </a:pPr>
            <a:r>
              <a:rPr kumimoji="0" lang="en-GB" sz="1200" u="none" strike="noStrike" kern="0" cap="none" spc="0" normalizeH="0" baseline="0" dirty="0">
                <a:ln>
                  <a:noFill/>
                </a:ln>
                <a:effectLst/>
                <a:uLnTx/>
                <a:uFillTx/>
              </a:rPr>
              <a:t>Combination of:</a:t>
            </a:r>
          </a:p>
          <a:p>
            <a:pPr marR="0" defTabSz="914400" eaLnBrk="1" fontAlgn="auto" latinLnBrk="0" hangingPunct="1">
              <a:spcBef>
                <a:spcPts val="500"/>
              </a:spcBef>
              <a:spcAft>
                <a:spcPts val="0"/>
              </a:spcAft>
              <a:buClrTx/>
              <a:buSzTx/>
              <a:buFontTx/>
              <a:buNone/>
              <a:tabLst/>
            </a:pPr>
            <a:r>
              <a:rPr lang="en-GB" sz="1200" kern="0" dirty="0"/>
              <a:t>•</a:t>
            </a:r>
            <a:r>
              <a:rPr kumimoji="0" lang="en-GB" sz="1200" u="none" strike="noStrike" kern="0" cap="none" spc="0" normalizeH="0" baseline="0" dirty="0">
                <a:ln>
                  <a:noFill/>
                </a:ln>
                <a:effectLst/>
                <a:uLnTx/>
                <a:uFillTx/>
              </a:rPr>
              <a:t>TFE4 and</a:t>
            </a:r>
            <a:endParaRPr lang="en-GB" sz="1200" kern="0" dirty="0"/>
          </a:p>
          <a:p>
            <a:pPr marR="0" defTabSz="914400" eaLnBrk="1" fontAlgn="auto" latinLnBrk="0" hangingPunct="1">
              <a:spcBef>
                <a:spcPts val="500"/>
              </a:spcBef>
              <a:spcAft>
                <a:spcPts val="0"/>
              </a:spcAft>
              <a:buClrTx/>
              <a:buSzTx/>
              <a:buFontTx/>
              <a:buNone/>
              <a:tabLst/>
            </a:pPr>
            <a:r>
              <a:rPr kumimoji="0" lang="en-GB" sz="1200" u="none" strike="noStrike" kern="0" cap="none" spc="0" normalizeH="0" baseline="0" dirty="0">
                <a:ln>
                  <a:noFill/>
                </a:ln>
                <a:effectLst/>
                <a:uLnTx/>
                <a:uFillTx/>
              </a:rPr>
              <a:t>•TFE3 (w/o entry SG)</a:t>
            </a:r>
          </a:p>
        </p:txBody>
      </p:sp>
    </p:spTree>
    <p:extLst>
      <p:ext uri="{BB962C8B-B14F-4D97-AF65-F5344CB8AC3E}">
        <p14:creationId xmlns:p14="http://schemas.microsoft.com/office/powerpoint/2010/main" val="35917906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nhaltsplatzhalter 10">
            <a:extLst>
              <a:ext uri="{FF2B5EF4-FFF2-40B4-BE49-F238E27FC236}">
                <a16:creationId xmlns:a16="http://schemas.microsoft.com/office/drawing/2014/main" id="{2F1EE030-0FE4-2D4B-0785-AB84543E45A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47739" y="1954973"/>
            <a:ext cx="4087077" cy="3178840"/>
          </a:xfrm>
          <a:prstGeom prst="rect">
            <a:avLst/>
          </a:prstGeom>
        </p:spPr>
      </p:pic>
      <p:sp>
        <p:nvSpPr>
          <p:cNvPr id="2" name="Text Placeholder 1">
            <a:extLst>
              <a:ext uri="{FF2B5EF4-FFF2-40B4-BE49-F238E27FC236}">
                <a16:creationId xmlns:a16="http://schemas.microsoft.com/office/drawing/2014/main" id="{BE659AC7-AD57-4531-1628-40FDF1BC03CA}"/>
              </a:ext>
            </a:extLst>
          </p:cNvPr>
          <p:cNvSpPr>
            <a:spLocks noGrp="1"/>
          </p:cNvSpPr>
          <p:nvPr>
            <p:ph type="body" idx="15"/>
          </p:nvPr>
        </p:nvSpPr>
        <p:spPr/>
        <p:txBody>
          <a:bodyPr/>
          <a:lstStyle/>
          <a:p>
            <a:r>
              <a:rPr lang="de-DE" dirty="0"/>
              <a:t>Development of TS2 Library</a:t>
            </a:r>
          </a:p>
        </p:txBody>
      </p:sp>
      <p:sp>
        <p:nvSpPr>
          <p:cNvPr id="3" name="Title 2">
            <a:extLst>
              <a:ext uri="{FF2B5EF4-FFF2-40B4-BE49-F238E27FC236}">
                <a16:creationId xmlns:a16="http://schemas.microsoft.com/office/drawing/2014/main" id="{28A58437-8316-2960-6A2A-33D411E0E9A2}"/>
              </a:ext>
            </a:extLst>
          </p:cNvPr>
          <p:cNvSpPr>
            <a:spLocks noGrp="1"/>
          </p:cNvSpPr>
          <p:nvPr>
            <p:ph type="title" sz="quarter"/>
          </p:nvPr>
        </p:nvSpPr>
        <p:spPr/>
        <p:txBody>
          <a:bodyPr/>
          <a:lstStyle/>
          <a:p>
            <a:r>
              <a:rPr lang="en-GB" sz="2000" dirty="0">
                <a:solidFill>
                  <a:srgbClr val="002B49"/>
                </a:solidFill>
              </a:rPr>
              <a:t>Requirement Specification</a:t>
            </a:r>
            <a:endParaRPr lang="de-DE" sz="2000" dirty="0">
              <a:solidFill>
                <a:srgbClr val="002B49"/>
              </a:solidFill>
            </a:endParaRPr>
          </a:p>
        </p:txBody>
      </p:sp>
      <p:sp>
        <p:nvSpPr>
          <p:cNvPr id="4" name="Content Placeholder 3">
            <a:extLst>
              <a:ext uri="{FF2B5EF4-FFF2-40B4-BE49-F238E27FC236}">
                <a16:creationId xmlns:a16="http://schemas.microsoft.com/office/drawing/2014/main" id="{832789AB-2A96-9FA1-BCDA-2007611F18CA}"/>
              </a:ext>
            </a:extLst>
          </p:cNvPr>
          <p:cNvSpPr>
            <a:spLocks noGrp="1"/>
          </p:cNvSpPr>
          <p:nvPr>
            <p:ph sz="quarter" idx="1"/>
          </p:nvPr>
        </p:nvSpPr>
        <p:spPr>
          <a:xfrm>
            <a:off x="259080" y="1036800"/>
            <a:ext cx="10452100" cy="4168140"/>
          </a:xfrm>
        </p:spPr>
        <p:txBody>
          <a:bodyPr/>
          <a:lstStyle/>
          <a:p>
            <a:pPr marL="0" indent="0" algn="l">
              <a:buNone/>
            </a:pPr>
            <a:r>
              <a:rPr lang="en-US" b="1" i="0" dirty="0">
                <a:effectLst/>
              </a:rPr>
              <a:t>Evaluation TFE Product Catalogue</a:t>
            </a:r>
            <a:r>
              <a:rPr lang="en-US" dirty="0"/>
              <a:t> </a:t>
            </a:r>
            <a:r>
              <a:rPr lang="en-US" b="0" i="0" dirty="0">
                <a:effectLst/>
              </a:rPr>
              <a:t>&gt; </a:t>
            </a:r>
            <a:r>
              <a:rPr lang="en-US" b="0" i="1" dirty="0">
                <a:effectLst/>
              </a:rPr>
              <a:t>Which ones are missing and must be covered?</a:t>
            </a:r>
          </a:p>
          <a:p>
            <a:r>
              <a:rPr lang="de-DE" dirty="0"/>
              <a:t>Additional TFEs for TS2 LTU :</a:t>
            </a:r>
          </a:p>
          <a:p>
            <a:pPr marL="0" indent="0">
              <a:buNone/>
            </a:pPr>
            <a:r>
              <a:rPr lang="de-DE" dirty="0"/>
              <a:t>3. </a:t>
            </a:r>
          </a:p>
        </p:txBody>
      </p:sp>
      <p:sp>
        <p:nvSpPr>
          <p:cNvPr id="5" name="Slide Number Placeholder 4">
            <a:extLst>
              <a:ext uri="{FF2B5EF4-FFF2-40B4-BE49-F238E27FC236}">
                <a16:creationId xmlns:a16="http://schemas.microsoft.com/office/drawing/2014/main" id="{55A0E77D-F194-10C3-229E-82068925C4D2}"/>
              </a:ext>
            </a:extLst>
          </p:cNvPr>
          <p:cNvSpPr>
            <a:spLocks noGrp="1"/>
          </p:cNvSpPr>
          <p:nvPr>
            <p:ph type="sldNum" sz="quarter" idx="12"/>
          </p:nvPr>
        </p:nvSpPr>
        <p:spPr/>
        <p:txBody>
          <a:bodyPr/>
          <a:lstStyle/>
          <a:p>
            <a:fld id="{4898AEC0-503E-4FA4-859C-D0F72D6E3F79}" type="slidenum">
              <a:rPr lang="en-US" noProof="1" smtClean="0"/>
              <a:pPr/>
              <a:t>21</a:t>
            </a:fld>
            <a:endParaRPr lang="en-US" noProof="1"/>
          </a:p>
        </p:txBody>
      </p:sp>
      <p:pic>
        <p:nvPicPr>
          <p:cNvPr id="6" name="Grafik 14">
            <a:extLst>
              <a:ext uri="{FF2B5EF4-FFF2-40B4-BE49-F238E27FC236}">
                <a16:creationId xmlns:a16="http://schemas.microsoft.com/office/drawing/2014/main" id="{AE742FA7-F890-5154-7C68-E109D5E2759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0500" y="1739030"/>
            <a:ext cx="455815" cy="455815"/>
          </a:xfrm>
          <a:prstGeom prst="rect">
            <a:avLst/>
          </a:prstGeom>
        </p:spPr>
      </p:pic>
      <p:sp>
        <p:nvSpPr>
          <p:cNvPr id="11" name="TextBox 10">
            <a:extLst>
              <a:ext uri="{FF2B5EF4-FFF2-40B4-BE49-F238E27FC236}">
                <a16:creationId xmlns:a16="http://schemas.microsoft.com/office/drawing/2014/main" id="{C6CDAA62-FC24-68C2-1FD4-C6D6894DA504}"/>
              </a:ext>
            </a:extLst>
          </p:cNvPr>
          <p:cNvSpPr txBox="1"/>
          <p:nvPr/>
        </p:nvSpPr>
        <p:spPr>
          <a:xfrm>
            <a:off x="2691277" y="4363911"/>
            <a:ext cx="565266" cy="280457"/>
          </a:xfrm>
          <a:prstGeom prst="rect">
            <a:avLst/>
          </a:prstGeom>
          <a:noFill/>
        </p:spPr>
        <p:txBody>
          <a:bodyPr wrap="square" lIns="0" tIns="0" rIns="0" bIns="0" rtlCol="0">
            <a:noAutofit/>
          </a:bodyPr>
          <a:lstStyle/>
          <a:p>
            <a:pPr marR="0" defTabSz="914400" eaLnBrk="1" fontAlgn="auto" latinLnBrk="0" hangingPunct="1">
              <a:lnSpc>
                <a:spcPts val="2300"/>
              </a:lnSpc>
              <a:spcBef>
                <a:spcPts val="500"/>
              </a:spcBef>
              <a:spcAft>
                <a:spcPts val="0"/>
              </a:spcAft>
              <a:buClrTx/>
              <a:buSzTx/>
              <a:buFontTx/>
              <a:buNone/>
              <a:tabLst/>
            </a:pPr>
            <a:r>
              <a:rPr kumimoji="0" lang="de-DE" sz="1800" b="1" i="1" u="none" strike="noStrike" kern="0" cap="none" spc="0" normalizeH="0" baseline="0" noProof="0" dirty="0">
                <a:ln>
                  <a:noFill/>
                </a:ln>
                <a:solidFill>
                  <a:srgbClr val="FF0000"/>
                </a:solidFill>
                <a:effectLst/>
                <a:uLnTx/>
                <a:uFillTx/>
              </a:rPr>
              <a:t>TFE4</a:t>
            </a:r>
          </a:p>
        </p:txBody>
      </p:sp>
      <p:sp>
        <p:nvSpPr>
          <p:cNvPr id="12" name="TextBox 11">
            <a:extLst>
              <a:ext uri="{FF2B5EF4-FFF2-40B4-BE49-F238E27FC236}">
                <a16:creationId xmlns:a16="http://schemas.microsoft.com/office/drawing/2014/main" id="{7690ACA9-617A-A4D4-E1D5-8943E61E9176}"/>
              </a:ext>
            </a:extLst>
          </p:cNvPr>
          <p:cNvSpPr txBox="1"/>
          <p:nvPr/>
        </p:nvSpPr>
        <p:spPr>
          <a:xfrm>
            <a:off x="2764501" y="2582939"/>
            <a:ext cx="565266" cy="280457"/>
          </a:xfrm>
          <a:prstGeom prst="rect">
            <a:avLst/>
          </a:prstGeom>
          <a:noFill/>
        </p:spPr>
        <p:txBody>
          <a:bodyPr wrap="square" lIns="0" tIns="0" rIns="0" bIns="0" rtlCol="0">
            <a:noAutofit/>
          </a:bodyPr>
          <a:lstStyle/>
          <a:p>
            <a:pPr marR="0" defTabSz="914400" eaLnBrk="1" fontAlgn="auto" latinLnBrk="0" hangingPunct="1">
              <a:lnSpc>
                <a:spcPts val="2300"/>
              </a:lnSpc>
              <a:spcBef>
                <a:spcPts val="500"/>
              </a:spcBef>
              <a:spcAft>
                <a:spcPts val="0"/>
              </a:spcAft>
              <a:buClrTx/>
              <a:buSzTx/>
              <a:buFontTx/>
              <a:buNone/>
              <a:tabLst/>
            </a:pPr>
            <a:r>
              <a:rPr kumimoji="0" lang="de-DE" sz="1800" b="1" i="1" u="none" strike="noStrike" kern="0" cap="none" spc="0" normalizeH="0" baseline="0" noProof="0" dirty="0">
                <a:ln>
                  <a:noFill/>
                </a:ln>
                <a:solidFill>
                  <a:srgbClr val="FF0000"/>
                </a:solidFill>
                <a:effectLst/>
                <a:uLnTx/>
                <a:uFillTx/>
              </a:rPr>
              <a:t>TFE3</a:t>
            </a:r>
          </a:p>
        </p:txBody>
      </p:sp>
      <p:sp>
        <p:nvSpPr>
          <p:cNvPr id="15" name="TextBox 14">
            <a:extLst>
              <a:ext uri="{FF2B5EF4-FFF2-40B4-BE49-F238E27FC236}">
                <a16:creationId xmlns:a16="http://schemas.microsoft.com/office/drawing/2014/main" id="{4E438FC2-6B4C-5418-73B4-E7D77898E2B2}"/>
              </a:ext>
            </a:extLst>
          </p:cNvPr>
          <p:cNvSpPr txBox="1"/>
          <p:nvPr/>
        </p:nvSpPr>
        <p:spPr>
          <a:xfrm>
            <a:off x="5008289" y="2232644"/>
            <a:ext cx="3322911" cy="1065448"/>
          </a:xfrm>
          <a:prstGeom prst="rect">
            <a:avLst/>
          </a:prstGeom>
          <a:noFill/>
        </p:spPr>
        <p:txBody>
          <a:bodyPr wrap="square" lIns="0" tIns="0" rIns="0" bIns="0" rtlCol="0">
            <a:noAutofit/>
          </a:bodyPr>
          <a:lstStyle/>
          <a:p>
            <a:pPr fontAlgn="auto">
              <a:spcBef>
                <a:spcPts val="500"/>
              </a:spcBef>
              <a:spcAft>
                <a:spcPts val="0"/>
              </a:spcAft>
            </a:pPr>
            <a:r>
              <a:rPr lang="en-GB" sz="1200" kern="0" dirty="0"/>
              <a:t>Combination of: </a:t>
            </a:r>
          </a:p>
          <a:p>
            <a:pPr fontAlgn="auto">
              <a:spcBef>
                <a:spcPts val="500"/>
              </a:spcBef>
              <a:spcAft>
                <a:spcPts val="0"/>
              </a:spcAft>
            </a:pPr>
            <a:r>
              <a:rPr lang="en-GB" sz="1200" kern="0" dirty="0"/>
              <a:t>• TFE4 (w/o branch entry SG) and</a:t>
            </a:r>
          </a:p>
          <a:p>
            <a:pPr fontAlgn="auto">
              <a:spcBef>
                <a:spcPts val="500"/>
              </a:spcBef>
              <a:spcAft>
                <a:spcPts val="0"/>
              </a:spcAft>
            </a:pPr>
            <a:r>
              <a:rPr lang="en-GB" sz="1200" kern="0" dirty="0"/>
              <a:t>• TFE3 (w/o branch exit Sensor)</a:t>
            </a:r>
          </a:p>
        </p:txBody>
      </p:sp>
    </p:spTree>
    <p:extLst>
      <p:ext uri="{BB962C8B-B14F-4D97-AF65-F5344CB8AC3E}">
        <p14:creationId xmlns:p14="http://schemas.microsoft.com/office/powerpoint/2010/main" val="41641399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nhaltsplatzhalter 10">
            <a:extLst>
              <a:ext uri="{FF2B5EF4-FFF2-40B4-BE49-F238E27FC236}">
                <a16:creationId xmlns:a16="http://schemas.microsoft.com/office/drawing/2014/main" id="{0B71743D-ED47-B546-93D7-2BD7FC9B1F4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49155" y="1592434"/>
            <a:ext cx="4319830" cy="3359870"/>
          </a:xfrm>
          <a:prstGeom prst="rect">
            <a:avLst/>
          </a:prstGeom>
        </p:spPr>
      </p:pic>
      <p:sp>
        <p:nvSpPr>
          <p:cNvPr id="2" name="Text Placeholder 1">
            <a:extLst>
              <a:ext uri="{FF2B5EF4-FFF2-40B4-BE49-F238E27FC236}">
                <a16:creationId xmlns:a16="http://schemas.microsoft.com/office/drawing/2014/main" id="{BE659AC7-AD57-4531-1628-40FDF1BC03CA}"/>
              </a:ext>
            </a:extLst>
          </p:cNvPr>
          <p:cNvSpPr>
            <a:spLocks noGrp="1"/>
          </p:cNvSpPr>
          <p:nvPr>
            <p:ph type="body" idx="15"/>
          </p:nvPr>
        </p:nvSpPr>
        <p:spPr/>
        <p:txBody>
          <a:bodyPr/>
          <a:lstStyle/>
          <a:p>
            <a:r>
              <a:rPr lang="de-DE" dirty="0"/>
              <a:t>Development of TS2 Library</a:t>
            </a:r>
          </a:p>
        </p:txBody>
      </p:sp>
      <p:sp>
        <p:nvSpPr>
          <p:cNvPr id="3" name="Title 2">
            <a:extLst>
              <a:ext uri="{FF2B5EF4-FFF2-40B4-BE49-F238E27FC236}">
                <a16:creationId xmlns:a16="http://schemas.microsoft.com/office/drawing/2014/main" id="{28A58437-8316-2960-6A2A-33D411E0E9A2}"/>
              </a:ext>
            </a:extLst>
          </p:cNvPr>
          <p:cNvSpPr>
            <a:spLocks noGrp="1"/>
          </p:cNvSpPr>
          <p:nvPr>
            <p:ph type="title" sz="quarter"/>
          </p:nvPr>
        </p:nvSpPr>
        <p:spPr/>
        <p:txBody>
          <a:bodyPr/>
          <a:lstStyle/>
          <a:p>
            <a:r>
              <a:rPr lang="en-GB" sz="2000" dirty="0">
                <a:solidFill>
                  <a:srgbClr val="002B49"/>
                </a:solidFill>
              </a:rPr>
              <a:t>Requirement Specification</a:t>
            </a:r>
            <a:endParaRPr lang="de-DE" sz="2000" dirty="0">
              <a:solidFill>
                <a:srgbClr val="002B49"/>
              </a:solidFill>
            </a:endParaRPr>
          </a:p>
        </p:txBody>
      </p:sp>
      <p:sp>
        <p:nvSpPr>
          <p:cNvPr id="4" name="Content Placeholder 3">
            <a:extLst>
              <a:ext uri="{FF2B5EF4-FFF2-40B4-BE49-F238E27FC236}">
                <a16:creationId xmlns:a16="http://schemas.microsoft.com/office/drawing/2014/main" id="{832789AB-2A96-9FA1-BCDA-2007611F18CA}"/>
              </a:ext>
            </a:extLst>
          </p:cNvPr>
          <p:cNvSpPr>
            <a:spLocks noGrp="1"/>
          </p:cNvSpPr>
          <p:nvPr>
            <p:ph sz="quarter" idx="1"/>
          </p:nvPr>
        </p:nvSpPr>
        <p:spPr>
          <a:xfrm>
            <a:off x="259080" y="1036800"/>
            <a:ext cx="10452100" cy="4168140"/>
          </a:xfrm>
        </p:spPr>
        <p:txBody>
          <a:bodyPr/>
          <a:lstStyle/>
          <a:p>
            <a:pPr marL="0" indent="0" algn="l">
              <a:buNone/>
            </a:pPr>
            <a:r>
              <a:rPr lang="en-US" b="1" i="0" dirty="0">
                <a:effectLst/>
              </a:rPr>
              <a:t>Evaluation TFE Product Catalogue</a:t>
            </a:r>
            <a:r>
              <a:rPr lang="en-US" dirty="0"/>
              <a:t> </a:t>
            </a:r>
            <a:r>
              <a:rPr lang="en-US" b="0" i="0" dirty="0">
                <a:effectLst/>
              </a:rPr>
              <a:t>&gt; </a:t>
            </a:r>
            <a:r>
              <a:rPr lang="en-US" b="0" i="1" dirty="0">
                <a:effectLst/>
              </a:rPr>
              <a:t>Which ones are missing and must be covered?</a:t>
            </a:r>
          </a:p>
          <a:p>
            <a:r>
              <a:rPr lang="de-DE" dirty="0"/>
              <a:t>Additional TFEs for TS2 LTU :</a:t>
            </a:r>
          </a:p>
          <a:p>
            <a:pPr marL="0" indent="0">
              <a:buNone/>
            </a:pPr>
            <a:r>
              <a:rPr lang="de-DE" dirty="0"/>
              <a:t>4. </a:t>
            </a:r>
          </a:p>
        </p:txBody>
      </p:sp>
      <p:sp>
        <p:nvSpPr>
          <p:cNvPr id="5" name="Slide Number Placeholder 4">
            <a:extLst>
              <a:ext uri="{FF2B5EF4-FFF2-40B4-BE49-F238E27FC236}">
                <a16:creationId xmlns:a16="http://schemas.microsoft.com/office/drawing/2014/main" id="{55A0E77D-F194-10C3-229E-82068925C4D2}"/>
              </a:ext>
            </a:extLst>
          </p:cNvPr>
          <p:cNvSpPr>
            <a:spLocks noGrp="1"/>
          </p:cNvSpPr>
          <p:nvPr>
            <p:ph type="sldNum" sz="quarter" idx="12"/>
          </p:nvPr>
        </p:nvSpPr>
        <p:spPr/>
        <p:txBody>
          <a:bodyPr/>
          <a:lstStyle/>
          <a:p>
            <a:fld id="{4898AEC0-503E-4FA4-859C-D0F72D6E3F79}" type="slidenum">
              <a:rPr lang="en-US" noProof="1" smtClean="0"/>
              <a:pPr/>
              <a:t>22</a:t>
            </a:fld>
            <a:endParaRPr lang="en-US" noProof="1"/>
          </a:p>
        </p:txBody>
      </p:sp>
      <p:sp>
        <p:nvSpPr>
          <p:cNvPr id="15" name="TextBox 14">
            <a:extLst>
              <a:ext uri="{FF2B5EF4-FFF2-40B4-BE49-F238E27FC236}">
                <a16:creationId xmlns:a16="http://schemas.microsoft.com/office/drawing/2014/main" id="{4E438FC2-6B4C-5418-73B4-E7D77898E2B2}"/>
              </a:ext>
            </a:extLst>
          </p:cNvPr>
          <p:cNvSpPr txBox="1"/>
          <p:nvPr/>
        </p:nvSpPr>
        <p:spPr>
          <a:xfrm>
            <a:off x="5008289" y="2232644"/>
            <a:ext cx="4034111" cy="280457"/>
          </a:xfrm>
          <a:prstGeom prst="rect">
            <a:avLst/>
          </a:prstGeom>
          <a:noFill/>
        </p:spPr>
        <p:txBody>
          <a:bodyPr wrap="square" lIns="0" tIns="0" rIns="0" bIns="0" rtlCol="0">
            <a:noAutofit/>
          </a:bodyPr>
          <a:lstStyle/>
          <a:p>
            <a:pPr marR="0" defTabSz="914400" eaLnBrk="1" fontAlgn="auto" latinLnBrk="0" hangingPunct="1">
              <a:lnSpc>
                <a:spcPts val="2300"/>
              </a:lnSpc>
              <a:spcBef>
                <a:spcPts val="500"/>
              </a:spcBef>
              <a:spcAft>
                <a:spcPts val="0"/>
              </a:spcAft>
              <a:buClrTx/>
              <a:buSzTx/>
              <a:buFontTx/>
              <a:buNone/>
              <a:tabLst/>
            </a:pPr>
            <a:r>
              <a:rPr kumimoji="0" lang="de-DE" sz="1200" u="none" strike="noStrike" kern="0" cap="none" spc="0" normalizeH="0" baseline="0" noProof="0" dirty="0">
                <a:ln>
                  <a:noFill/>
                </a:ln>
                <a:effectLst/>
                <a:uLnTx/>
                <a:uFillTx/>
              </a:rPr>
              <a:t>• A </a:t>
            </a:r>
            <a:r>
              <a:rPr kumimoji="0" lang="en-GB" sz="1200" u="none" strike="noStrike" kern="0" cap="none" spc="0" normalizeH="0" baseline="0" dirty="0">
                <a:ln>
                  <a:noFill/>
                </a:ln>
                <a:effectLst/>
                <a:uLnTx/>
                <a:uFillTx/>
              </a:rPr>
              <a:t>bit</a:t>
            </a:r>
            <a:r>
              <a:rPr kumimoji="0" lang="de-DE" sz="1200" u="none" strike="noStrike" kern="0" cap="none" spc="0" normalizeH="0" baseline="0" noProof="0" dirty="0">
                <a:ln>
                  <a:noFill/>
                </a:ln>
                <a:effectLst/>
                <a:uLnTx/>
                <a:uFillTx/>
              </a:rPr>
              <a:t> </a:t>
            </a:r>
            <a:r>
              <a:rPr kumimoji="0" lang="en-GB" sz="1200" u="none" strike="noStrike" kern="0" cap="none" spc="0" normalizeH="0" baseline="0" dirty="0">
                <a:ln>
                  <a:noFill/>
                </a:ln>
                <a:effectLst/>
                <a:uLnTx/>
                <a:uFillTx/>
              </a:rPr>
              <a:t>more</a:t>
            </a:r>
            <a:r>
              <a:rPr kumimoji="0" lang="de-DE" sz="1200" u="none" strike="noStrike" kern="0" cap="none" spc="0" normalizeH="0" baseline="0" noProof="0" dirty="0">
                <a:ln>
                  <a:noFill/>
                </a:ln>
                <a:effectLst/>
                <a:uLnTx/>
                <a:uFillTx/>
              </a:rPr>
              <a:t> </a:t>
            </a:r>
            <a:r>
              <a:rPr kumimoji="0" lang="en-GB" sz="1200" u="none" strike="noStrike" kern="0" cap="none" spc="0" normalizeH="0" baseline="0" dirty="0">
                <a:ln>
                  <a:noFill/>
                </a:ln>
                <a:effectLst/>
                <a:uLnTx/>
                <a:uFillTx/>
              </a:rPr>
              <a:t>complex</a:t>
            </a:r>
            <a:r>
              <a:rPr kumimoji="0" lang="de-DE" sz="1200" u="none" strike="noStrike" kern="0" cap="none" spc="0" normalizeH="0" baseline="0" noProof="0" dirty="0">
                <a:ln>
                  <a:noFill/>
                </a:ln>
                <a:effectLst/>
                <a:uLnTx/>
                <a:uFillTx/>
              </a:rPr>
              <a:t> and </a:t>
            </a:r>
            <a:r>
              <a:rPr kumimoji="0" lang="en-GB" sz="1200" u="none" strike="noStrike" kern="0" cap="none" spc="0" normalizeH="0" baseline="0" dirty="0">
                <a:ln>
                  <a:noFill/>
                </a:ln>
                <a:effectLst/>
                <a:uLnTx/>
                <a:uFillTx/>
              </a:rPr>
              <a:t>might</a:t>
            </a:r>
            <a:r>
              <a:rPr kumimoji="0" lang="de-DE" sz="1200" u="none" strike="noStrike" kern="0" cap="none" spc="0" normalizeH="0" baseline="0" noProof="0" dirty="0">
                <a:ln>
                  <a:noFill/>
                </a:ln>
                <a:effectLst/>
                <a:uLnTx/>
                <a:uFillTx/>
              </a:rPr>
              <a:t> </a:t>
            </a:r>
            <a:r>
              <a:rPr kumimoji="0" lang="en-GB" sz="1200" u="none" strike="noStrike" kern="0" cap="none" spc="0" normalizeH="0" baseline="0" dirty="0">
                <a:ln>
                  <a:noFill/>
                </a:ln>
                <a:effectLst/>
                <a:uLnTx/>
                <a:uFillTx/>
              </a:rPr>
              <a:t>need</a:t>
            </a:r>
            <a:r>
              <a:rPr kumimoji="0" lang="de-DE" sz="1200" u="none" strike="noStrike" kern="0" cap="none" spc="0" normalizeH="0" baseline="0" noProof="0" dirty="0">
                <a:ln>
                  <a:noFill/>
                </a:ln>
                <a:effectLst/>
                <a:uLnTx/>
                <a:uFillTx/>
              </a:rPr>
              <a:t> a </a:t>
            </a:r>
            <a:r>
              <a:rPr kumimoji="0" lang="en-GB" sz="1200" u="none" strike="noStrike" kern="0" cap="none" spc="0" normalizeH="0" baseline="0" dirty="0">
                <a:ln>
                  <a:noFill/>
                </a:ln>
                <a:effectLst/>
                <a:uLnTx/>
                <a:uFillTx/>
              </a:rPr>
              <a:t>separate</a:t>
            </a:r>
            <a:r>
              <a:rPr kumimoji="0" lang="de-DE" sz="1200" u="none" strike="noStrike" kern="0" cap="none" spc="0" normalizeH="0" baseline="0" noProof="0" dirty="0">
                <a:ln>
                  <a:noFill/>
                </a:ln>
                <a:effectLst/>
                <a:uLnTx/>
                <a:uFillTx/>
              </a:rPr>
              <a:t> TFE.</a:t>
            </a:r>
          </a:p>
        </p:txBody>
      </p:sp>
      <p:pic>
        <p:nvPicPr>
          <p:cNvPr id="9" name="Grafik 14">
            <a:extLst>
              <a:ext uri="{FF2B5EF4-FFF2-40B4-BE49-F238E27FC236}">
                <a16:creationId xmlns:a16="http://schemas.microsoft.com/office/drawing/2014/main" id="{81E88831-3A4C-5167-B226-DBAB46B9D43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49155" y="1698120"/>
            <a:ext cx="455815" cy="455815"/>
          </a:xfrm>
          <a:prstGeom prst="rect">
            <a:avLst/>
          </a:prstGeom>
        </p:spPr>
      </p:pic>
      <p:sp>
        <p:nvSpPr>
          <p:cNvPr id="10" name="TextBox 9">
            <a:extLst>
              <a:ext uri="{FF2B5EF4-FFF2-40B4-BE49-F238E27FC236}">
                <a16:creationId xmlns:a16="http://schemas.microsoft.com/office/drawing/2014/main" id="{E06B113D-D571-3D14-A057-FF1124C6F158}"/>
              </a:ext>
            </a:extLst>
          </p:cNvPr>
          <p:cNvSpPr txBox="1"/>
          <p:nvPr/>
        </p:nvSpPr>
        <p:spPr>
          <a:xfrm>
            <a:off x="2729119" y="2232644"/>
            <a:ext cx="940792" cy="280457"/>
          </a:xfrm>
          <a:prstGeom prst="rect">
            <a:avLst/>
          </a:prstGeom>
          <a:noFill/>
        </p:spPr>
        <p:txBody>
          <a:bodyPr wrap="square" lIns="0" tIns="0" rIns="0" bIns="0" rtlCol="0">
            <a:noAutofit/>
          </a:bodyPr>
          <a:lstStyle/>
          <a:p>
            <a:pPr marR="0" defTabSz="914400" eaLnBrk="1" fontAlgn="auto" latinLnBrk="0" hangingPunct="1">
              <a:lnSpc>
                <a:spcPts val="2300"/>
              </a:lnSpc>
              <a:spcBef>
                <a:spcPts val="500"/>
              </a:spcBef>
              <a:spcAft>
                <a:spcPts val="0"/>
              </a:spcAft>
              <a:buClrTx/>
              <a:buSzTx/>
              <a:buFontTx/>
              <a:buNone/>
              <a:tabLst/>
            </a:pPr>
            <a:r>
              <a:rPr kumimoji="0" lang="de-DE" sz="1800" b="1" i="1" u="none" strike="noStrike" kern="0" cap="none" spc="0" normalizeH="0" baseline="0" noProof="0" dirty="0">
                <a:ln>
                  <a:noFill/>
                </a:ln>
                <a:solidFill>
                  <a:srgbClr val="FF0000"/>
                </a:solidFill>
                <a:effectLst/>
                <a:uLnTx/>
                <a:uFillTx/>
              </a:rPr>
              <a:t>TFE3+4</a:t>
            </a:r>
          </a:p>
        </p:txBody>
      </p:sp>
      <p:sp>
        <p:nvSpPr>
          <p:cNvPr id="14" name="TextBox 13">
            <a:extLst>
              <a:ext uri="{FF2B5EF4-FFF2-40B4-BE49-F238E27FC236}">
                <a16:creationId xmlns:a16="http://schemas.microsoft.com/office/drawing/2014/main" id="{D2C2187D-BA86-FC75-9392-12AE7EBEAC5A}"/>
              </a:ext>
            </a:extLst>
          </p:cNvPr>
          <p:cNvSpPr txBox="1"/>
          <p:nvPr/>
        </p:nvSpPr>
        <p:spPr>
          <a:xfrm>
            <a:off x="2729119" y="3974815"/>
            <a:ext cx="940792" cy="280457"/>
          </a:xfrm>
          <a:prstGeom prst="rect">
            <a:avLst/>
          </a:prstGeom>
          <a:noFill/>
        </p:spPr>
        <p:txBody>
          <a:bodyPr wrap="square" lIns="0" tIns="0" rIns="0" bIns="0" rtlCol="0">
            <a:noAutofit/>
          </a:bodyPr>
          <a:lstStyle/>
          <a:p>
            <a:pPr marR="0" defTabSz="914400" eaLnBrk="1" fontAlgn="auto" latinLnBrk="0" hangingPunct="1">
              <a:lnSpc>
                <a:spcPts val="2300"/>
              </a:lnSpc>
              <a:spcBef>
                <a:spcPts val="500"/>
              </a:spcBef>
              <a:spcAft>
                <a:spcPts val="0"/>
              </a:spcAft>
              <a:buClrTx/>
              <a:buSzTx/>
              <a:buFontTx/>
              <a:buNone/>
              <a:tabLst/>
            </a:pPr>
            <a:r>
              <a:rPr kumimoji="0" lang="de-DE" sz="1800" b="1" i="1" u="none" strike="noStrike" kern="0" cap="none" spc="0" normalizeH="0" baseline="0" noProof="0" dirty="0">
                <a:ln>
                  <a:noFill/>
                </a:ln>
                <a:solidFill>
                  <a:srgbClr val="FF0000"/>
                </a:solidFill>
                <a:effectLst/>
                <a:uLnTx/>
                <a:uFillTx/>
              </a:rPr>
              <a:t>TFE3+4</a:t>
            </a:r>
          </a:p>
        </p:txBody>
      </p:sp>
    </p:spTree>
    <p:extLst>
      <p:ext uri="{BB962C8B-B14F-4D97-AF65-F5344CB8AC3E}">
        <p14:creationId xmlns:p14="http://schemas.microsoft.com/office/powerpoint/2010/main" val="25735841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E659AC7-AD57-4531-1628-40FDF1BC03CA}"/>
              </a:ext>
            </a:extLst>
          </p:cNvPr>
          <p:cNvSpPr>
            <a:spLocks noGrp="1"/>
          </p:cNvSpPr>
          <p:nvPr>
            <p:ph type="body" idx="15"/>
          </p:nvPr>
        </p:nvSpPr>
        <p:spPr/>
        <p:txBody>
          <a:bodyPr/>
          <a:lstStyle/>
          <a:p>
            <a:r>
              <a:rPr lang="de-DE" dirty="0"/>
              <a:t>Development of TS2 Library</a:t>
            </a:r>
          </a:p>
        </p:txBody>
      </p:sp>
      <p:sp>
        <p:nvSpPr>
          <p:cNvPr id="3" name="Title 2">
            <a:extLst>
              <a:ext uri="{FF2B5EF4-FFF2-40B4-BE49-F238E27FC236}">
                <a16:creationId xmlns:a16="http://schemas.microsoft.com/office/drawing/2014/main" id="{28A58437-8316-2960-6A2A-33D411E0E9A2}"/>
              </a:ext>
            </a:extLst>
          </p:cNvPr>
          <p:cNvSpPr>
            <a:spLocks noGrp="1"/>
          </p:cNvSpPr>
          <p:nvPr>
            <p:ph type="title" sz="quarter"/>
          </p:nvPr>
        </p:nvSpPr>
        <p:spPr/>
        <p:txBody>
          <a:bodyPr/>
          <a:lstStyle/>
          <a:p>
            <a:r>
              <a:rPr lang="en-GB" sz="2000" dirty="0">
                <a:solidFill>
                  <a:srgbClr val="002B49"/>
                </a:solidFill>
              </a:rPr>
              <a:t>Requirement Specification</a:t>
            </a:r>
            <a:endParaRPr lang="de-DE" sz="2000" dirty="0">
              <a:solidFill>
                <a:srgbClr val="002B49"/>
              </a:solidFill>
            </a:endParaRPr>
          </a:p>
        </p:txBody>
      </p:sp>
      <p:sp>
        <p:nvSpPr>
          <p:cNvPr id="4" name="Content Placeholder 3">
            <a:extLst>
              <a:ext uri="{FF2B5EF4-FFF2-40B4-BE49-F238E27FC236}">
                <a16:creationId xmlns:a16="http://schemas.microsoft.com/office/drawing/2014/main" id="{832789AB-2A96-9FA1-BCDA-2007611F18CA}"/>
              </a:ext>
            </a:extLst>
          </p:cNvPr>
          <p:cNvSpPr>
            <a:spLocks noGrp="1"/>
          </p:cNvSpPr>
          <p:nvPr>
            <p:ph sz="quarter" idx="1"/>
          </p:nvPr>
        </p:nvSpPr>
        <p:spPr>
          <a:xfrm>
            <a:off x="259080" y="1036800"/>
            <a:ext cx="10452100" cy="4168140"/>
          </a:xfrm>
        </p:spPr>
        <p:txBody>
          <a:bodyPr/>
          <a:lstStyle/>
          <a:p>
            <a:pPr marL="0" indent="0" algn="l">
              <a:buNone/>
            </a:pPr>
            <a:r>
              <a:rPr lang="en-US" b="1" i="0" dirty="0">
                <a:effectLst/>
              </a:rPr>
              <a:t>Evaluation TFE Product Catalogue</a:t>
            </a:r>
            <a:r>
              <a:rPr lang="en-US" dirty="0"/>
              <a:t> </a:t>
            </a:r>
            <a:r>
              <a:rPr lang="en-US" b="0" i="0" dirty="0">
                <a:effectLst/>
              </a:rPr>
              <a:t>&gt; </a:t>
            </a:r>
            <a:r>
              <a:rPr lang="en-US" b="0" i="1" dirty="0">
                <a:effectLst/>
              </a:rPr>
              <a:t>Which ones are missing and must be covered?</a:t>
            </a:r>
          </a:p>
          <a:p>
            <a:r>
              <a:rPr lang="de-DE" dirty="0"/>
              <a:t>Additional TFEs for TS2 LTU :</a:t>
            </a:r>
          </a:p>
          <a:p>
            <a:pPr marL="0" indent="0">
              <a:buNone/>
            </a:pPr>
            <a:r>
              <a:rPr lang="de-DE" dirty="0"/>
              <a:t>5. </a:t>
            </a:r>
          </a:p>
        </p:txBody>
      </p:sp>
      <p:sp>
        <p:nvSpPr>
          <p:cNvPr id="5" name="Slide Number Placeholder 4">
            <a:extLst>
              <a:ext uri="{FF2B5EF4-FFF2-40B4-BE49-F238E27FC236}">
                <a16:creationId xmlns:a16="http://schemas.microsoft.com/office/drawing/2014/main" id="{55A0E77D-F194-10C3-229E-82068925C4D2}"/>
              </a:ext>
            </a:extLst>
          </p:cNvPr>
          <p:cNvSpPr>
            <a:spLocks noGrp="1"/>
          </p:cNvSpPr>
          <p:nvPr>
            <p:ph type="sldNum" sz="quarter" idx="12"/>
          </p:nvPr>
        </p:nvSpPr>
        <p:spPr/>
        <p:txBody>
          <a:bodyPr/>
          <a:lstStyle/>
          <a:p>
            <a:fld id="{4898AEC0-503E-4FA4-859C-D0F72D6E3F79}" type="slidenum">
              <a:rPr lang="en-US" noProof="1" smtClean="0"/>
              <a:pPr/>
              <a:t>23</a:t>
            </a:fld>
            <a:endParaRPr lang="en-US" noProof="1"/>
          </a:p>
        </p:txBody>
      </p:sp>
      <p:pic>
        <p:nvPicPr>
          <p:cNvPr id="14" name="Inhaltsplatzhalter 10">
            <a:extLst>
              <a:ext uri="{FF2B5EF4-FFF2-40B4-BE49-F238E27FC236}">
                <a16:creationId xmlns:a16="http://schemas.microsoft.com/office/drawing/2014/main" id="{FC2C7862-5FC3-DC0E-883E-89126F1EC2D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28407" y="1722582"/>
            <a:ext cx="3994736" cy="3107019"/>
          </a:xfrm>
          <a:prstGeom prst="rect">
            <a:avLst/>
          </a:prstGeom>
        </p:spPr>
      </p:pic>
      <p:pic>
        <p:nvPicPr>
          <p:cNvPr id="16" name="Grafik 14">
            <a:extLst>
              <a:ext uri="{FF2B5EF4-FFF2-40B4-BE49-F238E27FC236}">
                <a16:creationId xmlns:a16="http://schemas.microsoft.com/office/drawing/2014/main" id="{24DF4365-0074-9F5C-88A0-692299D72B2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0500" y="1722582"/>
            <a:ext cx="455815" cy="455815"/>
          </a:xfrm>
          <a:prstGeom prst="rect">
            <a:avLst/>
          </a:prstGeom>
        </p:spPr>
      </p:pic>
      <p:sp>
        <p:nvSpPr>
          <p:cNvPr id="17" name="TextBox 16">
            <a:extLst>
              <a:ext uri="{FF2B5EF4-FFF2-40B4-BE49-F238E27FC236}">
                <a16:creationId xmlns:a16="http://schemas.microsoft.com/office/drawing/2014/main" id="{61D9FAAB-F81D-374B-D950-61B85FA0F121}"/>
              </a:ext>
            </a:extLst>
          </p:cNvPr>
          <p:cNvSpPr txBox="1"/>
          <p:nvPr/>
        </p:nvSpPr>
        <p:spPr>
          <a:xfrm>
            <a:off x="1775004" y="2656719"/>
            <a:ext cx="565266" cy="280457"/>
          </a:xfrm>
          <a:prstGeom prst="rect">
            <a:avLst/>
          </a:prstGeom>
          <a:noFill/>
        </p:spPr>
        <p:txBody>
          <a:bodyPr wrap="square" lIns="0" tIns="0" rIns="0" bIns="0" rtlCol="0">
            <a:noAutofit/>
          </a:bodyPr>
          <a:lstStyle/>
          <a:p>
            <a:pPr marR="0" defTabSz="914400" eaLnBrk="1" fontAlgn="auto" latinLnBrk="0" hangingPunct="1">
              <a:lnSpc>
                <a:spcPts val="2300"/>
              </a:lnSpc>
              <a:spcBef>
                <a:spcPts val="500"/>
              </a:spcBef>
              <a:spcAft>
                <a:spcPts val="0"/>
              </a:spcAft>
              <a:buClrTx/>
              <a:buSzTx/>
              <a:buFontTx/>
              <a:buNone/>
              <a:tabLst/>
            </a:pPr>
            <a:r>
              <a:rPr kumimoji="0" lang="de-DE" sz="1800" b="1" i="1" u="none" strike="noStrike" kern="0" cap="none" spc="0" normalizeH="0" baseline="0" noProof="0" dirty="0">
                <a:ln>
                  <a:noFill/>
                </a:ln>
                <a:solidFill>
                  <a:srgbClr val="FF0000"/>
                </a:solidFill>
                <a:effectLst/>
                <a:uLnTx/>
                <a:uFillTx/>
              </a:rPr>
              <a:t>TFE3</a:t>
            </a:r>
          </a:p>
        </p:txBody>
      </p:sp>
      <p:sp>
        <p:nvSpPr>
          <p:cNvPr id="18" name="TextBox 17">
            <a:extLst>
              <a:ext uri="{FF2B5EF4-FFF2-40B4-BE49-F238E27FC236}">
                <a16:creationId xmlns:a16="http://schemas.microsoft.com/office/drawing/2014/main" id="{B3354073-7329-1821-812C-2D3F69B23092}"/>
              </a:ext>
            </a:extLst>
          </p:cNvPr>
          <p:cNvSpPr txBox="1"/>
          <p:nvPr/>
        </p:nvSpPr>
        <p:spPr>
          <a:xfrm>
            <a:off x="4359713" y="3135862"/>
            <a:ext cx="2493073" cy="280457"/>
          </a:xfrm>
          <a:prstGeom prst="rect">
            <a:avLst/>
          </a:prstGeom>
          <a:noFill/>
        </p:spPr>
        <p:txBody>
          <a:bodyPr wrap="square" lIns="0" tIns="0" rIns="0" bIns="0" rtlCol="0">
            <a:noAutofit/>
          </a:bodyPr>
          <a:lstStyle/>
          <a:p>
            <a:pPr marR="0" defTabSz="914400" eaLnBrk="1" fontAlgn="auto" latinLnBrk="0" hangingPunct="1">
              <a:lnSpc>
                <a:spcPts val="2300"/>
              </a:lnSpc>
              <a:spcBef>
                <a:spcPts val="500"/>
              </a:spcBef>
              <a:spcAft>
                <a:spcPts val="0"/>
              </a:spcAft>
              <a:buClrTx/>
              <a:buSzTx/>
              <a:buFontTx/>
              <a:buNone/>
              <a:tabLst/>
            </a:pPr>
            <a:r>
              <a:rPr kumimoji="0" lang="de-DE" sz="1800" b="1" i="1" u="none" strike="noStrike" kern="0" cap="none" spc="0" normalizeH="0" baseline="0" noProof="0" dirty="0">
                <a:ln>
                  <a:noFill/>
                </a:ln>
                <a:solidFill>
                  <a:srgbClr val="FF0000"/>
                </a:solidFill>
                <a:effectLst/>
                <a:uLnTx/>
                <a:uFillTx/>
              </a:rPr>
              <a:t>TFE4 (w/o entry SG)</a:t>
            </a:r>
          </a:p>
        </p:txBody>
      </p:sp>
      <p:sp>
        <p:nvSpPr>
          <p:cNvPr id="21" name="TextBox 20">
            <a:extLst>
              <a:ext uri="{FF2B5EF4-FFF2-40B4-BE49-F238E27FC236}">
                <a16:creationId xmlns:a16="http://schemas.microsoft.com/office/drawing/2014/main" id="{1FD5D948-BD96-DD51-1BCC-2F3171EA07A3}"/>
              </a:ext>
            </a:extLst>
          </p:cNvPr>
          <p:cNvSpPr txBox="1"/>
          <p:nvPr/>
        </p:nvSpPr>
        <p:spPr>
          <a:xfrm>
            <a:off x="5008289" y="2232644"/>
            <a:ext cx="3322911" cy="1065448"/>
          </a:xfrm>
          <a:prstGeom prst="rect">
            <a:avLst/>
          </a:prstGeom>
          <a:noFill/>
        </p:spPr>
        <p:txBody>
          <a:bodyPr wrap="square" lIns="0" tIns="0" rIns="0" bIns="0" rtlCol="0">
            <a:noAutofit/>
          </a:bodyPr>
          <a:lstStyle/>
          <a:p>
            <a:pPr fontAlgn="auto">
              <a:spcBef>
                <a:spcPts val="500"/>
              </a:spcBef>
              <a:spcAft>
                <a:spcPts val="0"/>
              </a:spcAft>
            </a:pPr>
            <a:r>
              <a:rPr lang="en-GB" sz="1200" kern="0" dirty="0"/>
              <a:t>Combination of: </a:t>
            </a:r>
          </a:p>
          <a:p>
            <a:pPr fontAlgn="auto">
              <a:spcBef>
                <a:spcPts val="500"/>
              </a:spcBef>
              <a:spcAft>
                <a:spcPts val="0"/>
              </a:spcAft>
            </a:pPr>
            <a:r>
              <a:rPr lang="en-GB" sz="1200" kern="0" dirty="0"/>
              <a:t>• TFE4 (w/o entry SG) and</a:t>
            </a:r>
          </a:p>
          <a:p>
            <a:pPr fontAlgn="auto">
              <a:spcBef>
                <a:spcPts val="500"/>
              </a:spcBef>
              <a:spcAft>
                <a:spcPts val="0"/>
              </a:spcAft>
            </a:pPr>
            <a:r>
              <a:rPr lang="en-GB" sz="1200" kern="0" dirty="0"/>
              <a:t>• TFE3</a:t>
            </a:r>
          </a:p>
        </p:txBody>
      </p:sp>
    </p:spTree>
    <p:extLst>
      <p:ext uri="{BB962C8B-B14F-4D97-AF65-F5344CB8AC3E}">
        <p14:creationId xmlns:p14="http://schemas.microsoft.com/office/powerpoint/2010/main" val="7907880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rafik 12">
            <a:extLst>
              <a:ext uri="{FF2B5EF4-FFF2-40B4-BE49-F238E27FC236}">
                <a16:creationId xmlns:a16="http://schemas.microsoft.com/office/drawing/2014/main" id="{E679CD9A-086D-F927-6F31-1889F00C8BD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930953" y="1693883"/>
            <a:ext cx="4209981" cy="3274430"/>
          </a:xfrm>
          <a:prstGeom prst="rect">
            <a:avLst/>
          </a:prstGeom>
        </p:spPr>
      </p:pic>
      <p:sp>
        <p:nvSpPr>
          <p:cNvPr id="2" name="Text Placeholder 1">
            <a:extLst>
              <a:ext uri="{FF2B5EF4-FFF2-40B4-BE49-F238E27FC236}">
                <a16:creationId xmlns:a16="http://schemas.microsoft.com/office/drawing/2014/main" id="{BE659AC7-AD57-4531-1628-40FDF1BC03CA}"/>
              </a:ext>
            </a:extLst>
          </p:cNvPr>
          <p:cNvSpPr>
            <a:spLocks noGrp="1"/>
          </p:cNvSpPr>
          <p:nvPr>
            <p:ph type="body" idx="15"/>
          </p:nvPr>
        </p:nvSpPr>
        <p:spPr/>
        <p:txBody>
          <a:bodyPr/>
          <a:lstStyle/>
          <a:p>
            <a:r>
              <a:rPr lang="de-DE" dirty="0"/>
              <a:t>Development of TS2 Library</a:t>
            </a:r>
          </a:p>
        </p:txBody>
      </p:sp>
      <p:sp>
        <p:nvSpPr>
          <p:cNvPr id="3" name="Title 2">
            <a:extLst>
              <a:ext uri="{FF2B5EF4-FFF2-40B4-BE49-F238E27FC236}">
                <a16:creationId xmlns:a16="http://schemas.microsoft.com/office/drawing/2014/main" id="{28A58437-8316-2960-6A2A-33D411E0E9A2}"/>
              </a:ext>
            </a:extLst>
          </p:cNvPr>
          <p:cNvSpPr>
            <a:spLocks noGrp="1"/>
          </p:cNvSpPr>
          <p:nvPr>
            <p:ph type="title" sz="quarter"/>
          </p:nvPr>
        </p:nvSpPr>
        <p:spPr/>
        <p:txBody>
          <a:bodyPr/>
          <a:lstStyle/>
          <a:p>
            <a:r>
              <a:rPr lang="en-GB" sz="2000" dirty="0">
                <a:solidFill>
                  <a:srgbClr val="002B49"/>
                </a:solidFill>
              </a:rPr>
              <a:t>Requirement Specification</a:t>
            </a:r>
            <a:endParaRPr lang="de-DE" sz="2000" dirty="0">
              <a:solidFill>
                <a:srgbClr val="002B49"/>
              </a:solidFill>
            </a:endParaRPr>
          </a:p>
        </p:txBody>
      </p:sp>
      <p:sp>
        <p:nvSpPr>
          <p:cNvPr id="4" name="Content Placeholder 3">
            <a:extLst>
              <a:ext uri="{FF2B5EF4-FFF2-40B4-BE49-F238E27FC236}">
                <a16:creationId xmlns:a16="http://schemas.microsoft.com/office/drawing/2014/main" id="{832789AB-2A96-9FA1-BCDA-2007611F18CA}"/>
              </a:ext>
            </a:extLst>
          </p:cNvPr>
          <p:cNvSpPr>
            <a:spLocks noGrp="1"/>
          </p:cNvSpPr>
          <p:nvPr>
            <p:ph sz="quarter" idx="1"/>
          </p:nvPr>
        </p:nvSpPr>
        <p:spPr>
          <a:xfrm>
            <a:off x="259080" y="1036800"/>
            <a:ext cx="10452100" cy="4168140"/>
          </a:xfrm>
        </p:spPr>
        <p:txBody>
          <a:bodyPr/>
          <a:lstStyle/>
          <a:p>
            <a:pPr marL="0" indent="0" algn="l">
              <a:buNone/>
            </a:pPr>
            <a:r>
              <a:rPr lang="en-US" b="1" i="0" dirty="0">
                <a:effectLst/>
              </a:rPr>
              <a:t>Evaluation TFE Product Catalogue</a:t>
            </a:r>
            <a:r>
              <a:rPr lang="en-US" dirty="0"/>
              <a:t> </a:t>
            </a:r>
            <a:r>
              <a:rPr lang="en-US" b="0" i="0" dirty="0">
                <a:effectLst/>
              </a:rPr>
              <a:t>&gt; </a:t>
            </a:r>
            <a:r>
              <a:rPr lang="en-US" b="0" i="1" dirty="0">
                <a:effectLst/>
              </a:rPr>
              <a:t>Which ones are missing and must be covered?</a:t>
            </a:r>
          </a:p>
          <a:p>
            <a:r>
              <a:rPr lang="de-DE" dirty="0"/>
              <a:t>Additional TFEs for TS2 :</a:t>
            </a:r>
          </a:p>
          <a:p>
            <a:pPr marL="0" indent="0">
              <a:buNone/>
            </a:pPr>
            <a:r>
              <a:rPr lang="de-DE" dirty="0"/>
              <a:t>1. </a:t>
            </a:r>
          </a:p>
        </p:txBody>
      </p:sp>
      <p:sp>
        <p:nvSpPr>
          <p:cNvPr id="5" name="Slide Number Placeholder 4">
            <a:extLst>
              <a:ext uri="{FF2B5EF4-FFF2-40B4-BE49-F238E27FC236}">
                <a16:creationId xmlns:a16="http://schemas.microsoft.com/office/drawing/2014/main" id="{55A0E77D-F194-10C3-229E-82068925C4D2}"/>
              </a:ext>
            </a:extLst>
          </p:cNvPr>
          <p:cNvSpPr>
            <a:spLocks noGrp="1"/>
          </p:cNvSpPr>
          <p:nvPr>
            <p:ph type="sldNum" sz="quarter" idx="12"/>
          </p:nvPr>
        </p:nvSpPr>
        <p:spPr/>
        <p:txBody>
          <a:bodyPr/>
          <a:lstStyle/>
          <a:p>
            <a:fld id="{4898AEC0-503E-4FA4-859C-D0F72D6E3F79}" type="slidenum">
              <a:rPr lang="en-US" noProof="1" smtClean="0"/>
              <a:pPr/>
              <a:t>24</a:t>
            </a:fld>
            <a:endParaRPr lang="en-US" noProof="1"/>
          </a:p>
        </p:txBody>
      </p:sp>
      <p:pic>
        <p:nvPicPr>
          <p:cNvPr id="6" name="Grafik 14">
            <a:extLst>
              <a:ext uri="{FF2B5EF4-FFF2-40B4-BE49-F238E27FC236}">
                <a16:creationId xmlns:a16="http://schemas.microsoft.com/office/drawing/2014/main" id="{3D05CEE6-5B60-889D-D484-B3F7513B671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39048" y="1693883"/>
            <a:ext cx="455815" cy="455815"/>
          </a:xfrm>
          <a:prstGeom prst="rect">
            <a:avLst/>
          </a:prstGeom>
        </p:spPr>
      </p:pic>
      <p:sp>
        <p:nvSpPr>
          <p:cNvPr id="8" name="TextBox 7">
            <a:extLst>
              <a:ext uri="{FF2B5EF4-FFF2-40B4-BE49-F238E27FC236}">
                <a16:creationId xmlns:a16="http://schemas.microsoft.com/office/drawing/2014/main" id="{60A1EED4-BB7C-D32B-14AA-FC2CE31FA35B}"/>
              </a:ext>
            </a:extLst>
          </p:cNvPr>
          <p:cNvSpPr txBox="1"/>
          <p:nvPr/>
        </p:nvSpPr>
        <p:spPr>
          <a:xfrm>
            <a:off x="5391027" y="2514135"/>
            <a:ext cx="2942114" cy="280457"/>
          </a:xfrm>
          <a:prstGeom prst="rect">
            <a:avLst/>
          </a:prstGeom>
          <a:noFill/>
        </p:spPr>
        <p:txBody>
          <a:bodyPr wrap="square" lIns="0" tIns="0" rIns="0" bIns="0" rtlCol="0">
            <a:noAutofit/>
          </a:bodyPr>
          <a:lstStyle/>
          <a:p>
            <a:pPr marR="0" defTabSz="914400" eaLnBrk="1" fontAlgn="auto" latinLnBrk="0" hangingPunct="1">
              <a:lnSpc>
                <a:spcPts val="2300"/>
              </a:lnSpc>
              <a:spcBef>
                <a:spcPts val="500"/>
              </a:spcBef>
              <a:spcAft>
                <a:spcPts val="0"/>
              </a:spcAft>
              <a:buClrTx/>
              <a:buSzTx/>
              <a:buFontTx/>
              <a:buNone/>
              <a:tabLst/>
            </a:pPr>
            <a:r>
              <a:rPr kumimoji="0" lang="en-GB" sz="1200" u="none" strike="noStrike" kern="0" cap="none" spc="0" normalizeH="0" baseline="0" dirty="0">
                <a:ln>
                  <a:noFill/>
                </a:ln>
                <a:effectLst/>
                <a:uLnTx/>
                <a:uFillTx/>
              </a:rPr>
              <a:t>Capacity based control</a:t>
            </a:r>
          </a:p>
        </p:txBody>
      </p:sp>
    </p:spTree>
    <p:extLst>
      <p:ext uri="{BB962C8B-B14F-4D97-AF65-F5344CB8AC3E}">
        <p14:creationId xmlns:p14="http://schemas.microsoft.com/office/powerpoint/2010/main" val="30100848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E659AC7-AD57-4531-1628-40FDF1BC03CA}"/>
              </a:ext>
            </a:extLst>
          </p:cNvPr>
          <p:cNvSpPr>
            <a:spLocks noGrp="1"/>
          </p:cNvSpPr>
          <p:nvPr>
            <p:ph type="body" idx="15"/>
          </p:nvPr>
        </p:nvSpPr>
        <p:spPr/>
        <p:txBody>
          <a:bodyPr/>
          <a:lstStyle/>
          <a:p>
            <a:r>
              <a:rPr lang="de-DE" dirty="0"/>
              <a:t>Development of TS2 Library</a:t>
            </a:r>
          </a:p>
        </p:txBody>
      </p:sp>
      <p:sp>
        <p:nvSpPr>
          <p:cNvPr id="3" name="Title 2">
            <a:extLst>
              <a:ext uri="{FF2B5EF4-FFF2-40B4-BE49-F238E27FC236}">
                <a16:creationId xmlns:a16="http://schemas.microsoft.com/office/drawing/2014/main" id="{28A58437-8316-2960-6A2A-33D411E0E9A2}"/>
              </a:ext>
            </a:extLst>
          </p:cNvPr>
          <p:cNvSpPr>
            <a:spLocks noGrp="1"/>
          </p:cNvSpPr>
          <p:nvPr>
            <p:ph type="title" sz="quarter"/>
          </p:nvPr>
        </p:nvSpPr>
        <p:spPr/>
        <p:txBody>
          <a:bodyPr/>
          <a:lstStyle/>
          <a:p>
            <a:r>
              <a:rPr lang="en-GB" sz="2000" dirty="0">
                <a:solidFill>
                  <a:srgbClr val="002B49"/>
                </a:solidFill>
              </a:rPr>
              <a:t>Requirement Specification</a:t>
            </a:r>
            <a:endParaRPr lang="de-DE" sz="2000" dirty="0">
              <a:solidFill>
                <a:srgbClr val="002B49"/>
              </a:solidFill>
            </a:endParaRPr>
          </a:p>
        </p:txBody>
      </p:sp>
      <p:sp>
        <p:nvSpPr>
          <p:cNvPr id="4" name="Content Placeholder 3">
            <a:extLst>
              <a:ext uri="{FF2B5EF4-FFF2-40B4-BE49-F238E27FC236}">
                <a16:creationId xmlns:a16="http://schemas.microsoft.com/office/drawing/2014/main" id="{832789AB-2A96-9FA1-BCDA-2007611F18CA}"/>
              </a:ext>
            </a:extLst>
          </p:cNvPr>
          <p:cNvSpPr>
            <a:spLocks noGrp="1"/>
          </p:cNvSpPr>
          <p:nvPr>
            <p:ph sz="quarter" idx="1"/>
          </p:nvPr>
        </p:nvSpPr>
        <p:spPr>
          <a:xfrm>
            <a:off x="259080" y="1036800"/>
            <a:ext cx="10452100" cy="4168140"/>
          </a:xfrm>
        </p:spPr>
        <p:txBody>
          <a:bodyPr/>
          <a:lstStyle/>
          <a:p>
            <a:pPr marL="0" indent="0" algn="l">
              <a:buNone/>
            </a:pPr>
            <a:r>
              <a:rPr lang="en-US" b="1" i="0" dirty="0">
                <a:effectLst/>
              </a:rPr>
              <a:t>Evaluation TFE Product Catalogue</a:t>
            </a:r>
            <a:r>
              <a:rPr lang="en-US" dirty="0"/>
              <a:t> </a:t>
            </a:r>
            <a:r>
              <a:rPr lang="en-US" b="0" i="0" dirty="0">
                <a:effectLst/>
              </a:rPr>
              <a:t>&gt; </a:t>
            </a:r>
            <a:r>
              <a:rPr lang="en-US" b="0" i="1" dirty="0">
                <a:effectLst/>
              </a:rPr>
              <a:t>Which ones are missing and must be covered?</a:t>
            </a:r>
          </a:p>
          <a:p>
            <a:pPr marL="0" indent="0">
              <a:buNone/>
            </a:pPr>
            <a:r>
              <a:rPr lang="de-DE" dirty="0"/>
              <a:t>Summary: </a:t>
            </a:r>
          </a:p>
          <a:p>
            <a:pPr marL="88900" indent="0">
              <a:buNone/>
            </a:pPr>
            <a:r>
              <a:rPr lang="en-GB" dirty="0"/>
              <a:t>Except for the node involving TFE 3+4       , other additional TFEs listed before can be implemented using existing basic four TFEs for the LTU.</a:t>
            </a:r>
          </a:p>
        </p:txBody>
      </p:sp>
      <p:sp>
        <p:nvSpPr>
          <p:cNvPr id="5" name="Slide Number Placeholder 4">
            <a:extLst>
              <a:ext uri="{FF2B5EF4-FFF2-40B4-BE49-F238E27FC236}">
                <a16:creationId xmlns:a16="http://schemas.microsoft.com/office/drawing/2014/main" id="{55A0E77D-F194-10C3-229E-82068925C4D2}"/>
              </a:ext>
            </a:extLst>
          </p:cNvPr>
          <p:cNvSpPr>
            <a:spLocks noGrp="1"/>
          </p:cNvSpPr>
          <p:nvPr>
            <p:ph type="sldNum" sz="quarter" idx="12"/>
          </p:nvPr>
        </p:nvSpPr>
        <p:spPr/>
        <p:txBody>
          <a:bodyPr/>
          <a:lstStyle/>
          <a:p>
            <a:fld id="{4898AEC0-503E-4FA4-859C-D0F72D6E3F79}" type="slidenum">
              <a:rPr lang="en-US" noProof="1" smtClean="0"/>
              <a:pPr/>
              <a:t>25</a:t>
            </a:fld>
            <a:endParaRPr lang="en-US" noProof="1"/>
          </a:p>
        </p:txBody>
      </p:sp>
      <p:pic>
        <p:nvPicPr>
          <p:cNvPr id="9" name="Grafik 14">
            <a:extLst>
              <a:ext uri="{FF2B5EF4-FFF2-40B4-BE49-F238E27FC236}">
                <a16:creationId xmlns:a16="http://schemas.microsoft.com/office/drawing/2014/main" id="{BE8CA0B0-D1D0-9410-032C-DAE3A952D9E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268924" y="1698584"/>
            <a:ext cx="320645" cy="320645"/>
          </a:xfrm>
          <a:prstGeom prst="rect">
            <a:avLst/>
          </a:prstGeom>
        </p:spPr>
      </p:pic>
    </p:spTree>
    <p:extLst>
      <p:ext uri="{BB962C8B-B14F-4D97-AF65-F5344CB8AC3E}">
        <p14:creationId xmlns:p14="http://schemas.microsoft.com/office/powerpoint/2010/main" val="19160957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E659AC7-AD57-4531-1628-40FDF1BC03CA}"/>
              </a:ext>
            </a:extLst>
          </p:cNvPr>
          <p:cNvSpPr>
            <a:spLocks noGrp="1"/>
          </p:cNvSpPr>
          <p:nvPr>
            <p:ph type="body" idx="15"/>
          </p:nvPr>
        </p:nvSpPr>
        <p:spPr/>
        <p:txBody>
          <a:bodyPr/>
          <a:lstStyle/>
          <a:p>
            <a:r>
              <a:rPr lang="de-DE" dirty="0"/>
              <a:t>Development of TS2 Library</a:t>
            </a:r>
          </a:p>
        </p:txBody>
      </p:sp>
      <p:sp>
        <p:nvSpPr>
          <p:cNvPr id="3" name="Title 2">
            <a:extLst>
              <a:ext uri="{FF2B5EF4-FFF2-40B4-BE49-F238E27FC236}">
                <a16:creationId xmlns:a16="http://schemas.microsoft.com/office/drawing/2014/main" id="{28A58437-8316-2960-6A2A-33D411E0E9A2}"/>
              </a:ext>
            </a:extLst>
          </p:cNvPr>
          <p:cNvSpPr>
            <a:spLocks noGrp="1"/>
          </p:cNvSpPr>
          <p:nvPr>
            <p:ph type="title" sz="quarter"/>
          </p:nvPr>
        </p:nvSpPr>
        <p:spPr/>
        <p:txBody>
          <a:bodyPr/>
          <a:lstStyle/>
          <a:p>
            <a:r>
              <a:rPr lang="en-GB" sz="2000" dirty="0">
                <a:solidFill>
                  <a:srgbClr val="002B49"/>
                </a:solidFill>
              </a:rPr>
              <a:t>Requirement Specification</a:t>
            </a:r>
            <a:endParaRPr lang="de-DE" sz="2000" dirty="0">
              <a:solidFill>
                <a:srgbClr val="002B49"/>
              </a:solidFill>
            </a:endParaRPr>
          </a:p>
        </p:txBody>
      </p:sp>
      <p:sp>
        <p:nvSpPr>
          <p:cNvPr id="5" name="Slide Number Placeholder 4">
            <a:extLst>
              <a:ext uri="{FF2B5EF4-FFF2-40B4-BE49-F238E27FC236}">
                <a16:creationId xmlns:a16="http://schemas.microsoft.com/office/drawing/2014/main" id="{55A0E77D-F194-10C3-229E-82068925C4D2}"/>
              </a:ext>
            </a:extLst>
          </p:cNvPr>
          <p:cNvSpPr>
            <a:spLocks noGrp="1"/>
          </p:cNvSpPr>
          <p:nvPr>
            <p:ph type="sldNum" sz="quarter" idx="12"/>
          </p:nvPr>
        </p:nvSpPr>
        <p:spPr/>
        <p:txBody>
          <a:bodyPr/>
          <a:lstStyle/>
          <a:p>
            <a:fld id="{4898AEC0-503E-4FA4-859C-D0F72D6E3F79}" type="slidenum">
              <a:rPr lang="en-US" noProof="1" smtClean="0"/>
              <a:pPr/>
              <a:t>26</a:t>
            </a:fld>
            <a:endParaRPr lang="en-US" noProof="1"/>
          </a:p>
        </p:txBody>
      </p:sp>
      <p:sp>
        <p:nvSpPr>
          <p:cNvPr id="4" name="Content Placeholder 3">
            <a:extLst>
              <a:ext uri="{FF2B5EF4-FFF2-40B4-BE49-F238E27FC236}">
                <a16:creationId xmlns:a16="http://schemas.microsoft.com/office/drawing/2014/main" id="{832789AB-2A96-9FA1-BCDA-2007611F18CA}"/>
              </a:ext>
            </a:extLst>
          </p:cNvPr>
          <p:cNvSpPr>
            <a:spLocks noGrp="1"/>
          </p:cNvSpPr>
          <p:nvPr>
            <p:ph sz="quarter" idx="4294967295"/>
          </p:nvPr>
        </p:nvSpPr>
        <p:spPr>
          <a:xfrm>
            <a:off x="258444" y="1001713"/>
            <a:ext cx="10193655" cy="3133317"/>
          </a:xfrm>
        </p:spPr>
        <p:txBody>
          <a:bodyPr/>
          <a:lstStyle/>
          <a:p>
            <a:pPr algn="l">
              <a:buFont typeface="Arial" panose="020B0604020202020204" pitchFamily="34" charset="0"/>
              <a:buChar char="•"/>
            </a:pPr>
            <a:r>
              <a:rPr lang="en-US" b="1" i="0" dirty="0">
                <a:effectLst/>
              </a:rPr>
              <a:t>Functional Requirements Simulation Objects</a:t>
            </a:r>
          </a:p>
          <a:p>
            <a:pPr marL="266700" indent="0" algn="l">
              <a:buNone/>
            </a:pPr>
            <a:r>
              <a:rPr lang="en-US" dirty="0">
                <a:effectLst/>
              </a:rPr>
              <a:t>&gt;</a:t>
            </a:r>
            <a:r>
              <a:rPr lang="en-US" i="1" dirty="0">
                <a:effectLst/>
              </a:rPr>
              <a:t>Which simulation objects are necessary?</a:t>
            </a:r>
          </a:p>
          <a:p>
            <a:pPr marL="266700" indent="0" algn="l">
              <a:buNone/>
            </a:pPr>
            <a:r>
              <a:rPr lang="en-US" dirty="0">
                <a:effectLst/>
              </a:rPr>
              <a:t>&gt;</a:t>
            </a:r>
            <a:r>
              <a:rPr lang="en-US" i="1" dirty="0">
                <a:effectLst/>
              </a:rPr>
              <a:t>Which ones are missing in the existing simulation library in Visual Components?</a:t>
            </a:r>
          </a:p>
          <a:p>
            <a:pPr marL="266700" indent="0" algn="l">
              <a:buNone/>
            </a:pPr>
            <a:r>
              <a:rPr lang="en-US" dirty="0"/>
              <a:t>All components of TS2 system library are tabulated and missing simulation components are listed down </a:t>
            </a:r>
            <a:r>
              <a:rPr lang="en-US" i="1" dirty="0"/>
              <a:t>(see Table: TS2 Components)</a:t>
            </a:r>
            <a:endParaRPr lang="en-US" i="1" dirty="0">
              <a:effectLst/>
            </a:endParaRPr>
          </a:p>
          <a:p>
            <a:pPr marL="0" indent="0" algn="l">
              <a:buNone/>
            </a:pPr>
            <a:br>
              <a:rPr lang="en-US" b="0" i="0" dirty="0">
                <a:effectLst/>
                <a:latin typeface="+mj-lt"/>
              </a:rPr>
            </a:br>
            <a:endParaRPr lang="de-DE" dirty="0">
              <a:latin typeface="+mj-lt"/>
            </a:endParaRPr>
          </a:p>
        </p:txBody>
      </p:sp>
    </p:spTree>
    <p:extLst>
      <p:ext uri="{BB962C8B-B14F-4D97-AF65-F5344CB8AC3E}">
        <p14:creationId xmlns:p14="http://schemas.microsoft.com/office/powerpoint/2010/main" val="33678183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E659AC7-AD57-4531-1628-40FDF1BC03CA}"/>
              </a:ext>
            </a:extLst>
          </p:cNvPr>
          <p:cNvSpPr>
            <a:spLocks noGrp="1"/>
          </p:cNvSpPr>
          <p:nvPr>
            <p:ph type="body" idx="15"/>
          </p:nvPr>
        </p:nvSpPr>
        <p:spPr/>
        <p:txBody>
          <a:bodyPr/>
          <a:lstStyle/>
          <a:p>
            <a:r>
              <a:rPr lang="de-DE" dirty="0"/>
              <a:t>Development of TS2 Library</a:t>
            </a:r>
          </a:p>
        </p:txBody>
      </p:sp>
      <p:sp>
        <p:nvSpPr>
          <p:cNvPr id="3" name="Title 2">
            <a:extLst>
              <a:ext uri="{FF2B5EF4-FFF2-40B4-BE49-F238E27FC236}">
                <a16:creationId xmlns:a16="http://schemas.microsoft.com/office/drawing/2014/main" id="{28A58437-8316-2960-6A2A-33D411E0E9A2}"/>
              </a:ext>
            </a:extLst>
          </p:cNvPr>
          <p:cNvSpPr>
            <a:spLocks noGrp="1"/>
          </p:cNvSpPr>
          <p:nvPr>
            <p:ph type="title" sz="quarter"/>
          </p:nvPr>
        </p:nvSpPr>
        <p:spPr/>
        <p:txBody>
          <a:bodyPr/>
          <a:lstStyle/>
          <a:p>
            <a:r>
              <a:rPr lang="en-GB" sz="2000" dirty="0">
                <a:solidFill>
                  <a:srgbClr val="002B49"/>
                </a:solidFill>
              </a:rPr>
              <a:t>Requirement Specification</a:t>
            </a:r>
            <a:endParaRPr lang="de-DE" sz="2000" dirty="0">
              <a:solidFill>
                <a:srgbClr val="002B49"/>
              </a:solidFill>
            </a:endParaRPr>
          </a:p>
        </p:txBody>
      </p:sp>
      <p:sp>
        <p:nvSpPr>
          <p:cNvPr id="5" name="Slide Number Placeholder 4">
            <a:extLst>
              <a:ext uri="{FF2B5EF4-FFF2-40B4-BE49-F238E27FC236}">
                <a16:creationId xmlns:a16="http://schemas.microsoft.com/office/drawing/2014/main" id="{55A0E77D-F194-10C3-229E-82068925C4D2}"/>
              </a:ext>
            </a:extLst>
          </p:cNvPr>
          <p:cNvSpPr>
            <a:spLocks noGrp="1"/>
          </p:cNvSpPr>
          <p:nvPr>
            <p:ph type="sldNum" sz="quarter" idx="12"/>
          </p:nvPr>
        </p:nvSpPr>
        <p:spPr/>
        <p:txBody>
          <a:bodyPr/>
          <a:lstStyle/>
          <a:p>
            <a:fld id="{4898AEC0-503E-4FA4-859C-D0F72D6E3F79}" type="slidenum">
              <a:rPr lang="en-US" noProof="1" smtClean="0"/>
              <a:pPr/>
              <a:t>27</a:t>
            </a:fld>
            <a:endParaRPr lang="en-US" noProof="1"/>
          </a:p>
        </p:txBody>
      </p:sp>
      <p:graphicFrame>
        <p:nvGraphicFramePr>
          <p:cNvPr id="6" name="Table 5">
            <a:extLst>
              <a:ext uri="{FF2B5EF4-FFF2-40B4-BE49-F238E27FC236}">
                <a16:creationId xmlns:a16="http://schemas.microsoft.com/office/drawing/2014/main" id="{288CDB51-8822-704E-B63F-B8A5770CF04C}"/>
              </a:ext>
            </a:extLst>
          </p:cNvPr>
          <p:cNvGraphicFramePr>
            <a:graphicFrameLocks noGrp="1"/>
          </p:cNvGraphicFramePr>
          <p:nvPr>
            <p:extLst>
              <p:ext uri="{D42A27DB-BD31-4B8C-83A1-F6EECF244321}">
                <p14:modId xmlns:p14="http://schemas.microsoft.com/office/powerpoint/2010/main" val="3161271990"/>
              </p:ext>
            </p:extLst>
          </p:nvPr>
        </p:nvGraphicFramePr>
        <p:xfrm>
          <a:off x="505680" y="968016"/>
          <a:ext cx="9115059" cy="4578057"/>
        </p:xfrm>
        <a:graphic>
          <a:graphicData uri="http://schemas.openxmlformats.org/drawingml/2006/table">
            <a:tbl>
              <a:tblPr>
                <a:tableStyleId>{2D5ABB26-0587-4C30-8999-92F81FD0307C}</a:tableStyleId>
              </a:tblPr>
              <a:tblGrid>
                <a:gridCol w="1542253">
                  <a:extLst>
                    <a:ext uri="{9D8B030D-6E8A-4147-A177-3AD203B41FA5}">
                      <a16:colId xmlns:a16="http://schemas.microsoft.com/office/drawing/2014/main" val="1729101391"/>
                    </a:ext>
                  </a:extLst>
                </a:gridCol>
                <a:gridCol w="753006">
                  <a:extLst>
                    <a:ext uri="{9D8B030D-6E8A-4147-A177-3AD203B41FA5}">
                      <a16:colId xmlns:a16="http://schemas.microsoft.com/office/drawing/2014/main" val="3074665456"/>
                    </a:ext>
                  </a:extLst>
                </a:gridCol>
                <a:gridCol w="1343181">
                  <a:extLst>
                    <a:ext uri="{9D8B030D-6E8A-4147-A177-3AD203B41FA5}">
                      <a16:colId xmlns:a16="http://schemas.microsoft.com/office/drawing/2014/main" val="1910874500"/>
                    </a:ext>
                  </a:extLst>
                </a:gridCol>
                <a:gridCol w="1306078">
                  <a:extLst>
                    <a:ext uri="{9D8B030D-6E8A-4147-A177-3AD203B41FA5}">
                      <a16:colId xmlns:a16="http://schemas.microsoft.com/office/drawing/2014/main" val="2116972070"/>
                    </a:ext>
                  </a:extLst>
                </a:gridCol>
                <a:gridCol w="4170541">
                  <a:extLst>
                    <a:ext uri="{9D8B030D-6E8A-4147-A177-3AD203B41FA5}">
                      <a16:colId xmlns:a16="http://schemas.microsoft.com/office/drawing/2014/main" val="477092139"/>
                    </a:ext>
                  </a:extLst>
                </a:gridCol>
              </a:tblGrid>
              <a:tr h="319836">
                <a:tc>
                  <a:txBody>
                    <a:bodyPr/>
                    <a:lstStyle/>
                    <a:p>
                      <a:pPr algn="ctr" fontAlgn="ctr"/>
                      <a:r>
                        <a:rPr lang="de-DE" sz="900" b="1" u="none" strike="noStrike" dirty="0">
                          <a:effectLst/>
                          <a:latin typeface="Calibri" panose="020F0502020204030204" pitchFamily="34" charset="0"/>
                          <a:ea typeface="Calibri" panose="020F0502020204030204" pitchFamily="34" charset="0"/>
                          <a:cs typeface="Calibri" panose="020F0502020204030204" pitchFamily="34" charset="0"/>
                        </a:rPr>
                        <a:t>Component</a:t>
                      </a:r>
                      <a:endParaRPr lang="de-DE" sz="9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de-DE" sz="900" b="1" u="none" strike="noStrike">
                          <a:effectLst/>
                          <a:latin typeface="Calibri" panose="020F0502020204030204" pitchFamily="34" charset="0"/>
                          <a:ea typeface="Calibri" panose="020F0502020204030204" pitchFamily="34" charset="0"/>
                          <a:cs typeface="Calibri" panose="020F0502020204030204" pitchFamily="34" charset="0"/>
                        </a:rPr>
                        <a:t>Variant</a:t>
                      </a:r>
                      <a:endParaRPr lang="de-DE" sz="9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en-GB" sz="900" b="1" u="none" strike="noStrike" noProof="0" dirty="0">
                          <a:effectLst/>
                          <a:latin typeface="Calibri" panose="020F0502020204030204" pitchFamily="34" charset="0"/>
                          <a:ea typeface="Calibri" panose="020F0502020204030204" pitchFamily="34" charset="0"/>
                          <a:cs typeface="Calibri" panose="020F0502020204030204" pitchFamily="34" charset="0"/>
                        </a:rPr>
                        <a:t>Function</a:t>
                      </a:r>
                      <a:r>
                        <a:rPr lang="de-DE" sz="900" b="1" u="none" strike="noStrike" dirty="0">
                          <a:effectLst/>
                          <a:latin typeface="Calibri" panose="020F0502020204030204" pitchFamily="34" charset="0"/>
                          <a:ea typeface="Calibri" panose="020F0502020204030204" pitchFamily="34" charset="0"/>
                          <a:cs typeface="Calibri" panose="020F0502020204030204" pitchFamily="34" charset="0"/>
                        </a:rPr>
                        <a:t> plan </a:t>
                      </a:r>
                      <a:r>
                        <a:rPr lang="en-GB" sz="900" b="1" u="none" strike="noStrike" noProof="0" dirty="0">
                          <a:effectLst/>
                          <a:latin typeface="Calibri" panose="020F0502020204030204" pitchFamily="34" charset="0"/>
                          <a:ea typeface="Calibri" panose="020F0502020204030204" pitchFamily="34" charset="0"/>
                          <a:cs typeface="Calibri" panose="020F0502020204030204" pitchFamily="34" charset="0"/>
                        </a:rPr>
                        <a:t>available</a:t>
                      </a:r>
                      <a:r>
                        <a:rPr lang="de-DE" sz="900" b="1" u="none" strike="noStrike" dirty="0">
                          <a:effectLst/>
                          <a:latin typeface="Calibri" panose="020F0502020204030204" pitchFamily="34" charset="0"/>
                          <a:ea typeface="Calibri" panose="020F0502020204030204" pitchFamily="34" charset="0"/>
                          <a:cs typeface="Calibri" panose="020F0502020204030204" pitchFamily="34" charset="0"/>
                        </a:rPr>
                        <a:t> in </a:t>
                      </a:r>
                      <a:r>
                        <a:rPr lang="en-GB" sz="900" b="1" u="none" strike="noStrike" noProof="0" dirty="0">
                          <a:effectLst/>
                          <a:latin typeface="Calibri" panose="020F0502020204030204" pitchFamily="34" charset="0"/>
                          <a:ea typeface="Calibri" panose="020F0502020204030204" pitchFamily="34" charset="0"/>
                          <a:cs typeface="Calibri" panose="020F0502020204030204" pitchFamily="34" charset="0"/>
                        </a:rPr>
                        <a:t>product catalogue</a:t>
                      </a:r>
                      <a:r>
                        <a:rPr lang="de-DE" sz="900" b="1" u="none" strike="noStrike" dirty="0">
                          <a:effectLst/>
                          <a:latin typeface="Calibri" panose="020F0502020204030204" pitchFamily="34" charset="0"/>
                          <a:ea typeface="Calibri" panose="020F0502020204030204" pitchFamily="34" charset="0"/>
                          <a:cs typeface="Calibri" panose="020F0502020204030204" pitchFamily="34" charset="0"/>
                        </a:rPr>
                        <a:t>?</a:t>
                      </a:r>
                      <a:endParaRPr lang="de-DE" sz="9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de-DE" sz="900" b="1" u="none" strike="noStrike" dirty="0">
                          <a:effectLst/>
                          <a:latin typeface="Calibri" panose="020F0502020204030204" pitchFamily="34" charset="0"/>
                          <a:ea typeface="Calibri" panose="020F0502020204030204" pitchFamily="34" charset="0"/>
                          <a:cs typeface="Calibri" panose="020F0502020204030204" pitchFamily="34" charset="0"/>
                        </a:rPr>
                        <a:t>Simulation Object Available?</a:t>
                      </a:r>
                      <a:endParaRPr lang="de-DE" sz="9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de-DE" sz="900" b="1" u="none" strike="noStrike" dirty="0">
                          <a:effectLst/>
                          <a:latin typeface="Calibri" panose="020F0502020204030204" pitchFamily="34" charset="0"/>
                          <a:ea typeface="Calibri" panose="020F0502020204030204" pitchFamily="34" charset="0"/>
                          <a:cs typeface="Calibri" panose="020F0502020204030204" pitchFamily="34" charset="0"/>
                        </a:rPr>
                        <a:t>Comments</a:t>
                      </a:r>
                      <a:endParaRPr lang="de-DE" sz="9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03993622"/>
                  </a:ext>
                </a:extLst>
              </a:tr>
              <a:tr h="120544">
                <a:tc rowSpan="7">
                  <a:txBody>
                    <a:bodyPr/>
                    <a:lstStyle/>
                    <a:p>
                      <a:pPr algn="ctr" fontAlgn="ctr"/>
                      <a:r>
                        <a:rPr lang="de-DE" sz="850" b="1" u="none" strike="noStrike" dirty="0">
                          <a:effectLst/>
                          <a:latin typeface="Calibri" panose="020F0502020204030204" pitchFamily="34" charset="0"/>
                          <a:ea typeface="Calibri" panose="020F0502020204030204" pitchFamily="34" charset="0"/>
                          <a:cs typeface="Calibri" panose="020F0502020204030204" pitchFamily="34" charset="0"/>
                        </a:rPr>
                        <a:t>Lift Transverse Unit</a:t>
                      </a:r>
                      <a:endParaRPr lang="de-DE" sz="85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de-DE" sz="850" u="none" strike="noStrike">
                          <a:effectLst/>
                          <a:latin typeface="Calibri" panose="020F0502020204030204" pitchFamily="34" charset="0"/>
                          <a:ea typeface="Calibri" panose="020F0502020204030204" pitchFamily="34" charset="0"/>
                          <a:cs typeface="Calibri" panose="020F0502020204030204" pitchFamily="34" charset="0"/>
                        </a:rPr>
                        <a:t>HQ 2/T</a:t>
                      </a:r>
                      <a:endParaRPr lang="de-DE"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de-DE" sz="850" u="none" strike="noStrike" dirty="0">
                          <a:solidFill>
                            <a:srgbClr val="00B050"/>
                          </a:solidFill>
                          <a:effectLst/>
                          <a:latin typeface="Calibri" panose="020F0502020204030204" pitchFamily="34" charset="0"/>
                          <a:ea typeface="Calibri" panose="020F0502020204030204" pitchFamily="34" charset="0"/>
                          <a:cs typeface="Calibri" panose="020F0502020204030204" pitchFamily="34" charset="0"/>
                        </a:rPr>
                        <a:t>Yes</a:t>
                      </a:r>
                      <a:endParaRPr lang="de-DE" sz="850" b="0" i="0" u="none" strike="noStrike" dirty="0">
                        <a:solidFill>
                          <a:srgbClr val="00B05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6EFCE"/>
                    </a:solidFill>
                  </a:tcPr>
                </a:tc>
                <a:tc>
                  <a:txBody>
                    <a:bodyPr/>
                    <a:lstStyle/>
                    <a:p>
                      <a:pPr algn="ctr" fontAlgn="ctr"/>
                      <a:r>
                        <a:rPr lang="de-DE" sz="850" u="none" strike="noStrike" dirty="0">
                          <a:solidFill>
                            <a:srgbClr val="00B050"/>
                          </a:solidFill>
                          <a:effectLst/>
                          <a:latin typeface="Calibri" panose="020F0502020204030204" pitchFamily="34" charset="0"/>
                          <a:ea typeface="Calibri" panose="020F0502020204030204" pitchFamily="34" charset="0"/>
                          <a:cs typeface="Calibri" panose="020F0502020204030204" pitchFamily="34" charset="0"/>
                        </a:rPr>
                        <a:t>Yes</a:t>
                      </a:r>
                      <a:endParaRPr lang="de-DE" sz="850" b="0" i="0" u="none" strike="noStrike" dirty="0">
                        <a:solidFill>
                          <a:srgbClr val="00B05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6EFCE"/>
                    </a:solidFill>
                  </a:tcPr>
                </a:tc>
                <a:tc>
                  <a:txBody>
                    <a:bodyPr/>
                    <a:lstStyle/>
                    <a:p>
                      <a:pPr algn="l" fontAlgn="ctr"/>
                      <a:r>
                        <a:rPr lang="de-DE" sz="850" u="none" strike="noStrike" dirty="0">
                          <a:effectLst/>
                          <a:latin typeface="Calibri" panose="020F0502020204030204" pitchFamily="34" charset="0"/>
                          <a:ea typeface="Calibri" panose="020F0502020204030204" pitchFamily="34" charset="0"/>
                          <a:cs typeface="Calibri" panose="020F0502020204030204" pitchFamily="34" charset="0"/>
                        </a:rPr>
                        <a:t> </a:t>
                      </a:r>
                      <a:endParaRPr lang="de-DE" sz="8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30993054"/>
                  </a:ext>
                </a:extLst>
              </a:tr>
              <a:tr h="120544">
                <a:tc vMerge="1">
                  <a:txBody>
                    <a:bodyPr/>
                    <a:lstStyle/>
                    <a:p>
                      <a:endParaRPr lang="de-DE"/>
                    </a:p>
                  </a:txBody>
                  <a:tcPr/>
                </a:tc>
                <a:tc>
                  <a:txBody>
                    <a:bodyPr/>
                    <a:lstStyle/>
                    <a:p>
                      <a:pPr algn="ctr" fontAlgn="ctr"/>
                      <a:r>
                        <a:rPr lang="de-DE" sz="850" u="none" strike="noStrike" dirty="0">
                          <a:effectLst/>
                          <a:latin typeface="Calibri" panose="020F0502020204030204" pitchFamily="34" charset="0"/>
                          <a:ea typeface="Calibri" panose="020F0502020204030204" pitchFamily="34" charset="0"/>
                          <a:cs typeface="Calibri" panose="020F0502020204030204" pitchFamily="34" charset="0"/>
                        </a:rPr>
                        <a:t>HQ 2/S</a:t>
                      </a:r>
                      <a:endParaRPr lang="de-DE" sz="8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de-DE" sz="850" u="none" strike="noStrike" dirty="0">
                          <a:solidFill>
                            <a:srgbClr val="00B050"/>
                          </a:solidFill>
                          <a:effectLst/>
                          <a:latin typeface="Calibri" panose="020F0502020204030204" pitchFamily="34" charset="0"/>
                          <a:ea typeface="Calibri" panose="020F0502020204030204" pitchFamily="34" charset="0"/>
                          <a:cs typeface="Calibri" panose="020F0502020204030204" pitchFamily="34" charset="0"/>
                        </a:rPr>
                        <a:t>Yes</a:t>
                      </a:r>
                      <a:endParaRPr lang="de-DE" sz="850" b="0" i="0" u="none" strike="noStrike" dirty="0">
                        <a:solidFill>
                          <a:srgbClr val="00B05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6EFCE"/>
                    </a:solidFill>
                  </a:tcPr>
                </a:tc>
                <a:tc>
                  <a:txBody>
                    <a:bodyPr/>
                    <a:lstStyle/>
                    <a:p>
                      <a:pPr algn="ctr" fontAlgn="ctr"/>
                      <a:r>
                        <a:rPr lang="de-DE" sz="850" u="none" strike="noStrike" dirty="0">
                          <a:solidFill>
                            <a:srgbClr val="00B050"/>
                          </a:solidFill>
                          <a:effectLst/>
                          <a:latin typeface="Calibri" panose="020F0502020204030204" pitchFamily="34" charset="0"/>
                          <a:ea typeface="Calibri" panose="020F0502020204030204" pitchFamily="34" charset="0"/>
                          <a:cs typeface="Calibri" panose="020F0502020204030204" pitchFamily="34" charset="0"/>
                        </a:rPr>
                        <a:t>Yes</a:t>
                      </a:r>
                      <a:endParaRPr lang="de-DE" sz="850" b="0" i="0" u="none" strike="noStrike" dirty="0">
                        <a:solidFill>
                          <a:srgbClr val="00B05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6EFCE"/>
                    </a:solidFill>
                  </a:tcPr>
                </a:tc>
                <a:tc>
                  <a:txBody>
                    <a:bodyPr/>
                    <a:lstStyle/>
                    <a:p>
                      <a:pPr algn="l" fontAlgn="ctr"/>
                      <a:r>
                        <a:rPr lang="de-DE" sz="850" u="none" strike="noStrike" dirty="0">
                          <a:effectLst/>
                          <a:latin typeface="Calibri" panose="020F0502020204030204" pitchFamily="34" charset="0"/>
                          <a:ea typeface="Calibri" panose="020F0502020204030204" pitchFamily="34" charset="0"/>
                          <a:cs typeface="Calibri" panose="020F0502020204030204" pitchFamily="34" charset="0"/>
                        </a:rPr>
                        <a:t> </a:t>
                      </a:r>
                      <a:endParaRPr lang="de-DE" sz="8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6036276"/>
                  </a:ext>
                </a:extLst>
              </a:tr>
              <a:tr h="120544">
                <a:tc vMerge="1">
                  <a:txBody>
                    <a:bodyPr/>
                    <a:lstStyle/>
                    <a:p>
                      <a:endParaRPr lang="de-DE"/>
                    </a:p>
                  </a:txBody>
                  <a:tcPr/>
                </a:tc>
                <a:tc>
                  <a:txBody>
                    <a:bodyPr/>
                    <a:lstStyle/>
                    <a:p>
                      <a:pPr algn="ctr" fontAlgn="ctr"/>
                      <a:r>
                        <a:rPr lang="de-DE" sz="850" u="none" strike="noStrike">
                          <a:effectLst/>
                          <a:latin typeface="Calibri" panose="020F0502020204030204" pitchFamily="34" charset="0"/>
                          <a:ea typeface="Calibri" panose="020F0502020204030204" pitchFamily="34" charset="0"/>
                          <a:cs typeface="Calibri" panose="020F0502020204030204" pitchFamily="34" charset="0"/>
                        </a:rPr>
                        <a:t>HQ 2/O</a:t>
                      </a:r>
                      <a:endParaRPr lang="de-DE"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de-DE" sz="850" u="none" strike="noStrike" dirty="0">
                          <a:solidFill>
                            <a:srgbClr val="00B050"/>
                          </a:solidFill>
                          <a:effectLst/>
                          <a:latin typeface="Calibri" panose="020F0502020204030204" pitchFamily="34" charset="0"/>
                          <a:ea typeface="Calibri" panose="020F0502020204030204" pitchFamily="34" charset="0"/>
                          <a:cs typeface="Calibri" panose="020F0502020204030204" pitchFamily="34" charset="0"/>
                        </a:rPr>
                        <a:t>Yes</a:t>
                      </a:r>
                      <a:endParaRPr lang="de-DE" sz="850" b="0" i="0" u="none" strike="noStrike" dirty="0">
                        <a:solidFill>
                          <a:srgbClr val="00B05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6EFCE"/>
                    </a:solidFill>
                  </a:tcPr>
                </a:tc>
                <a:tc>
                  <a:txBody>
                    <a:bodyPr/>
                    <a:lstStyle/>
                    <a:p>
                      <a:pPr algn="ctr" fontAlgn="ctr"/>
                      <a:r>
                        <a:rPr lang="de-DE" sz="850" u="none" strike="noStrike" dirty="0">
                          <a:solidFill>
                            <a:srgbClr val="00B050"/>
                          </a:solidFill>
                          <a:effectLst/>
                          <a:latin typeface="Calibri" panose="020F0502020204030204" pitchFamily="34" charset="0"/>
                          <a:ea typeface="Calibri" panose="020F0502020204030204" pitchFamily="34" charset="0"/>
                          <a:cs typeface="Calibri" panose="020F0502020204030204" pitchFamily="34" charset="0"/>
                        </a:rPr>
                        <a:t>Yes</a:t>
                      </a:r>
                      <a:endParaRPr lang="de-DE" sz="850" b="0" i="0" u="none" strike="noStrike" dirty="0">
                        <a:solidFill>
                          <a:srgbClr val="00B05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6EFCE"/>
                    </a:solidFill>
                  </a:tcPr>
                </a:tc>
                <a:tc>
                  <a:txBody>
                    <a:bodyPr/>
                    <a:lstStyle/>
                    <a:p>
                      <a:pPr algn="l" fontAlgn="ctr"/>
                      <a:r>
                        <a:rPr lang="de-DE" sz="850" u="none" strike="noStrike" dirty="0">
                          <a:effectLst/>
                          <a:latin typeface="Calibri" panose="020F0502020204030204" pitchFamily="34" charset="0"/>
                          <a:ea typeface="Calibri" panose="020F0502020204030204" pitchFamily="34" charset="0"/>
                          <a:cs typeface="Calibri" panose="020F0502020204030204" pitchFamily="34" charset="0"/>
                        </a:rPr>
                        <a:t> </a:t>
                      </a:r>
                      <a:endParaRPr lang="de-DE" sz="8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70573302"/>
                  </a:ext>
                </a:extLst>
              </a:tr>
              <a:tr h="159918">
                <a:tc vMerge="1">
                  <a:txBody>
                    <a:bodyPr/>
                    <a:lstStyle/>
                    <a:p>
                      <a:endParaRPr lang="de-DE"/>
                    </a:p>
                  </a:txBody>
                  <a:tcPr/>
                </a:tc>
                <a:tc>
                  <a:txBody>
                    <a:bodyPr/>
                    <a:lstStyle/>
                    <a:p>
                      <a:pPr algn="ctr" fontAlgn="ctr"/>
                      <a:r>
                        <a:rPr lang="de-DE" sz="850" u="none" strike="noStrike">
                          <a:effectLst/>
                          <a:latin typeface="Calibri" panose="020F0502020204030204" pitchFamily="34" charset="0"/>
                          <a:ea typeface="Calibri" panose="020F0502020204030204" pitchFamily="34" charset="0"/>
                          <a:cs typeface="Calibri" panose="020F0502020204030204" pitchFamily="34" charset="0"/>
                        </a:rPr>
                        <a:t>HQ 2/U-U2</a:t>
                      </a:r>
                      <a:endParaRPr lang="de-DE"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de-DE" sz="850" u="none" strike="noStrike" dirty="0">
                          <a:solidFill>
                            <a:srgbClr val="00B050"/>
                          </a:solidFill>
                          <a:effectLst/>
                          <a:latin typeface="Calibri" panose="020F0502020204030204" pitchFamily="34" charset="0"/>
                          <a:ea typeface="Calibri" panose="020F0502020204030204" pitchFamily="34" charset="0"/>
                          <a:cs typeface="Calibri" panose="020F0502020204030204" pitchFamily="34" charset="0"/>
                        </a:rPr>
                        <a:t>Yes</a:t>
                      </a:r>
                      <a:endParaRPr lang="de-DE" sz="850" b="0" i="0" u="none" strike="noStrike" dirty="0">
                        <a:solidFill>
                          <a:srgbClr val="00B05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6EFCE"/>
                    </a:solidFill>
                  </a:tcPr>
                </a:tc>
                <a:tc>
                  <a:txBody>
                    <a:bodyPr/>
                    <a:lstStyle/>
                    <a:p>
                      <a:pPr algn="ctr" fontAlgn="ctr"/>
                      <a:r>
                        <a:rPr lang="de-DE" sz="850" u="none" strike="noStrike" dirty="0">
                          <a:solidFill>
                            <a:srgbClr val="00B050"/>
                          </a:solidFill>
                          <a:effectLst/>
                          <a:latin typeface="Calibri" panose="020F0502020204030204" pitchFamily="34" charset="0"/>
                          <a:ea typeface="Calibri" panose="020F0502020204030204" pitchFamily="34" charset="0"/>
                          <a:cs typeface="Calibri" panose="020F0502020204030204" pitchFamily="34" charset="0"/>
                        </a:rPr>
                        <a:t>Yes</a:t>
                      </a:r>
                      <a:endParaRPr lang="de-DE" sz="850" b="0" i="0" u="none" strike="noStrike" dirty="0">
                        <a:solidFill>
                          <a:srgbClr val="00B05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6EFCE"/>
                    </a:solidFill>
                  </a:tcPr>
                </a:tc>
                <a:tc>
                  <a:txBody>
                    <a:bodyPr/>
                    <a:lstStyle/>
                    <a:p>
                      <a:pPr algn="l" fontAlgn="ctr"/>
                      <a:r>
                        <a:rPr lang="de-DE" sz="850" u="none" strike="noStrike" dirty="0">
                          <a:effectLst/>
                          <a:latin typeface="Calibri" panose="020F0502020204030204" pitchFamily="34" charset="0"/>
                          <a:ea typeface="Calibri" panose="020F0502020204030204" pitchFamily="34" charset="0"/>
                          <a:cs typeface="Calibri" panose="020F0502020204030204" pitchFamily="34" charset="0"/>
                        </a:rPr>
                        <a:t> </a:t>
                      </a:r>
                      <a:endParaRPr lang="de-DE" sz="8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82505576"/>
                  </a:ext>
                </a:extLst>
              </a:tr>
              <a:tr h="120544">
                <a:tc vMerge="1">
                  <a:txBody>
                    <a:bodyPr/>
                    <a:lstStyle/>
                    <a:p>
                      <a:endParaRPr lang="de-DE"/>
                    </a:p>
                  </a:txBody>
                  <a:tcPr/>
                </a:tc>
                <a:tc>
                  <a:txBody>
                    <a:bodyPr/>
                    <a:lstStyle/>
                    <a:p>
                      <a:pPr algn="ctr" fontAlgn="ctr"/>
                      <a:r>
                        <a:rPr lang="de-DE" sz="850" u="none" strike="noStrike">
                          <a:effectLst/>
                          <a:latin typeface="Calibri" panose="020F0502020204030204" pitchFamily="34" charset="0"/>
                          <a:ea typeface="Calibri" panose="020F0502020204030204" pitchFamily="34" charset="0"/>
                          <a:cs typeface="Calibri" panose="020F0502020204030204" pitchFamily="34" charset="0"/>
                        </a:rPr>
                        <a:t>HQ 2/U-H</a:t>
                      </a:r>
                      <a:endParaRPr lang="de-DE"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de-DE" sz="850" u="none" strike="noStrike" dirty="0">
                          <a:solidFill>
                            <a:srgbClr val="00B050"/>
                          </a:solidFill>
                          <a:effectLst/>
                          <a:latin typeface="Calibri" panose="020F0502020204030204" pitchFamily="34" charset="0"/>
                          <a:ea typeface="Calibri" panose="020F0502020204030204" pitchFamily="34" charset="0"/>
                          <a:cs typeface="Calibri" panose="020F0502020204030204" pitchFamily="34" charset="0"/>
                        </a:rPr>
                        <a:t>Yes</a:t>
                      </a:r>
                      <a:endParaRPr lang="de-DE" sz="850" b="0" i="0" u="none" strike="noStrike" dirty="0">
                        <a:solidFill>
                          <a:srgbClr val="00B05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6EFCE"/>
                    </a:solidFill>
                  </a:tcPr>
                </a:tc>
                <a:tc>
                  <a:txBody>
                    <a:bodyPr/>
                    <a:lstStyle/>
                    <a:p>
                      <a:pPr algn="ctr" fontAlgn="ctr"/>
                      <a:r>
                        <a:rPr lang="de-DE" sz="850" u="none" strike="noStrike" dirty="0">
                          <a:solidFill>
                            <a:srgbClr val="00B050"/>
                          </a:solidFill>
                          <a:effectLst/>
                          <a:latin typeface="Calibri" panose="020F0502020204030204" pitchFamily="34" charset="0"/>
                          <a:ea typeface="Calibri" panose="020F0502020204030204" pitchFamily="34" charset="0"/>
                          <a:cs typeface="Calibri" panose="020F0502020204030204" pitchFamily="34" charset="0"/>
                        </a:rPr>
                        <a:t>Yes</a:t>
                      </a:r>
                      <a:endParaRPr lang="de-DE" sz="850" b="0" i="0" u="none" strike="noStrike" dirty="0">
                        <a:solidFill>
                          <a:srgbClr val="00B05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6EFCE"/>
                    </a:solidFill>
                  </a:tcPr>
                </a:tc>
                <a:tc>
                  <a:txBody>
                    <a:bodyPr/>
                    <a:lstStyle/>
                    <a:p>
                      <a:pPr algn="l" fontAlgn="ctr"/>
                      <a:r>
                        <a:rPr lang="de-DE" sz="850" u="none" strike="noStrike" dirty="0">
                          <a:effectLst/>
                          <a:latin typeface="Calibri" panose="020F0502020204030204" pitchFamily="34" charset="0"/>
                          <a:ea typeface="Calibri" panose="020F0502020204030204" pitchFamily="34" charset="0"/>
                          <a:cs typeface="Calibri" panose="020F0502020204030204" pitchFamily="34" charset="0"/>
                        </a:rPr>
                        <a:t> </a:t>
                      </a:r>
                      <a:endParaRPr lang="de-DE" sz="8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9804661"/>
                  </a:ext>
                </a:extLst>
              </a:tr>
              <a:tr h="454313">
                <a:tc vMerge="1">
                  <a:txBody>
                    <a:bodyPr/>
                    <a:lstStyle/>
                    <a:p>
                      <a:endParaRPr lang="de-DE"/>
                    </a:p>
                  </a:txBody>
                  <a:tcPr/>
                </a:tc>
                <a:tc>
                  <a:txBody>
                    <a:bodyPr/>
                    <a:lstStyle/>
                    <a:p>
                      <a:pPr algn="ctr" fontAlgn="ctr"/>
                      <a:r>
                        <a:rPr lang="de-DE" sz="850" u="none" strike="noStrike">
                          <a:effectLst/>
                          <a:latin typeface="Calibri" panose="020F0502020204030204" pitchFamily="34" charset="0"/>
                          <a:ea typeface="Calibri" panose="020F0502020204030204" pitchFamily="34" charset="0"/>
                          <a:cs typeface="Calibri" panose="020F0502020204030204" pitchFamily="34" charset="0"/>
                        </a:rPr>
                        <a:t>HQ 2/C-H</a:t>
                      </a:r>
                      <a:endParaRPr lang="de-DE"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de-DE" sz="850" u="none" strike="noStrike" dirty="0">
                          <a:solidFill>
                            <a:srgbClr val="00B050"/>
                          </a:solidFill>
                          <a:effectLst/>
                          <a:latin typeface="Calibri" panose="020F0502020204030204" pitchFamily="34" charset="0"/>
                          <a:ea typeface="Calibri" panose="020F0502020204030204" pitchFamily="34" charset="0"/>
                          <a:cs typeface="Calibri" panose="020F0502020204030204" pitchFamily="34" charset="0"/>
                        </a:rPr>
                        <a:t>Yes</a:t>
                      </a:r>
                      <a:endParaRPr lang="de-DE" sz="850" b="0" i="0" u="none" strike="noStrike" dirty="0">
                        <a:solidFill>
                          <a:srgbClr val="00B05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6EFCE"/>
                    </a:solidFill>
                  </a:tcPr>
                </a:tc>
                <a:tc>
                  <a:txBody>
                    <a:bodyPr/>
                    <a:lstStyle/>
                    <a:p>
                      <a:pPr algn="ctr" fontAlgn="ctr"/>
                      <a:r>
                        <a:rPr lang="de-DE" sz="850" u="none" strike="noStrike" dirty="0">
                          <a:solidFill>
                            <a:srgbClr val="00B050"/>
                          </a:solidFill>
                          <a:effectLst/>
                          <a:latin typeface="Calibri" panose="020F0502020204030204" pitchFamily="34" charset="0"/>
                          <a:ea typeface="Calibri" panose="020F0502020204030204" pitchFamily="34" charset="0"/>
                          <a:cs typeface="Calibri" panose="020F0502020204030204" pitchFamily="34" charset="0"/>
                        </a:rPr>
                        <a:t>Yes</a:t>
                      </a:r>
                      <a:endParaRPr lang="de-DE" sz="850" b="0" i="0" u="none" strike="noStrike" dirty="0">
                        <a:solidFill>
                          <a:srgbClr val="00B05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6EFCE"/>
                    </a:solidFill>
                  </a:tcPr>
                </a:tc>
                <a:tc>
                  <a:txBody>
                    <a:bodyPr/>
                    <a:lstStyle/>
                    <a:p>
                      <a:pPr marL="88900" indent="0" algn="l" fontAlgn="ctr"/>
                      <a:r>
                        <a:rPr lang="en-US" sz="850" u="none" strike="noStrike" dirty="0">
                          <a:effectLst/>
                          <a:latin typeface="Calibri" panose="020F0502020204030204" pitchFamily="34" charset="0"/>
                          <a:ea typeface="Calibri" panose="020F0502020204030204" pitchFamily="34" charset="0"/>
                          <a:cs typeface="Calibri" panose="020F0502020204030204" pitchFamily="34" charset="0"/>
                        </a:rPr>
                        <a:t>• Use of stop gate object VE 2/D100 or VE 2/D250 or VE 2/D410, and Damper in Function plan (Components missing)</a:t>
                      </a:r>
                      <a:br>
                        <a:rPr lang="en-US" sz="850" u="none" strike="noStrike" dirty="0">
                          <a:effectLst/>
                          <a:latin typeface="Calibri" panose="020F0502020204030204" pitchFamily="34" charset="0"/>
                          <a:ea typeface="Calibri" panose="020F0502020204030204" pitchFamily="34" charset="0"/>
                          <a:cs typeface="Calibri" panose="020F0502020204030204" pitchFamily="34" charset="0"/>
                        </a:rPr>
                      </a:br>
                      <a:r>
                        <a:rPr lang="en-US" sz="850" u="none" strike="noStrike" dirty="0">
                          <a:effectLst/>
                          <a:latin typeface="Calibri" panose="020F0502020204030204" pitchFamily="34" charset="0"/>
                          <a:ea typeface="Calibri" panose="020F0502020204030204" pitchFamily="34" charset="0"/>
                          <a:cs typeface="Calibri" panose="020F0502020204030204" pitchFamily="34" charset="0"/>
                        </a:rPr>
                        <a:t>• Applicable for widths &gt; 400mm</a:t>
                      </a:r>
                      <a:br>
                        <a:rPr lang="en-US" sz="850" u="none" strike="noStrike" dirty="0">
                          <a:effectLst/>
                          <a:latin typeface="Calibri" panose="020F0502020204030204" pitchFamily="34" charset="0"/>
                          <a:ea typeface="Calibri" panose="020F0502020204030204" pitchFamily="34" charset="0"/>
                          <a:cs typeface="Calibri" panose="020F0502020204030204" pitchFamily="34" charset="0"/>
                        </a:rPr>
                      </a:br>
                      <a:r>
                        <a:rPr lang="en-US" sz="850" u="none" strike="noStrike" dirty="0">
                          <a:effectLst/>
                          <a:latin typeface="Calibri" panose="020F0502020204030204" pitchFamily="34" charset="0"/>
                          <a:ea typeface="Calibri" panose="020F0502020204030204" pitchFamily="34" charset="0"/>
                          <a:cs typeface="Calibri" panose="020F0502020204030204" pitchFamily="34" charset="0"/>
                        </a:rPr>
                        <a:t>• Material flow to be confirmed. (If sequence of flow is same, no change required to existing component).</a:t>
                      </a:r>
                      <a:endParaRPr lang="en-US" sz="8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94417721"/>
                  </a:ext>
                </a:extLst>
              </a:tr>
              <a:tr h="120544">
                <a:tc vMerge="1">
                  <a:txBody>
                    <a:bodyPr/>
                    <a:lstStyle/>
                    <a:p>
                      <a:endParaRPr lang="de-DE"/>
                    </a:p>
                  </a:txBody>
                  <a:tcPr/>
                </a:tc>
                <a:tc>
                  <a:txBody>
                    <a:bodyPr/>
                    <a:lstStyle/>
                    <a:p>
                      <a:pPr algn="ctr" fontAlgn="ctr"/>
                      <a:r>
                        <a:rPr lang="de-DE" sz="850" u="none" strike="noStrike">
                          <a:effectLst/>
                          <a:latin typeface="Calibri" panose="020F0502020204030204" pitchFamily="34" charset="0"/>
                          <a:ea typeface="Calibri" panose="020F0502020204030204" pitchFamily="34" charset="0"/>
                          <a:cs typeface="Calibri" panose="020F0502020204030204" pitchFamily="34" charset="0"/>
                        </a:rPr>
                        <a:t>HQ 2/G-H</a:t>
                      </a:r>
                      <a:endParaRPr lang="de-DE"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de-DE" sz="850" u="none" strike="noStrike" dirty="0">
                          <a:solidFill>
                            <a:srgbClr val="00B050"/>
                          </a:solidFill>
                          <a:effectLst/>
                          <a:latin typeface="Calibri" panose="020F0502020204030204" pitchFamily="34" charset="0"/>
                          <a:ea typeface="Calibri" panose="020F0502020204030204" pitchFamily="34" charset="0"/>
                          <a:cs typeface="Calibri" panose="020F0502020204030204" pitchFamily="34" charset="0"/>
                        </a:rPr>
                        <a:t>Yes</a:t>
                      </a:r>
                      <a:endParaRPr lang="de-DE" sz="850" b="0" i="0" u="none" strike="noStrike" dirty="0">
                        <a:solidFill>
                          <a:srgbClr val="00B05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6EFCE"/>
                    </a:solidFill>
                  </a:tcPr>
                </a:tc>
                <a:tc>
                  <a:txBody>
                    <a:bodyPr/>
                    <a:lstStyle/>
                    <a:p>
                      <a:pPr algn="ctr" fontAlgn="ctr"/>
                      <a:r>
                        <a:rPr lang="de-DE" sz="850" u="none" strike="noStrike" dirty="0">
                          <a:solidFill>
                            <a:srgbClr val="00B050"/>
                          </a:solidFill>
                          <a:effectLst/>
                          <a:latin typeface="Calibri" panose="020F0502020204030204" pitchFamily="34" charset="0"/>
                          <a:ea typeface="Calibri" panose="020F0502020204030204" pitchFamily="34" charset="0"/>
                          <a:cs typeface="Calibri" panose="020F0502020204030204" pitchFamily="34" charset="0"/>
                        </a:rPr>
                        <a:t>Yes</a:t>
                      </a:r>
                      <a:endParaRPr lang="de-DE" sz="850" b="0" i="0" u="none" strike="noStrike" dirty="0">
                        <a:solidFill>
                          <a:srgbClr val="00B05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6EFCE"/>
                    </a:solidFill>
                  </a:tcPr>
                </a:tc>
                <a:tc>
                  <a:txBody>
                    <a:bodyPr/>
                    <a:lstStyle/>
                    <a:p>
                      <a:pPr marL="88900" indent="0" algn="l" fontAlgn="ctr"/>
                      <a:r>
                        <a:rPr lang="en-US" sz="850" u="none" strike="noStrike" dirty="0">
                          <a:effectLst/>
                          <a:latin typeface="Calibri" panose="020F0502020204030204" pitchFamily="34" charset="0"/>
                          <a:ea typeface="Calibri" panose="020F0502020204030204" pitchFamily="34" charset="0"/>
                          <a:cs typeface="Calibri" panose="020F0502020204030204" pitchFamily="34" charset="0"/>
                        </a:rPr>
                        <a:t>• The above applies here as well.</a:t>
                      </a:r>
                      <a:endParaRPr lang="en-US" sz="8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0469085"/>
                  </a:ext>
                </a:extLst>
              </a:tr>
              <a:tr h="120544">
                <a:tc>
                  <a:txBody>
                    <a:bodyPr/>
                    <a:lstStyle/>
                    <a:p>
                      <a:pPr algn="ctr" fontAlgn="ctr"/>
                      <a:r>
                        <a:rPr lang="de-DE" sz="850" b="1" u="none" strike="noStrike" dirty="0">
                          <a:effectLst/>
                          <a:latin typeface="Calibri" panose="020F0502020204030204" pitchFamily="34" charset="0"/>
                          <a:ea typeface="Calibri" panose="020F0502020204030204" pitchFamily="34" charset="0"/>
                          <a:cs typeface="Calibri" panose="020F0502020204030204" pitchFamily="34" charset="0"/>
                        </a:rPr>
                        <a:t>Stop Gate</a:t>
                      </a:r>
                      <a:endParaRPr lang="de-DE" sz="85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de-DE" sz="850" u="none" strike="noStrike">
                          <a:effectLst/>
                          <a:latin typeface="Calibri" panose="020F0502020204030204" pitchFamily="34" charset="0"/>
                          <a:ea typeface="Calibri" panose="020F0502020204030204" pitchFamily="34" charset="0"/>
                          <a:cs typeface="Calibri" panose="020F0502020204030204" pitchFamily="34" charset="0"/>
                        </a:rPr>
                        <a:t>VE 2</a:t>
                      </a:r>
                      <a:endParaRPr lang="de-DE"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de-DE" sz="850" u="none" strike="noStrike">
                          <a:effectLst/>
                          <a:latin typeface="Calibri" panose="020F0502020204030204" pitchFamily="34" charset="0"/>
                          <a:ea typeface="Calibri" panose="020F0502020204030204" pitchFamily="34" charset="0"/>
                          <a:cs typeface="Calibri" panose="020F0502020204030204" pitchFamily="34" charset="0"/>
                        </a:rPr>
                        <a:t>NA</a:t>
                      </a:r>
                      <a:endParaRPr lang="de-DE"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de-DE" sz="850" u="none" strike="noStrike" dirty="0">
                          <a:solidFill>
                            <a:srgbClr val="00B050"/>
                          </a:solidFill>
                          <a:effectLst/>
                          <a:latin typeface="Calibri" panose="020F0502020204030204" pitchFamily="34" charset="0"/>
                          <a:ea typeface="Calibri" panose="020F0502020204030204" pitchFamily="34" charset="0"/>
                          <a:cs typeface="Calibri" panose="020F0502020204030204" pitchFamily="34" charset="0"/>
                        </a:rPr>
                        <a:t>Yes</a:t>
                      </a:r>
                      <a:endParaRPr lang="de-DE" sz="850" b="0" i="0" u="none" strike="noStrike" dirty="0">
                        <a:solidFill>
                          <a:srgbClr val="00B05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6EFCE"/>
                    </a:solidFill>
                  </a:tcPr>
                </a:tc>
                <a:tc>
                  <a:txBody>
                    <a:bodyPr/>
                    <a:lstStyle/>
                    <a:p>
                      <a:pPr marL="88900" indent="0" algn="l" fontAlgn="ctr"/>
                      <a:r>
                        <a:rPr lang="en-US" sz="850" u="none" strike="noStrike" dirty="0">
                          <a:effectLst/>
                          <a:latin typeface="Calibri" panose="020F0502020204030204" pitchFamily="34" charset="0"/>
                          <a:ea typeface="Calibri" panose="020F0502020204030204" pitchFamily="34" charset="0"/>
                          <a:cs typeface="Calibri" panose="020F0502020204030204" pitchFamily="34" charset="0"/>
                        </a:rPr>
                        <a:t>• Do we need additional SG as mentioned above?</a:t>
                      </a:r>
                      <a:endParaRPr lang="en-US" sz="8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3446304"/>
                  </a:ext>
                </a:extLst>
              </a:tr>
              <a:tr h="120544">
                <a:tc>
                  <a:txBody>
                    <a:bodyPr/>
                    <a:lstStyle/>
                    <a:p>
                      <a:pPr algn="ctr" fontAlgn="ctr"/>
                      <a:r>
                        <a:rPr lang="de-DE" sz="850" b="1" u="none" strike="noStrike">
                          <a:effectLst/>
                          <a:latin typeface="Calibri" panose="020F0502020204030204" pitchFamily="34" charset="0"/>
                          <a:ea typeface="Calibri" panose="020F0502020204030204" pitchFamily="34" charset="0"/>
                          <a:cs typeface="Calibri" panose="020F0502020204030204" pitchFamily="34" charset="0"/>
                        </a:rPr>
                        <a:t>Switch Bracket</a:t>
                      </a:r>
                      <a:endParaRPr lang="de-DE" sz="85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de-DE" sz="850" u="none" strike="noStrike">
                          <a:effectLst/>
                          <a:latin typeface="Calibri" panose="020F0502020204030204" pitchFamily="34" charset="0"/>
                          <a:ea typeface="Calibri" panose="020F0502020204030204" pitchFamily="34" charset="0"/>
                          <a:cs typeface="Calibri" panose="020F0502020204030204" pitchFamily="34" charset="0"/>
                        </a:rPr>
                        <a:t>SH 2</a:t>
                      </a:r>
                      <a:endParaRPr lang="de-DE"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de-DE" sz="850" u="none" strike="noStrike">
                          <a:effectLst/>
                          <a:latin typeface="Calibri" panose="020F0502020204030204" pitchFamily="34" charset="0"/>
                          <a:ea typeface="Calibri" panose="020F0502020204030204" pitchFamily="34" charset="0"/>
                          <a:cs typeface="Calibri" panose="020F0502020204030204" pitchFamily="34" charset="0"/>
                        </a:rPr>
                        <a:t>NA</a:t>
                      </a:r>
                      <a:endParaRPr lang="de-DE"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de-DE" sz="850" u="none" strike="noStrike" dirty="0">
                          <a:solidFill>
                            <a:srgbClr val="00B050"/>
                          </a:solidFill>
                          <a:effectLst/>
                          <a:latin typeface="Calibri" panose="020F0502020204030204" pitchFamily="34" charset="0"/>
                          <a:ea typeface="Calibri" panose="020F0502020204030204" pitchFamily="34" charset="0"/>
                          <a:cs typeface="Calibri" panose="020F0502020204030204" pitchFamily="34" charset="0"/>
                        </a:rPr>
                        <a:t>Yes</a:t>
                      </a:r>
                      <a:endParaRPr lang="de-DE" sz="850" b="0" i="0" u="none" strike="noStrike" dirty="0">
                        <a:solidFill>
                          <a:srgbClr val="00B05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6EFCE"/>
                    </a:solidFill>
                  </a:tcPr>
                </a:tc>
                <a:tc>
                  <a:txBody>
                    <a:bodyPr/>
                    <a:lstStyle/>
                    <a:p>
                      <a:pPr algn="l" fontAlgn="ctr"/>
                      <a:r>
                        <a:rPr lang="de-DE" sz="850" u="none" strike="noStrike" dirty="0">
                          <a:effectLst/>
                          <a:latin typeface="Calibri" panose="020F0502020204030204" pitchFamily="34" charset="0"/>
                          <a:ea typeface="Calibri" panose="020F0502020204030204" pitchFamily="34" charset="0"/>
                          <a:cs typeface="Calibri" panose="020F0502020204030204" pitchFamily="34" charset="0"/>
                        </a:rPr>
                        <a:t> </a:t>
                      </a:r>
                      <a:endParaRPr lang="de-DE" sz="8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65319789"/>
                  </a:ext>
                </a:extLst>
              </a:tr>
              <a:tr h="120544">
                <a:tc>
                  <a:txBody>
                    <a:bodyPr/>
                    <a:lstStyle/>
                    <a:p>
                      <a:pPr algn="ctr" fontAlgn="ctr"/>
                      <a:r>
                        <a:rPr lang="de-DE" sz="850" b="1" u="none" strike="noStrike" dirty="0">
                          <a:effectLst/>
                          <a:latin typeface="Calibri" panose="020F0502020204030204" pitchFamily="34" charset="0"/>
                          <a:ea typeface="Calibri" panose="020F0502020204030204" pitchFamily="34" charset="0"/>
                          <a:cs typeface="Calibri" panose="020F0502020204030204" pitchFamily="34" charset="0"/>
                        </a:rPr>
                        <a:t>Slide Stop</a:t>
                      </a:r>
                      <a:endParaRPr lang="de-DE" sz="85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de-DE" sz="850" u="none" strike="noStrike">
                          <a:effectLst/>
                          <a:latin typeface="Calibri" panose="020F0502020204030204" pitchFamily="34" charset="0"/>
                          <a:ea typeface="Calibri" panose="020F0502020204030204" pitchFamily="34" charset="0"/>
                          <a:cs typeface="Calibri" panose="020F0502020204030204" pitchFamily="34" charset="0"/>
                        </a:rPr>
                        <a:t>VA 2</a:t>
                      </a:r>
                      <a:endParaRPr lang="de-DE"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de-DE" sz="850" u="none" strike="noStrike" dirty="0">
                          <a:effectLst/>
                          <a:latin typeface="Calibri" panose="020F0502020204030204" pitchFamily="34" charset="0"/>
                          <a:ea typeface="Calibri" panose="020F0502020204030204" pitchFamily="34" charset="0"/>
                          <a:cs typeface="Calibri" panose="020F0502020204030204" pitchFamily="34" charset="0"/>
                        </a:rPr>
                        <a:t>NA</a:t>
                      </a:r>
                      <a:endParaRPr lang="de-DE" sz="8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de-DE" sz="850" u="none" strike="noStrike" dirty="0">
                          <a:solidFill>
                            <a:srgbClr val="C00000"/>
                          </a:solidFill>
                          <a:effectLst/>
                          <a:latin typeface="Calibri" panose="020F0502020204030204" pitchFamily="34" charset="0"/>
                          <a:ea typeface="Calibri" panose="020F0502020204030204" pitchFamily="34" charset="0"/>
                          <a:cs typeface="Calibri" panose="020F0502020204030204" pitchFamily="34" charset="0"/>
                        </a:rPr>
                        <a:t>No</a:t>
                      </a:r>
                      <a:endParaRPr lang="de-DE" sz="850" b="0" i="0" u="none" strike="noStrike" dirty="0">
                        <a:solidFill>
                          <a:srgbClr val="C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C7CE"/>
                    </a:solidFill>
                  </a:tcPr>
                </a:tc>
                <a:tc>
                  <a:txBody>
                    <a:bodyPr/>
                    <a:lstStyle/>
                    <a:p>
                      <a:pPr algn="l" fontAlgn="ctr"/>
                      <a:r>
                        <a:rPr lang="de-DE" sz="850" u="none" strike="noStrike" dirty="0">
                          <a:effectLst/>
                          <a:latin typeface="Calibri" panose="020F0502020204030204" pitchFamily="34" charset="0"/>
                          <a:ea typeface="Calibri" panose="020F0502020204030204" pitchFamily="34" charset="0"/>
                          <a:cs typeface="Calibri" panose="020F0502020204030204" pitchFamily="34" charset="0"/>
                        </a:rPr>
                        <a:t> </a:t>
                      </a:r>
                      <a:endParaRPr lang="de-DE" sz="8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6855908"/>
                  </a:ext>
                </a:extLst>
              </a:tr>
              <a:tr h="120544">
                <a:tc>
                  <a:txBody>
                    <a:bodyPr/>
                    <a:lstStyle/>
                    <a:p>
                      <a:pPr algn="ctr" fontAlgn="ctr"/>
                      <a:r>
                        <a:rPr lang="de-DE" sz="850" b="1" u="none" strike="noStrike">
                          <a:effectLst/>
                          <a:latin typeface="Calibri" panose="020F0502020204030204" pitchFamily="34" charset="0"/>
                          <a:ea typeface="Calibri" panose="020F0502020204030204" pitchFamily="34" charset="0"/>
                          <a:cs typeface="Calibri" panose="020F0502020204030204" pitchFamily="34" charset="0"/>
                        </a:rPr>
                        <a:t>Scraper</a:t>
                      </a:r>
                      <a:endParaRPr lang="de-DE" sz="85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de-DE" sz="850" u="none" strike="noStrike">
                          <a:effectLst/>
                          <a:latin typeface="Calibri" panose="020F0502020204030204" pitchFamily="34" charset="0"/>
                          <a:ea typeface="Calibri" panose="020F0502020204030204" pitchFamily="34" charset="0"/>
                          <a:cs typeface="Calibri" panose="020F0502020204030204" pitchFamily="34" charset="0"/>
                        </a:rPr>
                        <a:t> </a:t>
                      </a:r>
                      <a:endParaRPr lang="de-DE"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de-DE" sz="850" u="none" strike="noStrike" dirty="0">
                          <a:effectLst/>
                          <a:latin typeface="Calibri" panose="020F0502020204030204" pitchFamily="34" charset="0"/>
                          <a:ea typeface="Calibri" panose="020F0502020204030204" pitchFamily="34" charset="0"/>
                          <a:cs typeface="Calibri" panose="020F0502020204030204" pitchFamily="34" charset="0"/>
                        </a:rPr>
                        <a:t>NA</a:t>
                      </a:r>
                      <a:endParaRPr lang="de-DE" sz="8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de-DE" sz="850" u="none" strike="noStrike" dirty="0">
                          <a:solidFill>
                            <a:srgbClr val="C00000"/>
                          </a:solidFill>
                          <a:effectLst/>
                          <a:latin typeface="Calibri" panose="020F0502020204030204" pitchFamily="34" charset="0"/>
                          <a:ea typeface="Calibri" panose="020F0502020204030204" pitchFamily="34" charset="0"/>
                          <a:cs typeface="Calibri" panose="020F0502020204030204" pitchFamily="34" charset="0"/>
                        </a:rPr>
                        <a:t>No</a:t>
                      </a:r>
                      <a:endParaRPr lang="de-DE" sz="850" b="0" i="0" u="none" strike="noStrike" dirty="0">
                        <a:solidFill>
                          <a:srgbClr val="C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C7CE"/>
                    </a:solidFill>
                  </a:tcPr>
                </a:tc>
                <a:tc>
                  <a:txBody>
                    <a:bodyPr/>
                    <a:lstStyle/>
                    <a:p>
                      <a:pPr algn="l" fontAlgn="ctr"/>
                      <a:r>
                        <a:rPr lang="de-DE" sz="850" u="none" strike="noStrike" dirty="0">
                          <a:effectLst/>
                          <a:latin typeface="Calibri" panose="020F0502020204030204" pitchFamily="34" charset="0"/>
                          <a:ea typeface="Calibri" panose="020F0502020204030204" pitchFamily="34" charset="0"/>
                          <a:cs typeface="Calibri" panose="020F0502020204030204" pitchFamily="34" charset="0"/>
                        </a:rPr>
                        <a:t> </a:t>
                      </a:r>
                      <a:endParaRPr lang="de-DE" sz="8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14466396"/>
                  </a:ext>
                </a:extLst>
              </a:tr>
              <a:tr h="120544">
                <a:tc>
                  <a:txBody>
                    <a:bodyPr/>
                    <a:lstStyle/>
                    <a:p>
                      <a:pPr algn="ctr" fontAlgn="ctr"/>
                      <a:r>
                        <a:rPr lang="de-DE" sz="850" b="1" u="none" strike="noStrike">
                          <a:effectLst/>
                          <a:latin typeface="Calibri" panose="020F0502020204030204" pitchFamily="34" charset="0"/>
                          <a:ea typeface="Calibri" panose="020F0502020204030204" pitchFamily="34" charset="0"/>
                          <a:cs typeface="Calibri" panose="020F0502020204030204" pitchFamily="34" charset="0"/>
                        </a:rPr>
                        <a:t>Rocker</a:t>
                      </a:r>
                      <a:endParaRPr lang="de-DE" sz="85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de-DE" sz="850" u="none" strike="noStrike">
                          <a:effectLst/>
                          <a:latin typeface="Calibri" panose="020F0502020204030204" pitchFamily="34" charset="0"/>
                          <a:ea typeface="Calibri" panose="020F0502020204030204" pitchFamily="34" charset="0"/>
                          <a:cs typeface="Calibri" panose="020F0502020204030204" pitchFamily="34" charset="0"/>
                        </a:rPr>
                        <a:t>WI 2</a:t>
                      </a:r>
                      <a:endParaRPr lang="de-DE"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de-DE" sz="850" u="none" strike="noStrike" dirty="0">
                          <a:effectLst/>
                          <a:latin typeface="Calibri" panose="020F0502020204030204" pitchFamily="34" charset="0"/>
                          <a:ea typeface="Calibri" panose="020F0502020204030204" pitchFamily="34" charset="0"/>
                          <a:cs typeface="Calibri" panose="020F0502020204030204" pitchFamily="34" charset="0"/>
                        </a:rPr>
                        <a:t>NA</a:t>
                      </a:r>
                      <a:endParaRPr lang="de-DE" sz="8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de-DE" sz="850" u="none" strike="noStrike" dirty="0">
                          <a:solidFill>
                            <a:srgbClr val="C00000"/>
                          </a:solidFill>
                          <a:effectLst/>
                          <a:latin typeface="Calibri" panose="020F0502020204030204" pitchFamily="34" charset="0"/>
                          <a:ea typeface="Calibri" panose="020F0502020204030204" pitchFamily="34" charset="0"/>
                          <a:cs typeface="Calibri" panose="020F0502020204030204" pitchFamily="34" charset="0"/>
                        </a:rPr>
                        <a:t>No</a:t>
                      </a:r>
                      <a:endParaRPr lang="de-DE" sz="850" b="0" i="0" u="none" strike="noStrike" dirty="0">
                        <a:solidFill>
                          <a:srgbClr val="C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C7CE"/>
                    </a:solidFill>
                  </a:tcPr>
                </a:tc>
                <a:tc>
                  <a:txBody>
                    <a:bodyPr/>
                    <a:lstStyle/>
                    <a:p>
                      <a:pPr algn="l" fontAlgn="ctr"/>
                      <a:r>
                        <a:rPr lang="de-DE" sz="850" u="none" strike="noStrike" dirty="0">
                          <a:effectLst/>
                          <a:latin typeface="Calibri" panose="020F0502020204030204" pitchFamily="34" charset="0"/>
                          <a:ea typeface="Calibri" panose="020F0502020204030204" pitchFamily="34" charset="0"/>
                          <a:cs typeface="Calibri" panose="020F0502020204030204" pitchFamily="34" charset="0"/>
                        </a:rPr>
                        <a:t> </a:t>
                      </a:r>
                      <a:endParaRPr lang="de-DE" sz="8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14397877"/>
                  </a:ext>
                </a:extLst>
              </a:tr>
              <a:tr h="120544">
                <a:tc>
                  <a:txBody>
                    <a:bodyPr/>
                    <a:lstStyle/>
                    <a:p>
                      <a:pPr algn="ctr" fontAlgn="ctr"/>
                      <a:r>
                        <a:rPr lang="de-DE" sz="850" b="1" u="none" strike="noStrike">
                          <a:effectLst/>
                          <a:latin typeface="Calibri" panose="020F0502020204030204" pitchFamily="34" charset="0"/>
                          <a:ea typeface="Calibri" panose="020F0502020204030204" pitchFamily="34" charset="0"/>
                          <a:cs typeface="Calibri" panose="020F0502020204030204" pitchFamily="34" charset="0"/>
                        </a:rPr>
                        <a:t>Damper</a:t>
                      </a:r>
                      <a:endParaRPr lang="de-DE" sz="85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de-DE" sz="850" u="none" strike="noStrike">
                          <a:effectLst/>
                          <a:latin typeface="Calibri" panose="020F0502020204030204" pitchFamily="34" charset="0"/>
                          <a:ea typeface="Calibri" panose="020F0502020204030204" pitchFamily="34" charset="0"/>
                          <a:cs typeface="Calibri" panose="020F0502020204030204" pitchFamily="34" charset="0"/>
                        </a:rPr>
                        <a:t>DA 2</a:t>
                      </a:r>
                      <a:endParaRPr lang="de-DE"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de-DE" sz="850" u="none" strike="noStrike">
                          <a:effectLst/>
                          <a:latin typeface="Calibri" panose="020F0502020204030204" pitchFamily="34" charset="0"/>
                          <a:ea typeface="Calibri" panose="020F0502020204030204" pitchFamily="34" charset="0"/>
                          <a:cs typeface="Calibri" panose="020F0502020204030204" pitchFamily="34" charset="0"/>
                        </a:rPr>
                        <a:t>NA</a:t>
                      </a:r>
                      <a:endParaRPr lang="de-DE"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de-DE" sz="850" u="none" strike="noStrike" dirty="0">
                          <a:solidFill>
                            <a:srgbClr val="C00000"/>
                          </a:solidFill>
                          <a:effectLst/>
                          <a:latin typeface="Calibri" panose="020F0502020204030204" pitchFamily="34" charset="0"/>
                          <a:ea typeface="Calibri" panose="020F0502020204030204" pitchFamily="34" charset="0"/>
                          <a:cs typeface="Calibri" panose="020F0502020204030204" pitchFamily="34" charset="0"/>
                        </a:rPr>
                        <a:t>No</a:t>
                      </a:r>
                      <a:endParaRPr lang="de-DE" sz="850" b="0" i="0" u="none" strike="noStrike" dirty="0">
                        <a:solidFill>
                          <a:srgbClr val="C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C7CE"/>
                    </a:solidFill>
                  </a:tcPr>
                </a:tc>
                <a:tc>
                  <a:txBody>
                    <a:bodyPr/>
                    <a:lstStyle/>
                    <a:p>
                      <a:pPr algn="l" fontAlgn="ctr"/>
                      <a:r>
                        <a:rPr lang="de-DE" sz="850" u="none" strike="noStrike" dirty="0">
                          <a:effectLst/>
                          <a:latin typeface="Calibri" panose="020F0502020204030204" pitchFamily="34" charset="0"/>
                          <a:ea typeface="Calibri" panose="020F0502020204030204" pitchFamily="34" charset="0"/>
                          <a:cs typeface="Calibri" panose="020F0502020204030204" pitchFamily="34" charset="0"/>
                        </a:rPr>
                        <a:t> </a:t>
                      </a:r>
                      <a:endParaRPr lang="de-DE" sz="8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6661092"/>
                  </a:ext>
                </a:extLst>
              </a:tr>
              <a:tr h="181725">
                <a:tc rowSpan="4">
                  <a:txBody>
                    <a:bodyPr/>
                    <a:lstStyle/>
                    <a:p>
                      <a:pPr algn="ctr" fontAlgn="ctr"/>
                      <a:r>
                        <a:rPr lang="en-GB" sz="850" b="1" u="none" strike="noStrike" noProof="0" dirty="0">
                          <a:effectLst/>
                          <a:latin typeface="Calibri" panose="020F0502020204030204" pitchFamily="34" charset="0"/>
                          <a:ea typeface="Calibri" panose="020F0502020204030204" pitchFamily="34" charset="0"/>
                          <a:cs typeface="Calibri" panose="020F0502020204030204" pitchFamily="34" charset="0"/>
                        </a:rPr>
                        <a:t>Electrical</a:t>
                      </a:r>
                      <a:r>
                        <a:rPr lang="de-DE" sz="850" b="1" u="none" strike="noStrike" dirty="0">
                          <a:effectLst/>
                          <a:latin typeface="Calibri" panose="020F0502020204030204" pitchFamily="34" charset="0"/>
                          <a:ea typeface="Calibri" panose="020F0502020204030204" pitchFamily="34" charset="0"/>
                          <a:cs typeface="Calibri" panose="020F0502020204030204" pitchFamily="34" charset="0"/>
                        </a:rPr>
                        <a:t> Transverse </a:t>
                      </a:r>
                      <a:r>
                        <a:rPr lang="en-GB" sz="850" b="1" u="none" strike="noStrike" noProof="0" dirty="0">
                          <a:effectLst/>
                          <a:latin typeface="Calibri" panose="020F0502020204030204" pitchFamily="34" charset="0"/>
                          <a:ea typeface="Calibri" panose="020F0502020204030204" pitchFamily="34" charset="0"/>
                          <a:cs typeface="Calibri" panose="020F0502020204030204" pitchFamily="34" charset="0"/>
                        </a:rPr>
                        <a:t>Conveyor</a:t>
                      </a:r>
                      <a:endParaRPr lang="en-GB" sz="850" b="1" i="0" u="none" strike="noStrike" noProof="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de-DE" sz="850" u="none" strike="noStrike">
                          <a:effectLst/>
                          <a:latin typeface="Calibri" panose="020F0502020204030204" pitchFamily="34" charset="0"/>
                          <a:ea typeface="Calibri" panose="020F0502020204030204" pitchFamily="34" charset="0"/>
                          <a:cs typeface="Calibri" panose="020F0502020204030204" pitchFamily="34" charset="0"/>
                        </a:rPr>
                        <a:t>EQ 2/TR</a:t>
                      </a:r>
                      <a:endParaRPr lang="de-DE"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de-DE" sz="850" u="none" strike="noStrike" dirty="0">
                          <a:solidFill>
                            <a:srgbClr val="00B050"/>
                          </a:solidFill>
                          <a:effectLst/>
                          <a:latin typeface="Calibri" panose="020F0502020204030204" pitchFamily="34" charset="0"/>
                          <a:ea typeface="Calibri" panose="020F0502020204030204" pitchFamily="34" charset="0"/>
                          <a:cs typeface="Calibri" panose="020F0502020204030204" pitchFamily="34" charset="0"/>
                        </a:rPr>
                        <a:t>Yes</a:t>
                      </a:r>
                      <a:endParaRPr lang="de-DE" sz="850" b="0" i="0" u="none" strike="noStrike" dirty="0">
                        <a:solidFill>
                          <a:srgbClr val="00B05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6EFCE"/>
                    </a:solidFill>
                  </a:tcPr>
                </a:tc>
                <a:tc>
                  <a:txBody>
                    <a:bodyPr/>
                    <a:lstStyle/>
                    <a:p>
                      <a:pPr algn="ctr" fontAlgn="ctr"/>
                      <a:r>
                        <a:rPr lang="de-DE" sz="850" u="none" strike="noStrike" dirty="0">
                          <a:solidFill>
                            <a:srgbClr val="C00000"/>
                          </a:solidFill>
                          <a:effectLst/>
                          <a:latin typeface="Calibri" panose="020F0502020204030204" pitchFamily="34" charset="0"/>
                          <a:ea typeface="Calibri" panose="020F0502020204030204" pitchFamily="34" charset="0"/>
                          <a:cs typeface="Calibri" panose="020F0502020204030204" pitchFamily="34" charset="0"/>
                        </a:rPr>
                        <a:t>No</a:t>
                      </a:r>
                      <a:endParaRPr lang="de-DE" sz="850" b="0" i="0" u="none" strike="noStrike" dirty="0">
                        <a:solidFill>
                          <a:srgbClr val="C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C7CE"/>
                    </a:solidFill>
                  </a:tcPr>
                </a:tc>
                <a:tc rowSpan="4">
                  <a:txBody>
                    <a:bodyPr/>
                    <a:lstStyle/>
                    <a:p>
                      <a:pPr marL="88900" indent="0" algn="l" fontAlgn="ctr"/>
                      <a:r>
                        <a:rPr lang="en-US" sz="850" u="none" strike="noStrike" dirty="0">
                          <a:effectLst/>
                          <a:latin typeface="Calibri" panose="020F0502020204030204" pitchFamily="34" charset="0"/>
                          <a:ea typeface="Calibri" panose="020F0502020204030204" pitchFamily="34" charset="0"/>
                          <a:cs typeface="Calibri" panose="020F0502020204030204" pitchFamily="34" charset="0"/>
                        </a:rPr>
                        <a:t>• Can be </a:t>
                      </a:r>
                      <a:r>
                        <a:rPr lang="en-GB" sz="850" u="none" strike="noStrike" noProof="0" dirty="0">
                          <a:effectLst/>
                          <a:latin typeface="Calibri" panose="020F0502020204030204" pitchFamily="34" charset="0"/>
                          <a:ea typeface="Calibri" panose="020F0502020204030204" pitchFamily="34" charset="0"/>
                          <a:cs typeface="Calibri" panose="020F0502020204030204" pitchFamily="34" charset="0"/>
                        </a:rPr>
                        <a:t>realised</a:t>
                      </a:r>
                      <a:r>
                        <a:rPr lang="en-US" sz="850" u="none" strike="noStrike" dirty="0">
                          <a:effectLst/>
                          <a:latin typeface="Calibri" panose="020F0502020204030204" pitchFamily="34" charset="0"/>
                          <a:ea typeface="Calibri" panose="020F0502020204030204" pitchFamily="34" charset="0"/>
                          <a:cs typeface="Calibri" panose="020F0502020204030204" pitchFamily="34" charset="0"/>
                        </a:rPr>
                        <a:t> using existing LTU and belt section.</a:t>
                      </a:r>
                      <a:br>
                        <a:rPr lang="en-US" sz="850" u="none" strike="noStrike" dirty="0">
                          <a:effectLst/>
                          <a:latin typeface="Calibri" panose="020F0502020204030204" pitchFamily="34" charset="0"/>
                          <a:ea typeface="Calibri" panose="020F0502020204030204" pitchFamily="34" charset="0"/>
                          <a:cs typeface="Calibri" panose="020F0502020204030204" pitchFamily="34" charset="0"/>
                        </a:rPr>
                      </a:br>
                      <a:r>
                        <a:rPr lang="en-US" sz="850" u="none" strike="noStrike" dirty="0">
                          <a:effectLst/>
                          <a:latin typeface="Calibri" panose="020F0502020204030204" pitchFamily="34" charset="0"/>
                          <a:ea typeface="Calibri" panose="020F0502020204030204" pitchFamily="34" charset="0"/>
                          <a:cs typeface="Calibri" panose="020F0502020204030204" pitchFamily="34" charset="0"/>
                        </a:rPr>
                        <a:t>• Corresponding function plans can be modelled using existing TFEs.</a:t>
                      </a:r>
                      <a:endParaRPr lang="en-US" sz="8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82789131"/>
                  </a:ext>
                </a:extLst>
              </a:tr>
              <a:tr h="159918">
                <a:tc vMerge="1">
                  <a:txBody>
                    <a:bodyPr/>
                    <a:lstStyle/>
                    <a:p>
                      <a:endParaRPr lang="de-DE"/>
                    </a:p>
                  </a:txBody>
                  <a:tcPr/>
                </a:tc>
                <a:tc>
                  <a:txBody>
                    <a:bodyPr/>
                    <a:lstStyle/>
                    <a:p>
                      <a:pPr algn="ctr" fontAlgn="ctr"/>
                      <a:r>
                        <a:rPr lang="de-DE" sz="850" u="none" strike="noStrike">
                          <a:effectLst/>
                          <a:latin typeface="Calibri" panose="020F0502020204030204" pitchFamily="34" charset="0"/>
                          <a:ea typeface="Calibri" panose="020F0502020204030204" pitchFamily="34" charset="0"/>
                          <a:cs typeface="Calibri" panose="020F0502020204030204" pitchFamily="34" charset="0"/>
                        </a:rPr>
                        <a:t>EQ 2/TR-90</a:t>
                      </a:r>
                      <a:endParaRPr lang="de-DE"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de-DE" sz="850" u="none" strike="noStrike" dirty="0">
                          <a:solidFill>
                            <a:srgbClr val="C00000"/>
                          </a:solidFill>
                          <a:effectLst/>
                          <a:latin typeface="Calibri" panose="020F0502020204030204" pitchFamily="34" charset="0"/>
                          <a:ea typeface="Calibri" panose="020F0502020204030204" pitchFamily="34" charset="0"/>
                          <a:cs typeface="Calibri" panose="020F0502020204030204" pitchFamily="34" charset="0"/>
                        </a:rPr>
                        <a:t>No</a:t>
                      </a:r>
                      <a:endParaRPr lang="de-DE" sz="850" b="0" i="0" u="none" strike="noStrike" dirty="0">
                        <a:solidFill>
                          <a:srgbClr val="C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C7CE"/>
                    </a:solidFill>
                  </a:tcPr>
                </a:tc>
                <a:tc>
                  <a:txBody>
                    <a:bodyPr/>
                    <a:lstStyle/>
                    <a:p>
                      <a:pPr algn="ctr" fontAlgn="ctr"/>
                      <a:r>
                        <a:rPr lang="en-GB" sz="850" u="none" strike="noStrike" noProof="0" dirty="0">
                          <a:solidFill>
                            <a:srgbClr val="C00000"/>
                          </a:solidFill>
                          <a:effectLst/>
                          <a:latin typeface="Calibri" panose="020F0502020204030204" pitchFamily="34" charset="0"/>
                          <a:ea typeface="Calibri" panose="020F0502020204030204" pitchFamily="34" charset="0"/>
                          <a:cs typeface="Calibri" panose="020F0502020204030204" pitchFamily="34" charset="0"/>
                        </a:rPr>
                        <a:t>No</a:t>
                      </a:r>
                      <a:endParaRPr lang="en-GB" sz="850" b="0" i="0" u="none" strike="noStrike" noProof="0" dirty="0">
                        <a:solidFill>
                          <a:srgbClr val="C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C7CE"/>
                    </a:solidFill>
                  </a:tcPr>
                </a:tc>
                <a:tc vMerge="1">
                  <a:txBody>
                    <a:bodyPr/>
                    <a:lstStyle/>
                    <a:p>
                      <a:endParaRPr lang="de-DE"/>
                    </a:p>
                  </a:txBody>
                  <a:tcPr/>
                </a:tc>
                <a:extLst>
                  <a:ext uri="{0D108BD9-81ED-4DB2-BD59-A6C34878D82A}">
                    <a16:rowId xmlns:a16="http://schemas.microsoft.com/office/drawing/2014/main" val="4014210016"/>
                  </a:ext>
                </a:extLst>
              </a:tr>
              <a:tr h="120544">
                <a:tc vMerge="1">
                  <a:txBody>
                    <a:bodyPr/>
                    <a:lstStyle/>
                    <a:p>
                      <a:endParaRPr lang="de-DE"/>
                    </a:p>
                  </a:txBody>
                  <a:tcPr/>
                </a:tc>
                <a:tc>
                  <a:txBody>
                    <a:bodyPr/>
                    <a:lstStyle/>
                    <a:p>
                      <a:pPr algn="ctr" fontAlgn="ctr"/>
                      <a:r>
                        <a:rPr lang="de-DE" sz="850" u="none" strike="noStrike">
                          <a:effectLst/>
                          <a:latin typeface="Calibri" panose="020F0502020204030204" pitchFamily="34" charset="0"/>
                          <a:ea typeface="Calibri" panose="020F0502020204030204" pitchFamily="34" charset="0"/>
                          <a:cs typeface="Calibri" panose="020F0502020204030204" pitchFamily="34" charset="0"/>
                        </a:rPr>
                        <a:t>EQ 2/T</a:t>
                      </a:r>
                      <a:endParaRPr lang="de-DE"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de-DE" sz="850" u="none" strike="noStrike" dirty="0">
                          <a:solidFill>
                            <a:srgbClr val="C00000"/>
                          </a:solidFill>
                          <a:effectLst/>
                          <a:latin typeface="Calibri" panose="020F0502020204030204" pitchFamily="34" charset="0"/>
                          <a:ea typeface="Calibri" panose="020F0502020204030204" pitchFamily="34" charset="0"/>
                          <a:cs typeface="Calibri" panose="020F0502020204030204" pitchFamily="34" charset="0"/>
                        </a:rPr>
                        <a:t>No</a:t>
                      </a:r>
                      <a:endParaRPr lang="de-DE" sz="850" b="0" i="0" u="none" strike="noStrike" dirty="0">
                        <a:solidFill>
                          <a:srgbClr val="C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C7CE"/>
                    </a:solidFill>
                  </a:tcPr>
                </a:tc>
                <a:tc>
                  <a:txBody>
                    <a:bodyPr/>
                    <a:lstStyle/>
                    <a:p>
                      <a:pPr algn="ctr" fontAlgn="ctr"/>
                      <a:r>
                        <a:rPr lang="en-GB" sz="850" u="none" strike="noStrike" noProof="0" dirty="0">
                          <a:solidFill>
                            <a:srgbClr val="C00000"/>
                          </a:solidFill>
                          <a:effectLst/>
                          <a:latin typeface="Calibri" panose="020F0502020204030204" pitchFamily="34" charset="0"/>
                          <a:ea typeface="Calibri" panose="020F0502020204030204" pitchFamily="34" charset="0"/>
                          <a:cs typeface="Calibri" panose="020F0502020204030204" pitchFamily="34" charset="0"/>
                        </a:rPr>
                        <a:t>No</a:t>
                      </a:r>
                      <a:endParaRPr lang="en-GB" sz="850" b="0" i="0" u="none" strike="noStrike" noProof="0" dirty="0">
                        <a:solidFill>
                          <a:srgbClr val="C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C7CE"/>
                    </a:solidFill>
                  </a:tcPr>
                </a:tc>
                <a:tc vMerge="1">
                  <a:txBody>
                    <a:bodyPr/>
                    <a:lstStyle/>
                    <a:p>
                      <a:endParaRPr lang="de-DE"/>
                    </a:p>
                  </a:txBody>
                  <a:tcPr/>
                </a:tc>
                <a:extLst>
                  <a:ext uri="{0D108BD9-81ED-4DB2-BD59-A6C34878D82A}">
                    <a16:rowId xmlns:a16="http://schemas.microsoft.com/office/drawing/2014/main" val="770049301"/>
                  </a:ext>
                </a:extLst>
              </a:tr>
              <a:tr h="120544">
                <a:tc vMerge="1">
                  <a:txBody>
                    <a:bodyPr/>
                    <a:lstStyle/>
                    <a:p>
                      <a:endParaRPr lang="de-DE"/>
                    </a:p>
                  </a:txBody>
                  <a:tcPr/>
                </a:tc>
                <a:tc>
                  <a:txBody>
                    <a:bodyPr/>
                    <a:lstStyle/>
                    <a:p>
                      <a:pPr algn="ctr" fontAlgn="ctr"/>
                      <a:r>
                        <a:rPr lang="de-DE" sz="850" u="none" strike="noStrike">
                          <a:effectLst/>
                          <a:latin typeface="Calibri" panose="020F0502020204030204" pitchFamily="34" charset="0"/>
                          <a:ea typeface="Calibri" panose="020F0502020204030204" pitchFamily="34" charset="0"/>
                          <a:cs typeface="Calibri" panose="020F0502020204030204" pitchFamily="34" charset="0"/>
                        </a:rPr>
                        <a:t>EQ 2/TE</a:t>
                      </a:r>
                      <a:endParaRPr lang="de-DE"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de-DE" sz="850" u="none" strike="noStrike" dirty="0">
                          <a:solidFill>
                            <a:srgbClr val="C00000"/>
                          </a:solidFill>
                          <a:effectLst/>
                          <a:latin typeface="Calibri" panose="020F0502020204030204" pitchFamily="34" charset="0"/>
                          <a:ea typeface="Calibri" panose="020F0502020204030204" pitchFamily="34" charset="0"/>
                          <a:cs typeface="Calibri" panose="020F0502020204030204" pitchFamily="34" charset="0"/>
                        </a:rPr>
                        <a:t>No</a:t>
                      </a:r>
                      <a:endParaRPr lang="de-DE" sz="850" b="0" i="0" u="none" strike="noStrike" dirty="0">
                        <a:solidFill>
                          <a:srgbClr val="C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C7CE"/>
                    </a:solidFill>
                  </a:tcPr>
                </a:tc>
                <a:tc>
                  <a:txBody>
                    <a:bodyPr/>
                    <a:lstStyle/>
                    <a:p>
                      <a:pPr algn="ctr" fontAlgn="ctr"/>
                      <a:r>
                        <a:rPr lang="en-GB" sz="850" u="none" strike="noStrike" noProof="0" dirty="0">
                          <a:solidFill>
                            <a:srgbClr val="C00000"/>
                          </a:solidFill>
                          <a:effectLst/>
                          <a:latin typeface="Calibri" panose="020F0502020204030204" pitchFamily="34" charset="0"/>
                          <a:ea typeface="Calibri" panose="020F0502020204030204" pitchFamily="34" charset="0"/>
                          <a:cs typeface="Calibri" panose="020F0502020204030204" pitchFamily="34" charset="0"/>
                        </a:rPr>
                        <a:t>No</a:t>
                      </a:r>
                      <a:endParaRPr lang="en-GB" sz="850" b="0" i="0" u="none" strike="noStrike" noProof="0" dirty="0">
                        <a:solidFill>
                          <a:srgbClr val="C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C7CE"/>
                    </a:solidFill>
                  </a:tcPr>
                </a:tc>
                <a:tc vMerge="1">
                  <a:txBody>
                    <a:bodyPr/>
                    <a:lstStyle/>
                    <a:p>
                      <a:endParaRPr lang="de-DE"/>
                    </a:p>
                  </a:txBody>
                  <a:tcPr/>
                </a:tc>
                <a:extLst>
                  <a:ext uri="{0D108BD9-81ED-4DB2-BD59-A6C34878D82A}">
                    <a16:rowId xmlns:a16="http://schemas.microsoft.com/office/drawing/2014/main" val="1131688435"/>
                  </a:ext>
                </a:extLst>
              </a:tr>
              <a:tr h="120544">
                <a:tc rowSpan="2">
                  <a:txBody>
                    <a:bodyPr/>
                    <a:lstStyle/>
                    <a:p>
                      <a:pPr algn="ctr" fontAlgn="ctr"/>
                      <a:r>
                        <a:rPr lang="de-DE" sz="850" b="1" u="none" strike="noStrike" dirty="0">
                          <a:effectLst/>
                          <a:latin typeface="Calibri" panose="020F0502020204030204" pitchFamily="34" charset="0"/>
                          <a:ea typeface="Calibri" panose="020F0502020204030204" pitchFamily="34" charset="0"/>
                          <a:cs typeface="Calibri" panose="020F0502020204030204" pitchFamily="34" charset="0"/>
                        </a:rPr>
                        <a:t>Position Unit</a:t>
                      </a:r>
                      <a:endParaRPr lang="de-DE" sz="85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de-DE" sz="850" u="none" strike="noStrike">
                          <a:effectLst/>
                          <a:latin typeface="Calibri" panose="020F0502020204030204" pitchFamily="34" charset="0"/>
                          <a:ea typeface="Calibri" panose="020F0502020204030204" pitchFamily="34" charset="0"/>
                          <a:cs typeface="Calibri" panose="020F0502020204030204" pitchFamily="34" charset="0"/>
                        </a:rPr>
                        <a:t>PE</a:t>
                      </a:r>
                      <a:endParaRPr lang="de-DE"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de-DE" sz="850" u="none" strike="noStrike" dirty="0">
                          <a:solidFill>
                            <a:srgbClr val="00B050"/>
                          </a:solidFill>
                          <a:effectLst/>
                          <a:latin typeface="Calibri" panose="020F0502020204030204" pitchFamily="34" charset="0"/>
                          <a:ea typeface="Calibri" panose="020F0502020204030204" pitchFamily="34" charset="0"/>
                          <a:cs typeface="Calibri" panose="020F0502020204030204" pitchFamily="34" charset="0"/>
                        </a:rPr>
                        <a:t>Yes</a:t>
                      </a:r>
                      <a:endParaRPr lang="de-DE" sz="850" b="0" i="0" u="none" strike="noStrike" dirty="0">
                        <a:solidFill>
                          <a:srgbClr val="00B05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6EFCE"/>
                    </a:solidFill>
                  </a:tcPr>
                </a:tc>
                <a:tc>
                  <a:txBody>
                    <a:bodyPr/>
                    <a:lstStyle/>
                    <a:p>
                      <a:pPr algn="ctr" fontAlgn="ctr"/>
                      <a:r>
                        <a:rPr lang="de-DE" sz="850" u="none" strike="noStrike" dirty="0">
                          <a:solidFill>
                            <a:srgbClr val="00B050"/>
                          </a:solidFill>
                          <a:effectLst/>
                          <a:latin typeface="Calibri" panose="020F0502020204030204" pitchFamily="34" charset="0"/>
                          <a:ea typeface="Calibri" panose="020F0502020204030204" pitchFamily="34" charset="0"/>
                          <a:cs typeface="Calibri" panose="020F0502020204030204" pitchFamily="34" charset="0"/>
                        </a:rPr>
                        <a:t>Yes</a:t>
                      </a:r>
                      <a:endParaRPr lang="de-DE" sz="850" b="0" i="0" u="none" strike="noStrike" dirty="0">
                        <a:solidFill>
                          <a:srgbClr val="00B05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6EFCE"/>
                    </a:solidFill>
                  </a:tcPr>
                </a:tc>
                <a:tc>
                  <a:txBody>
                    <a:bodyPr/>
                    <a:lstStyle/>
                    <a:p>
                      <a:pPr marL="88900" indent="0" algn="l" fontAlgn="ctr"/>
                      <a:r>
                        <a:rPr lang="de-DE" sz="850" u="none" strike="noStrike" dirty="0">
                          <a:effectLst/>
                          <a:latin typeface="Calibri" panose="020F0502020204030204" pitchFamily="34" charset="0"/>
                          <a:ea typeface="Calibri" panose="020F0502020204030204" pitchFamily="34" charset="0"/>
                          <a:cs typeface="Calibri" panose="020F0502020204030204" pitchFamily="34" charset="0"/>
                        </a:rPr>
                        <a:t>• Signal evaluation required</a:t>
                      </a:r>
                      <a:endParaRPr lang="de-DE" sz="8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45648178"/>
                  </a:ext>
                </a:extLst>
              </a:tr>
              <a:tr h="120544">
                <a:tc vMerge="1">
                  <a:txBody>
                    <a:bodyPr/>
                    <a:lstStyle/>
                    <a:p>
                      <a:endParaRPr lang="de-DE"/>
                    </a:p>
                  </a:txBody>
                  <a:tcPr/>
                </a:tc>
                <a:tc>
                  <a:txBody>
                    <a:bodyPr/>
                    <a:lstStyle/>
                    <a:p>
                      <a:pPr algn="ctr" fontAlgn="ctr"/>
                      <a:r>
                        <a:rPr lang="de-DE" sz="850" u="none" strike="noStrike">
                          <a:effectLst/>
                          <a:latin typeface="Calibri" panose="020F0502020204030204" pitchFamily="34" charset="0"/>
                          <a:ea typeface="Calibri" panose="020F0502020204030204" pitchFamily="34" charset="0"/>
                          <a:cs typeface="Calibri" panose="020F0502020204030204" pitchFamily="34" charset="0"/>
                        </a:rPr>
                        <a:t>HP</a:t>
                      </a:r>
                      <a:endParaRPr lang="de-DE"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de-DE" sz="850" u="none" strike="noStrike" dirty="0">
                          <a:solidFill>
                            <a:srgbClr val="00B050"/>
                          </a:solidFill>
                          <a:effectLst/>
                          <a:latin typeface="Calibri" panose="020F0502020204030204" pitchFamily="34" charset="0"/>
                          <a:ea typeface="Calibri" panose="020F0502020204030204" pitchFamily="34" charset="0"/>
                          <a:cs typeface="Calibri" panose="020F0502020204030204" pitchFamily="34" charset="0"/>
                        </a:rPr>
                        <a:t>Yes</a:t>
                      </a:r>
                      <a:endParaRPr lang="de-DE" sz="850" b="0" i="0" u="none" strike="noStrike" dirty="0">
                        <a:solidFill>
                          <a:srgbClr val="00B05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6EFCE"/>
                    </a:solidFill>
                  </a:tcPr>
                </a:tc>
                <a:tc>
                  <a:txBody>
                    <a:bodyPr/>
                    <a:lstStyle/>
                    <a:p>
                      <a:pPr algn="ctr" fontAlgn="ctr"/>
                      <a:r>
                        <a:rPr lang="de-DE" sz="850" u="none" strike="noStrike" dirty="0">
                          <a:solidFill>
                            <a:srgbClr val="00B050"/>
                          </a:solidFill>
                          <a:effectLst/>
                          <a:latin typeface="Calibri" panose="020F0502020204030204" pitchFamily="34" charset="0"/>
                          <a:ea typeface="Calibri" panose="020F0502020204030204" pitchFamily="34" charset="0"/>
                          <a:cs typeface="Calibri" panose="020F0502020204030204" pitchFamily="34" charset="0"/>
                        </a:rPr>
                        <a:t>Yes</a:t>
                      </a:r>
                      <a:endParaRPr lang="de-DE" sz="850" b="0" i="0" u="none" strike="noStrike" dirty="0">
                        <a:solidFill>
                          <a:srgbClr val="00B05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6EFCE"/>
                    </a:solidFill>
                  </a:tcPr>
                </a:tc>
                <a:tc>
                  <a:txBody>
                    <a:bodyPr/>
                    <a:lstStyle/>
                    <a:p>
                      <a:pPr marL="88900" indent="0" algn="l" fontAlgn="ctr"/>
                      <a:r>
                        <a:rPr lang="de-DE" sz="850" u="none" strike="noStrike" dirty="0">
                          <a:effectLst/>
                          <a:latin typeface="Calibri" panose="020F0502020204030204" pitchFamily="34" charset="0"/>
                          <a:ea typeface="Calibri" panose="020F0502020204030204" pitchFamily="34" charset="0"/>
                          <a:cs typeface="Calibri" panose="020F0502020204030204" pitchFamily="34" charset="0"/>
                        </a:rPr>
                        <a:t>• Signal evaluation required</a:t>
                      </a:r>
                      <a:endParaRPr lang="de-DE" sz="8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71400310"/>
                  </a:ext>
                </a:extLst>
              </a:tr>
              <a:tr h="120544">
                <a:tc>
                  <a:txBody>
                    <a:bodyPr/>
                    <a:lstStyle/>
                    <a:p>
                      <a:pPr algn="ctr" fontAlgn="ctr"/>
                      <a:r>
                        <a:rPr lang="de-DE" sz="850" b="1" u="none" strike="noStrike">
                          <a:effectLst/>
                          <a:latin typeface="Calibri" panose="020F0502020204030204" pitchFamily="34" charset="0"/>
                          <a:ea typeface="Calibri" panose="020F0502020204030204" pitchFamily="34" charset="0"/>
                          <a:cs typeface="Calibri" panose="020F0502020204030204" pitchFamily="34" charset="0"/>
                        </a:rPr>
                        <a:t>Elevator</a:t>
                      </a:r>
                      <a:endParaRPr lang="de-DE" sz="85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de-DE" sz="850" u="none" strike="noStrike">
                          <a:effectLst/>
                          <a:latin typeface="Calibri" panose="020F0502020204030204" pitchFamily="34" charset="0"/>
                          <a:ea typeface="Calibri" panose="020F0502020204030204" pitchFamily="34" charset="0"/>
                          <a:cs typeface="Calibri" panose="020F0502020204030204" pitchFamily="34" charset="0"/>
                        </a:rPr>
                        <a:t>EL 2</a:t>
                      </a:r>
                      <a:endParaRPr lang="de-DE"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de-DE" sz="850" u="none" strike="noStrike" dirty="0">
                          <a:solidFill>
                            <a:srgbClr val="00B050"/>
                          </a:solidFill>
                          <a:effectLst/>
                          <a:latin typeface="Calibri" panose="020F0502020204030204" pitchFamily="34" charset="0"/>
                          <a:ea typeface="Calibri" panose="020F0502020204030204" pitchFamily="34" charset="0"/>
                          <a:cs typeface="Calibri" panose="020F0502020204030204" pitchFamily="34" charset="0"/>
                        </a:rPr>
                        <a:t>Yes</a:t>
                      </a:r>
                      <a:endParaRPr lang="de-DE" sz="850" b="0" i="0" u="none" strike="noStrike" dirty="0">
                        <a:solidFill>
                          <a:srgbClr val="00B05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6EFCE"/>
                    </a:solidFill>
                  </a:tcPr>
                </a:tc>
                <a:tc>
                  <a:txBody>
                    <a:bodyPr/>
                    <a:lstStyle/>
                    <a:p>
                      <a:pPr algn="ctr" fontAlgn="ctr"/>
                      <a:r>
                        <a:rPr lang="de-DE" sz="850" u="none" strike="noStrike" dirty="0">
                          <a:solidFill>
                            <a:srgbClr val="00B050"/>
                          </a:solidFill>
                          <a:effectLst/>
                          <a:latin typeface="Calibri" panose="020F0502020204030204" pitchFamily="34" charset="0"/>
                          <a:ea typeface="Calibri" panose="020F0502020204030204" pitchFamily="34" charset="0"/>
                          <a:cs typeface="Calibri" panose="020F0502020204030204" pitchFamily="34" charset="0"/>
                        </a:rPr>
                        <a:t>Yes</a:t>
                      </a:r>
                      <a:endParaRPr lang="de-DE" sz="850" b="0" i="0" u="none" strike="noStrike" dirty="0">
                        <a:solidFill>
                          <a:srgbClr val="00B05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6EFCE"/>
                    </a:solidFill>
                  </a:tcPr>
                </a:tc>
                <a:tc>
                  <a:txBody>
                    <a:bodyPr/>
                    <a:lstStyle/>
                    <a:p>
                      <a:pPr marL="88900" indent="0" algn="l" fontAlgn="ctr"/>
                      <a:r>
                        <a:rPr lang="de-DE" sz="850" u="none" strike="noStrike" dirty="0">
                          <a:effectLst/>
                          <a:latin typeface="Calibri" panose="020F0502020204030204" pitchFamily="34" charset="0"/>
                          <a:ea typeface="Calibri" panose="020F0502020204030204" pitchFamily="34" charset="0"/>
                          <a:cs typeface="Calibri" panose="020F0502020204030204" pitchFamily="34" charset="0"/>
                        </a:rPr>
                        <a:t>• Signal evaluation required</a:t>
                      </a:r>
                      <a:endParaRPr lang="de-DE" sz="8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1062462"/>
                  </a:ext>
                </a:extLst>
              </a:tr>
              <a:tr h="120544">
                <a:tc rowSpan="2">
                  <a:txBody>
                    <a:bodyPr/>
                    <a:lstStyle/>
                    <a:p>
                      <a:pPr algn="ctr" fontAlgn="ctr"/>
                      <a:r>
                        <a:rPr lang="de-DE" sz="850" b="1" u="none" strike="noStrike" dirty="0">
                          <a:effectLst/>
                          <a:latin typeface="Calibri" panose="020F0502020204030204" pitchFamily="34" charset="0"/>
                          <a:ea typeface="Calibri" panose="020F0502020204030204" pitchFamily="34" charset="0"/>
                          <a:cs typeface="Calibri" panose="020F0502020204030204" pitchFamily="34" charset="0"/>
                        </a:rPr>
                        <a:t>Lift Rotate Unit</a:t>
                      </a:r>
                      <a:endParaRPr lang="de-DE" sz="85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de-DE" sz="850" u="none" strike="noStrike">
                          <a:effectLst/>
                          <a:latin typeface="Calibri" panose="020F0502020204030204" pitchFamily="34" charset="0"/>
                          <a:ea typeface="Calibri" panose="020F0502020204030204" pitchFamily="34" charset="0"/>
                          <a:cs typeface="Calibri" panose="020F0502020204030204" pitchFamily="34" charset="0"/>
                        </a:rPr>
                        <a:t>HD</a:t>
                      </a:r>
                      <a:endParaRPr lang="de-DE"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de-DE" sz="850" u="none" strike="noStrike" dirty="0">
                          <a:solidFill>
                            <a:srgbClr val="C00000"/>
                          </a:solidFill>
                          <a:effectLst/>
                          <a:latin typeface="Calibri" panose="020F0502020204030204" pitchFamily="34" charset="0"/>
                          <a:ea typeface="Calibri" panose="020F0502020204030204" pitchFamily="34" charset="0"/>
                          <a:cs typeface="Calibri" panose="020F0502020204030204" pitchFamily="34" charset="0"/>
                        </a:rPr>
                        <a:t>No</a:t>
                      </a:r>
                      <a:endParaRPr lang="de-DE" sz="850" b="0" i="0" u="none" strike="noStrike" dirty="0">
                        <a:solidFill>
                          <a:srgbClr val="C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C7CE"/>
                    </a:solidFill>
                  </a:tcPr>
                </a:tc>
                <a:tc>
                  <a:txBody>
                    <a:bodyPr/>
                    <a:lstStyle/>
                    <a:p>
                      <a:pPr algn="ctr" fontAlgn="ctr"/>
                      <a:r>
                        <a:rPr lang="de-DE" sz="850" u="none" strike="noStrike" dirty="0">
                          <a:solidFill>
                            <a:srgbClr val="00B050"/>
                          </a:solidFill>
                          <a:effectLst/>
                          <a:latin typeface="Calibri" panose="020F0502020204030204" pitchFamily="34" charset="0"/>
                          <a:ea typeface="Calibri" panose="020F0502020204030204" pitchFamily="34" charset="0"/>
                          <a:cs typeface="Calibri" panose="020F0502020204030204" pitchFamily="34" charset="0"/>
                        </a:rPr>
                        <a:t>Yes</a:t>
                      </a:r>
                      <a:endParaRPr lang="de-DE" sz="850" b="0" i="0" u="none" strike="noStrike" dirty="0">
                        <a:solidFill>
                          <a:srgbClr val="00B05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6EFCE"/>
                    </a:solidFill>
                  </a:tcPr>
                </a:tc>
                <a:tc>
                  <a:txBody>
                    <a:bodyPr/>
                    <a:lstStyle/>
                    <a:p>
                      <a:pPr marL="88900" indent="0" algn="l" fontAlgn="ctr"/>
                      <a:r>
                        <a:rPr lang="de-DE" sz="850" u="none" strike="noStrike" dirty="0">
                          <a:effectLst/>
                          <a:latin typeface="Calibri" panose="020F0502020204030204" pitchFamily="34" charset="0"/>
                          <a:ea typeface="Calibri" panose="020F0502020204030204" pitchFamily="34" charset="0"/>
                          <a:cs typeface="Calibri" panose="020F0502020204030204" pitchFamily="34" charset="0"/>
                        </a:rPr>
                        <a:t>• Signal evaluation required</a:t>
                      </a:r>
                      <a:endParaRPr lang="de-DE" sz="8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5805892"/>
                  </a:ext>
                </a:extLst>
              </a:tr>
              <a:tr h="120544">
                <a:tc vMerge="1">
                  <a:txBody>
                    <a:bodyPr/>
                    <a:lstStyle/>
                    <a:p>
                      <a:endParaRPr lang="de-DE"/>
                    </a:p>
                  </a:txBody>
                  <a:tcPr/>
                </a:tc>
                <a:tc>
                  <a:txBody>
                    <a:bodyPr/>
                    <a:lstStyle/>
                    <a:p>
                      <a:pPr algn="ctr" fontAlgn="ctr"/>
                      <a:r>
                        <a:rPr lang="de-DE" sz="850" u="none" strike="noStrike">
                          <a:effectLst/>
                          <a:latin typeface="Calibri" panose="020F0502020204030204" pitchFamily="34" charset="0"/>
                          <a:ea typeface="Calibri" panose="020F0502020204030204" pitchFamily="34" charset="0"/>
                          <a:cs typeface="Calibri" panose="020F0502020204030204" pitchFamily="34" charset="0"/>
                        </a:rPr>
                        <a:t>HD2/H</a:t>
                      </a:r>
                      <a:endParaRPr lang="de-DE"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de-DE" sz="850" u="none" strike="noStrike" dirty="0">
                          <a:solidFill>
                            <a:srgbClr val="00B050"/>
                          </a:solidFill>
                          <a:effectLst/>
                          <a:latin typeface="Calibri" panose="020F0502020204030204" pitchFamily="34" charset="0"/>
                          <a:ea typeface="Calibri" panose="020F0502020204030204" pitchFamily="34" charset="0"/>
                          <a:cs typeface="Calibri" panose="020F0502020204030204" pitchFamily="34" charset="0"/>
                        </a:rPr>
                        <a:t>Yes</a:t>
                      </a:r>
                      <a:endParaRPr lang="de-DE" sz="850" b="0" i="0" u="none" strike="noStrike" dirty="0">
                        <a:solidFill>
                          <a:srgbClr val="00B05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6EFCE"/>
                    </a:solidFill>
                  </a:tcPr>
                </a:tc>
                <a:tc>
                  <a:txBody>
                    <a:bodyPr/>
                    <a:lstStyle/>
                    <a:p>
                      <a:pPr algn="ctr" fontAlgn="ctr"/>
                      <a:r>
                        <a:rPr lang="de-DE" sz="850" u="none" strike="noStrike" dirty="0">
                          <a:solidFill>
                            <a:srgbClr val="00B050"/>
                          </a:solidFill>
                          <a:effectLst/>
                          <a:latin typeface="Calibri" panose="020F0502020204030204" pitchFamily="34" charset="0"/>
                          <a:ea typeface="Calibri" panose="020F0502020204030204" pitchFamily="34" charset="0"/>
                          <a:cs typeface="Calibri" panose="020F0502020204030204" pitchFamily="34" charset="0"/>
                        </a:rPr>
                        <a:t>Yes</a:t>
                      </a:r>
                      <a:endParaRPr lang="de-DE" sz="850" b="0" i="0" u="none" strike="noStrike" dirty="0">
                        <a:solidFill>
                          <a:srgbClr val="00B05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6EFCE"/>
                    </a:solidFill>
                  </a:tcPr>
                </a:tc>
                <a:tc>
                  <a:txBody>
                    <a:bodyPr/>
                    <a:lstStyle/>
                    <a:p>
                      <a:pPr marL="88900" indent="0" algn="l" fontAlgn="ctr"/>
                      <a:r>
                        <a:rPr lang="de-DE" sz="850" u="none" strike="noStrike" dirty="0">
                          <a:effectLst/>
                          <a:latin typeface="Calibri" panose="020F0502020204030204" pitchFamily="34" charset="0"/>
                          <a:ea typeface="Calibri" panose="020F0502020204030204" pitchFamily="34" charset="0"/>
                          <a:cs typeface="Calibri" panose="020F0502020204030204" pitchFamily="34" charset="0"/>
                        </a:rPr>
                        <a:t>• Signal evaluation required</a:t>
                      </a:r>
                      <a:endParaRPr lang="de-DE" sz="8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9672775"/>
                  </a:ext>
                </a:extLst>
              </a:tr>
              <a:tr h="120544">
                <a:tc>
                  <a:txBody>
                    <a:bodyPr/>
                    <a:lstStyle/>
                    <a:p>
                      <a:pPr algn="ctr" fontAlgn="ctr"/>
                      <a:r>
                        <a:rPr lang="de-DE" sz="850" b="1" u="none" strike="noStrike" dirty="0">
                          <a:effectLst/>
                          <a:latin typeface="Calibri" panose="020F0502020204030204" pitchFamily="34" charset="0"/>
                          <a:ea typeface="Calibri" panose="020F0502020204030204" pitchFamily="34" charset="0"/>
                          <a:cs typeface="Calibri" panose="020F0502020204030204" pitchFamily="34" charset="0"/>
                        </a:rPr>
                        <a:t>Rotate Unit</a:t>
                      </a:r>
                      <a:endParaRPr lang="de-DE" sz="85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de-DE" sz="850" u="none" strike="noStrike">
                          <a:effectLst/>
                          <a:latin typeface="Calibri" panose="020F0502020204030204" pitchFamily="34" charset="0"/>
                          <a:ea typeface="Calibri" panose="020F0502020204030204" pitchFamily="34" charset="0"/>
                          <a:cs typeface="Calibri" panose="020F0502020204030204" pitchFamily="34" charset="0"/>
                        </a:rPr>
                        <a:t>DE 2</a:t>
                      </a:r>
                      <a:endParaRPr lang="de-DE"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de-DE" sz="850" u="none" strike="noStrike" dirty="0">
                          <a:solidFill>
                            <a:srgbClr val="C00000"/>
                          </a:solidFill>
                          <a:effectLst/>
                          <a:latin typeface="Calibri" panose="020F0502020204030204" pitchFamily="34" charset="0"/>
                          <a:ea typeface="Calibri" panose="020F0502020204030204" pitchFamily="34" charset="0"/>
                          <a:cs typeface="Calibri" panose="020F0502020204030204" pitchFamily="34" charset="0"/>
                        </a:rPr>
                        <a:t>No</a:t>
                      </a:r>
                      <a:endParaRPr lang="de-DE" sz="850" b="0" i="0" u="none" strike="noStrike" dirty="0">
                        <a:solidFill>
                          <a:srgbClr val="C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C7CE"/>
                    </a:solidFill>
                  </a:tcPr>
                </a:tc>
                <a:tc>
                  <a:txBody>
                    <a:bodyPr/>
                    <a:lstStyle/>
                    <a:p>
                      <a:pPr algn="ctr" fontAlgn="ctr"/>
                      <a:r>
                        <a:rPr lang="de-DE" sz="850" u="none" strike="noStrike" dirty="0">
                          <a:solidFill>
                            <a:srgbClr val="00B050"/>
                          </a:solidFill>
                          <a:effectLst/>
                          <a:latin typeface="Calibri" panose="020F0502020204030204" pitchFamily="34" charset="0"/>
                          <a:ea typeface="Calibri" panose="020F0502020204030204" pitchFamily="34" charset="0"/>
                          <a:cs typeface="Calibri" panose="020F0502020204030204" pitchFamily="34" charset="0"/>
                        </a:rPr>
                        <a:t>Yes</a:t>
                      </a:r>
                      <a:endParaRPr lang="de-DE" sz="850" b="0" i="0" u="none" strike="noStrike" dirty="0">
                        <a:solidFill>
                          <a:srgbClr val="00B05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6EFCE"/>
                    </a:solidFill>
                  </a:tcPr>
                </a:tc>
                <a:tc>
                  <a:txBody>
                    <a:bodyPr/>
                    <a:lstStyle/>
                    <a:p>
                      <a:pPr marL="88900" indent="0" algn="l" fontAlgn="ctr"/>
                      <a:r>
                        <a:rPr lang="de-DE" sz="850" u="none" strike="noStrike" dirty="0">
                          <a:effectLst/>
                          <a:latin typeface="Calibri" panose="020F0502020204030204" pitchFamily="34" charset="0"/>
                          <a:ea typeface="Calibri" panose="020F0502020204030204" pitchFamily="34" charset="0"/>
                          <a:cs typeface="Calibri" panose="020F0502020204030204" pitchFamily="34" charset="0"/>
                        </a:rPr>
                        <a:t>• Signal evaluation required</a:t>
                      </a:r>
                      <a:endParaRPr lang="de-DE" sz="8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45569576"/>
                  </a:ext>
                </a:extLst>
              </a:tr>
              <a:tr h="120544">
                <a:tc>
                  <a:txBody>
                    <a:bodyPr/>
                    <a:lstStyle/>
                    <a:p>
                      <a:pPr algn="ctr" fontAlgn="ctr"/>
                      <a:r>
                        <a:rPr lang="de-DE" sz="850" b="1" u="none" strike="noStrike">
                          <a:effectLst/>
                          <a:latin typeface="Calibri" panose="020F0502020204030204" pitchFamily="34" charset="0"/>
                          <a:ea typeface="Calibri" panose="020F0502020204030204" pitchFamily="34" charset="0"/>
                          <a:cs typeface="Calibri" panose="020F0502020204030204" pitchFamily="34" charset="0"/>
                        </a:rPr>
                        <a:t>Belt Section</a:t>
                      </a:r>
                      <a:endParaRPr lang="de-DE" sz="85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de-DE" sz="850" u="none" strike="noStrike">
                          <a:effectLst/>
                          <a:latin typeface="Calibri" panose="020F0502020204030204" pitchFamily="34" charset="0"/>
                          <a:ea typeface="Calibri" panose="020F0502020204030204" pitchFamily="34" charset="0"/>
                          <a:cs typeface="Calibri" panose="020F0502020204030204" pitchFamily="34" charset="0"/>
                        </a:rPr>
                        <a:t>BS 2</a:t>
                      </a:r>
                      <a:endParaRPr lang="de-DE"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de-DE" sz="850" u="none" strike="noStrike" dirty="0">
                          <a:effectLst/>
                          <a:latin typeface="Calibri" panose="020F0502020204030204" pitchFamily="34" charset="0"/>
                          <a:ea typeface="Calibri" panose="020F0502020204030204" pitchFamily="34" charset="0"/>
                          <a:cs typeface="Calibri" panose="020F0502020204030204" pitchFamily="34" charset="0"/>
                        </a:rPr>
                        <a:t>NA</a:t>
                      </a:r>
                      <a:endParaRPr lang="de-DE" sz="8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de-DE" sz="850" u="none" strike="noStrike" dirty="0">
                          <a:solidFill>
                            <a:srgbClr val="00B050"/>
                          </a:solidFill>
                          <a:effectLst/>
                          <a:latin typeface="Calibri" panose="020F0502020204030204" pitchFamily="34" charset="0"/>
                          <a:ea typeface="Calibri" panose="020F0502020204030204" pitchFamily="34" charset="0"/>
                          <a:cs typeface="Calibri" panose="020F0502020204030204" pitchFamily="34" charset="0"/>
                        </a:rPr>
                        <a:t>Yes</a:t>
                      </a:r>
                      <a:endParaRPr lang="de-DE" sz="850" b="0" i="0" u="none" strike="noStrike" dirty="0">
                        <a:solidFill>
                          <a:srgbClr val="00B05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6EFCE"/>
                    </a:solidFill>
                  </a:tcPr>
                </a:tc>
                <a:tc>
                  <a:txBody>
                    <a:bodyPr/>
                    <a:lstStyle/>
                    <a:p>
                      <a:pPr algn="l" fontAlgn="ctr"/>
                      <a:r>
                        <a:rPr lang="de-DE" sz="850" u="none" strike="noStrike" dirty="0">
                          <a:effectLst/>
                          <a:latin typeface="Calibri" panose="020F0502020204030204" pitchFamily="34" charset="0"/>
                          <a:ea typeface="Calibri" panose="020F0502020204030204" pitchFamily="34" charset="0"/>
                          <a:cs typeface="Calibri" panose="020F0502020204030204" pitchFamily="34" charset="0"/>
                        </a:rPr>
                        <a:t> </a:t>
                      </a:r>
                      <a:endParaRPr lang="de-DE" sz="8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86519255"/>
                  </a:ext>
                </a:extLst>
              </a:tr>
              <a:tr h="120544">
                <a:tc>
                  <a:txBody>
                    <a:bodyPr/>
                    <a:lstStyle/>
                    <a:p>
                      <a:pPr algn="ctr" fontAlgn="ctr"/>
                      <a:r>
                        <a:rPr lang="de-DE" sz="850" b="1" u="none" strike="noStrike" dirty="0">
                          <a:effectLst/>
                          <a:latin typeface="Calibri" panose="020F0502020204030204" pitchFamily="34" charset="0"/>
                          <a:ea typeface="Calibri" panose="020F0502020204030204" pitchFamily="34" charset="0"/>
                          <a:cs typeface="Calibri" panose="020F0502020204030204" pitchFamily="34" charset="0"/>
                        </a:rPr>
                        <a:t>Conveyor unit</a:t>
                      </a:r>
                      <a:endParaRPr lang="de-DE" sz="85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de-DE" sz="850" u="none" strike="noStrike">
                          <a:effectLst/>
                          <a:latin typeface="Calibri" panose="020F0502020204030204" pitchFamily="34" charset="0"/>
                          <a:ea typeface="Calibri" panose="020F0502020204030204" pitchFamily="34" charset="0"/>
                          <a:cs typeface="Calibri" panose="020F0502020204030204" pitchFamily="34" charset="0"/>
                        </a:rPr>
                        <a:t>AS 2/</a:t>
                      </a:r>
                      <a:endParaRPr lang="de-DE"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de-DE" sz="850" u="none" strike="noStrike">
                          <a:effectLst/>
                          <a:latin typeface="Calibri" panose="020F0502020204030204" pitchFamily="34" charset="0"/>
                          <a:ea typeface="Calibri" panose="020F0502020204030204" pitchFamily="34" charset="0"/>
                          <a:cs typeface="Calibri" panose="020F0502020204030204" pitchFamily="34" charset="0"/>
                        </a:rPr>
                        <a:t>NA</a:t>
                      </a:r>
                      <a:endParaRPr lang="de-DE"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de-DE" sz="850" u="none" strike="noStrike" dirty="0">
                          <a:solidFill>
                            <a:srgbClr val="00B050"/>
                          </a:solidFill>
                          <a:effectLst/>
                          <a:latin typeface="Calibri" panose="020F0502020204030204" pitchFamily="34" charset="0"/>
                          <a:ea typeface="Calibri" panose="020F0502020204030204" pitchFamily="34" charset="0"/>
                          <a:cs typeface="Calibri" panose="020F0502020204030204" pitchFamily="34" charset="0"/>
                        </a:rPr>
                        <a:t>Yes</a:t>
                      </a:r>
                      <a:endParaRPr lang="de-DE" sz="850" b="0" i="0" u="none" strike="noStrike" dirty="0">
                        <a:solidFill>
                          <a:srgbClr val="00B05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6EFCE"/>
                    </a:solidFill>
                  </a:tcPr>
                </a:tc>
                <a:tc>
                  <a:txBody>
                    <a:bodyPr/>
                    <a:lstStyle/>
                    <a:p>
                      <a:pPr algn="l" fontAlgn="ctr"/>
                      <a:r>
                        <a:rPr lang="de-DE" sz="850" u="none" strike="noStrike" dirty="0">
                          <a:effectLst/>
                          <a:latin typeface="Calibri" panose="020F0502020204030204" pitchFamily="34" charset="0"/>
                          <a:ea typeface="Calibri" panose="020F0502020204030204" pitchFamily="34" charset="0"/>
                          <a:cs typeface="Calibri" panose="020F0502020204030204" pitchFamily="34" charset="0"/>
                        </a:rPr>
                        <a:t> </a:t>
                      </a:r>
                      <a:endParaRPr lang="de-DE" sz="8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96416943"/>
                  </a:ext>
                </a:extLst>
              </a:tr>
              <a:tr h="120544">
                <a:tc>
                  <a:txBody>
                    <a:bodyPr/>
                    <a:lstStyle/>
                    <a:p>
                      <a:pPr algn="ctr" fontAlgn="ctr"/>
                      <a:r>
                        <a:rPr lang="de-DE" sz="850" b="1" u="none" strike="noStrike" dirty="0">
                          <a:effectLst/>
                          <a:latin typeface="Calibri" panose="020F0502020204030204" pitchFamily="34" charset="0"/>
                          <a:ea typeface="Calibri" panose="020F0502020204030204" pitchFamily="34" charset="0"/>
                          <a:cs typeface="Calibri" panose="020F0502020204030204" pitchFamily="34" charset="0"/>
                        </a:rPr>
                        <a:t>Curve 2/90</a:t>
                      </a:r>
                      <a:endParaRPr lang="de-DE" sz="85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de-DE" sz="850" u="none" strike="noStrike">
                          <a:effectLst/>
                          <a:latin typeface="Calibri" panose="020F0502020204030204" pitchFamily="34" charset="0"/>
                          <a:ea typeface="Calibri" panose="020F0502020204030204" pitchFamily="34" charset="0"/>
                          <a:cs typeface="Calibri" panose="020F0502020204030204" pitchFamily="34" charset="0"/>
                        </a:rPr>
                        <a:t>CU 2/90</a:t>
                      </a:r>
                      <a:endParaRPr lang="de-DE"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de-DE" sz="850" u="none" strike="noStrike">
                          <a:effectLst/>
                          <a:latin typeface="Calibri" panose="020F0502020204030204" pitchFamily="34" charset="0"/>
                          <a:ea typeface="Calibri" panose="020F0502020204030204" pitchFamily="34" charset="0"/>
                          <a:cs typeface="Calibri" panose="020F0502020204030204" pitchFamily="34" charset="0"/>
                        </a:rPr>
                        <a:t>NA</a:t>
                      </a:r>
                      <a:endParaRPr lang="de-DE"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de-DE" sz="850" u="none" strike="noStrike" dirty="0">
                          <a:solidFill>
                            <a:srgbClr val="00B050"/>
                          </a:solidFill>
                          <a:effectLst/>
                          <a:latin typeface="Calibri" panose="020F0502020204030204" pitchFamily="34" charset="0"/>
                          <a:ea typeface="Calibri" panose="020F0502020204030204" pitchFamily="34" charset="0"/>
                          <a:cs typeface="Calibri" panose="020F0502020204030204" pitchFamily="34" charset="0"/>
                        </a:rPr>
                        <a:t>Yes</a:t>
                      </a:r>
                      <a:endParaRPr lang="de-DE" sz="850" b="0" i="0" u="none" strike="noStrike" dirty="0">
                        <a:solidFill>
                          <a:srgbClr val="00B05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6EFCE"/>
                    </a:solidFill>
                  </a:tcPr>
                </a:tc>
                <a:tc>
                  <a:txBody>
                    <a:bodyPr/>
                    <a:lstStyle/>
                    <a:p>
                      <a:pPr algn="l" fontAlgn="ctr"/>
                      <a:r>
                        <a:rPr lang="de-DE" sz="850" u="none" strike="noStrike" dirty="0">
                          <a:effectLst/>
                          <a:latin typeface="Calibri" panose="020F0502020204030204" pitchFamily="34" charset="0"/>
                          <a:ea typeface="Calibri" panose="020F0502020204030204" pitchFamily="34" charset="0"/>
                          <a:cs typeface="Calibri" panose="020F0502020204030204" pitchFamily="34" charset="0"/>
                        </a:rPr>
                        <a:t> </a:t>
                      </a:r>
                      <a:endParaRPr lang="de-DE" sz="8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18548888"/>
                  </a:ext>
                </a:extLst>
              </a:tr>
              <a:tr h="120544">
                <a:tc>
                  <a:txBody>
                    <a:bodyPr/>
                    <a:lstStyle/>
                    <a:p>
                      <a:pPr algn="ctr" fontAlgn="ctr"/>
                      <a:r>
                        <a:rPr lang="de-DE" sz="850" b="1" u="none" strike="noStrike" dirty="0">
                          <a:effectLst/>
                          <a:latin typeface="Calibri" panose="020F0502020204030204" pitchFamily="34" charset="0"/>
                          <a:ea typeface="Calibri" panose="020F0502020204030204" pitchFamily="34" charset="0"/>
                          <a:cs typeface="Calibri" panose="020F0502020204030204" pitchFamily="34" charset="0"/>
                        </a:rPr>
                        <a:t>Curve 2/180</a:t>
                      </a:r>
                      <a:endParaRPr lang="de-DE" sz="85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de-DE" sz="850" u="none" strike="noStrike">
                          <a:effectLst/>
                          <a:latin typeface="Calibri" panose="020F0502020204030204" pitchFamily="34" charset="0"/>
                          <a:ea typeface="Calibri" panose="020F0502020204030204" pitchFamily="34" charset="0"/>
                          <a:cs typeface="Calibri" panose="020F0502020204030204" pitchFamily="34" charset="0"/>
                        </a:rPr>
                        <a:t>CU 2/180</a:t>
                      </a:r>
                      <a:endParaRPr lang="de-DE"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de-DE" sz="850" u="none" strike="noStrike">
                          <a:effectLst/>
                          <a:latin typeface="Calibri" panose="020F0502020204030204" pitchFamily="34" charset="0"/>
                          <a:ea typeface="Calibri" panose="020F0502020204030204" pitchFamily="34" charset="0"/>
                          <a:cs typeface="Calibri" panose="020F0502020204030204" pitchFamily="34" charset="0"/>
                        </a:rPr>
                        <a:t>NA</a:t>
                      </a:r>
                      <a:endParaRPr lang="de-DE"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de-DE" sz="850" u="none" strike="noStrike" dirty="0">
                          <a:solidFill>
                            <a:srgbClr val="00B050"/>
                          </a:solidFill>
                          <a:effectLst/>
                          <a:latin typeface="Calibri" panose="020F0502020204030204" pitchFamily="34" charset="0"/>
                          <a:ea typeface="Calibri" panose="020F0502020204030204" pitchFamily="34" charset="0"/>
                          <a:cs typeface="Calibri" panose="020F0502020204030204" pitchFamily="34" charset="0"/>
                        </a:rPr>
                        <a:t>Yes</a:t>
                      </a:r>
                      <a:endParaRPr lang="de-DE" sz="850" b="0" i="0" u="none" strike="noStrike" dirty="0">
                        <a:solidFill>
                          <a:srgbClr val="00B05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6EFCE"/>
                    </a:solidFill>
                  </a:tcPr>
                </a:tc>
                <a:tc>
                  <a:txBody>
                    <a:bodyPr/>
                    <a:lstStyle/>
                    <a:p>
                      <a:pPr algn="l" fontAlgn="ctr"/>
                      <a:r>
                        <a:rPr lang="de-DE" sz="850" u="none" strike="noStrike" dirty="0">
                          <a:effectLst/>
                          <a:latin typeface="Calibri" panose="020F0502020204030204" pitchFamily="34" charset="0"/>
                          <a:ea typeface="Calibri" panose="020F0502020204030204" pitchFamily="34" charset="0"/>
                          <a:cs typeface="Calibri" panose="020F0502020204030204" pitchFamily="34" charset="0"/>
                        </a:rPr>
                        <a:t> </a:t>
                      </a:r>
                      <a:endParaRPr lang="de-DE" sz="8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59798801"/>
                  </a:ext>
                </a:extLst>
              </a:tr>
              <a:tr h="120544">
                <a:tc>
                  <a:txBody>
                    <a:bodyPr/>
                    <a:lstStyle/>
                    <a:p>
                      <a:pPr algn="ctr" fontAlgn="ctr"/>
                      <a:r>
                        <a:rPr lang="de-DE" sz="850" b="1" u="none" strike="noStrike" dirty="0">
                          <a:effectLst/>
                          <a:latin typeface="Calibri" panose="020F0502020204030204" pitchFamily="34" charset="0"/>
                          <a:ea typeface="Calibri" panose="020F0502020204030204" pitchFamily="34" charset="0"/>
                          <a:cs typeface="Calibri" panose="020F0502020204030204" pitchFamily="34" charset="0"/>
                        </a:rPr>
                        <a:t>Legset</a:t>
                      </a:r>
                      <a:endParaRPr lang="de-DE" sz="85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de-DE" sz="850" u="none" strike="noStrike">
                          <a:effectLst/>
                          <a:latin typeface="Calibri" panose="020F0502020204030204" pitchFamily="34" charset="0"/>
                          <a:ea typeface="Calibri" panose="020F0502020204030204" pitchFamily="34" charset="0"/>
                          <a:cs typeface="Calibri" panose="020F0502020204030204" pitchFamily="34" charset="0"/>
                        </a:rPr>
                        <a:t>SZ 2</a:t>
                      </a:r>
                      <a:endParaRPr lang="de-DE"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de-DE" sz="850" u="none" strike="noStrike">
                          <a:effectLst/>
                          <a:latin typeface="Calibri" panose="020F0502020204030204" pitchFamily="34" charset="0"/>
                          <a:ea typeface="Calibri" panose="020F0502020204030204" pitchFamily="34" charset="0"/>
                          <a:cs typeface="Calibri" panose="020F0502020204030204" pitchFamily="34" charset="0"/>
                        </a:rPr>
                        <a:t>NA</a:t>
                      </a:r>
                      <a:endParaRPr lang="de-DE"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de-DE" sz="850" u="none" strike="noStrike" dirty="0">
                          <a:solidFill>
                            <a:srgbClr val="00B050"/>
                          </a:solidFill>
                          <a:effectLst/>
                          <a:latin typeface="Calibri" panose="020F0502020204030204" pitchFamily="34" charset="0"/>
                          <a:ea typeface="Calibri" panose="020F0502020204030204" pitchFamily="34" charset="0"/>
                          <a:cs typeface="Calibri" panose="020F0502020204030204" pitchFamily="34" charset="0"/>
                        </a:rPr>
                        <a:t>Yes</a:t>
                      </a:r>
                      <a:endParaRPr lang="de-DE" sz="850" b="0" i="0" u="none" strike="noStrike" dirty="0">
                        <a:solidFill>
                          <a:srgbClr val="00B05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6EFCE"/>
                    </a:solidFill>
                  </a:tcPr>
                </a:tc>
                <a:tc>
                  <a:txBody>
                    <a:bodyPr/>
                    <a:lstStyle/>
                    <a:p>
                      <a:pPr algn="l" fontAlgn="ctr"/>
                      <a:r>
                        <a:rPr lang="de-DE" sz="850" u="none" strike="noStrike" dirty="0">
                          <a:effectLst/>
                          <a:latin typeface="Calibri" panose="020F0502020204030204" pitchFamily="34" charset="0"/>
                          <a:ea typeface="Calibri" panose="020F0502020204030204" pitchFamily="34" charset="0"/>
                          <a:cs typeface="Calibri" panose="020F0502020204030204" pitchFamily="34" charset="0"/>
                        </a:rPr>
                        <a:t> </a:t>
                      </a:r>
                      <a:endParaRPr lang="de-DE" sz="8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8263473"/>
                  </a:ext>
                </a:extLst>
              </a:tr>
            </a:tbl>
          </a:graphicData>
        </a:graphic>
      </p:graphicFrame>
      <p:sp>
        <p:nvSpPr>
          <p:cNvPr id="10" name="TextBox 9">
            <a:extLst>
              <a:ext uri="{FF2B5EF4-FFF2-40B4-BE49-F238E27FC236}">
                <a16:creationId xmlns:a16="http://schemas.microsoft.com/office/drawing/2014/main" id="{D5063BAE-048E-182A-0D94-7C93EE8EE3EB}"/>
              </a:ext>
            </a:extLst>
          </p:cNvPr>
          <p:cNvSpPr txBox="1"/>
          <p:nvPr/>
        </p:nvSpPr>
        <p:spPr>
          <a:xfrm>
            <a:off x="505680" y="5558312"/>
            <a:ext cx="9115059" cy="261610"/>
          </a:xfrm>
          <a:prstGeom prst="rect">
            <a:avLst/>
          </a:prstGeom>
          <a:noFill/>
        </p:spPr>
        <p:txBody>
          <a:bodyPr wrap="square">
            <a:spAutoFit/>
          </a:bodyPr>
          <a:lstStyle/>
          <a:p>
            <a:pPr algn="ctr"/>
            <a:r>
              <a:rPr lang="en-US" sz="1050" b="1" dirty="0"/>
              <a:t>Table 1 </a:t>
            </a:r>
            <a:r>
              <a:rPr lang="en-US" sz="1050" dirty="0"/>
              <a:t>: TS2 Components and availability of simulation object/function plans</a:t>
            </a:r>
            <a:endParaRPr lang="en-US" sz="1050" dirty="0">
              <a:effectLst/>
            </a:endParaRPr>
          </a:p>
        </p:txBody>
      </p:sp>
    </p:spTree>
    <p:extLst>
      <p:ext uri="{BB962C8B-B14F-4D97-AF65-F5344CB8AC3E}">
        <p14:creationId xmlns:p14="http://schemas.microsoft.com/office/powerpoint/2010/main" val="26824406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E659AC7-AD57-4531-1628-40FDF1BC03CA}"/>
              </a:ext>
            </a:extLst>
          </p:cNvPr>
          <p:cNvSpPr>
            <a:spLocks noGrp="1"/>
          </p:cNvSpPr>
          <p:nvPr>
            <p:ph type="body" idx="15"/>
          </p:nvPr>
        </p:nvSpPr>
        <p:spPr/>
        <p:txBody>
          <a:bodyPr/>
          <a:lstStyle/>
          <a:p>
            <a:r>
              <a:rPr lang="de-DE" dirty="0"/>
              <a:t>Development of TS2 Library</a:t>
            </a:r>
          </a:p>
        </p:txBody>
      </p:sp>
      <p:sp>
        <p:nvSpPr>
          <p:cNvPr id="3" name="Title 2">
            <a:extLst>
              <a:ext uri="{FF2B5EF4-FFF2-40B4-BE49-F238E27FC236}">
                <a16:creationId xmlns:a16="http://schemas.microsoft.com/office/drawing/2014/main" id="{28A58437-8316-2960-6A2A-33D411E0E9A2}"/>
              </a:ext>
            </a:extLst>
          </p:cNvPr>
          <p:cNvSpPr>
            <a:spLocks noGrp="1"/>
          </p:cNvSpPr>
          <p:nvPr>
            <p:ph type="title" sz="quarter"/>
          </p:nvPr>
        </p:nvSpPr>
        <p:spPr/>
        <p:txBody>
          <a:bodyPr/>
          <a:lstStyle/>
          <a:p>
            <a:r>
              <a:rPr lang="en-GB" sz="2000" dirty="0">
                <a:solidFill>
                  <a:srgbClr val="002B49"/>
                </a:solidFill>
              </a:rPr>
              <a:t>Requirement Specification</a:t>
            </a:r>
            <a:endParaRPr lang="de-DE" sz="2000" dirty="0">
              <a:solidFill>
                <a:srgbClr val="002B49"/>
              </a:solidFill>
            </a:endParaRPr>
          </a:p>
        </p:txBody>
      </p:sp>
      <p:sp>
        <p:nvSpPr>
          <p:cNvPr id="5" name="Slide Number Placeholder 4">
            <a:extLst>
              <a:ext uri="{FF2B5EF4-FFF2-40B4-BE49-F238E27FC236}">
                <a16:creationId xmlns:a16="http://schemas.microsoft.com/office/drawing/2014/main" id="{55A0E77D-F194-10C3-229E-82068925C4D2}"/>
              </a:ext>
            </a:extLst>
          </p:cNvPr>
          <p:cNvSpPr>
            <a:spLocks noGrp="1"/>
          </p:cNvSpPr>
          <p:nvPr>
            <p:ph type="sldNum" sz="quarter" idx="12"/>
          </p:nvPr>
        </p:nvSpPr>
        <p:spPr/>
        <p:txBody>
          <a:bodyPr/>
          <a:lstStyle/>
          <a:p>
            <a:fld id="{4898AEC0-503E-4FA4-859C-D0F72D6E3F79}" type="slidenum">
              <a:rPr lang="en-US" noProof="1" smtClean="0"/>
              <a:pPr/>
              <a:t>28</a:t>
            </a:fld>
            <a:endParaRPr lang="en-US" noProof="1"/>
          </a:p>
        </p:txBody>
      </p:sp>
      <p:graphicFrame>
        <p:nvGraphicFramePr>
          <p:cNvPr id="7" name="Table 6">
            <a:extLst>
              <a:ext uri="{FF2B5EF4-FFF2-40B4-BE49-F238E27FC236}">
                <a16:creationId xmlns:a16="http://schemas.microsoft.com/office/drawing/2014/main" id="{DE3C0D92-82BF-E835-C9C0-18A31D671102}"/>
              </a:ext>
            </a:extLst>
          </p:cNvPr>
          <p:cNvGraphicFramePr>
            <a:graphicFrameLocks noGrp="1"/>
          </p:cNvGraphicFramePr>
          <p:nvPr>
            <p:extLst>
              <p:ext uri="{D42A27DB-BD31-4B8C-83A1-F6EECF244321}">
                <p14:modId xmlns:p14="http://schemas.microsoft.com/office/powerpoint/2010/main" val="3320188859"/>
              </p:ext>
            </p:extLst>
          </p:nvPr>
        </p:nvGraphicFramePr>
        <p:xfrm>
          <a:off x="857756" y="1169711"/>
          <a:ext cx="7259094" cy="3831168"/>
        </p:xfrm>
        <a:graphic>
          <a:graphicData uri="http://schemas.openxmlformats.org/drawingml/2006/table">
            <a:tbl>
              <a:tblPr/>
              <a:tblGrid>
                <a:gridCol w="419370">
                  <a:extLst>
                    <a:ext uri="{9D8B030D-6E8A-4147-A177-3AD203B41FA5}">
                      <a16:colId xmlns:a16="http://schemas.microsoft.com/office/drawing/2014/main" val="3995985422"/>
                    </a:ext>
                  </a:extLst>
                </a:gridCol>
                <a:gridCol w="6839724">
                  <a:extLst>
                    <a:ext uri="{9D8B030D-6E8A-4147-A177-3AD203B41FA5}">
                      <a16:colId xmlns:a16="http://schemas.microsoft.com/office/drawing/2014/main" val="1097899146"/>
                    </a:ext>
                  </a:extLst>
                </a:gridCol>
              </a:tblGrid>
              <a:tr h="337346">
                <a:tc>
                  <a:txBody>
                    <a:bodyPr/>
                    <a:lstStyle/>
                    <a:p>
                      <a:pPr algn="ctr" fontAlgn="ctr"/>
                      <a:r>
                        <a:rPr lang="de-DE" sz="1000" b="1" i="0" u="none" strike="noStrike">
                          <a:solidFill>
                            <a:srgbClr val="000000"/>
                          </a:solidFill>
                          <a:effectLst/>
                          <a:latin typeface="Calibri" panose="020F0502020204030204" pitchFamily="34" charset="0"/>
                        </a:rPr>
                        <a:t>Sl.No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1000" b="1" i="0" u="none" strike="noStrike" noProof="0" dirty="0">
                          <a:solidFill>
                            <a:srgbClr val="000000"/>
                          </a:solidFill>
                          <a:effectLst/>
                          <a:latin typeface="Calibri" panose="020F0502020204030204" pitchFamily="34" charset="0"/>
                        </a:rPr>
                        <a:t>Functional</a:t>
                      </a:r>
                      <a:r>
                        <a:rPr lang="de-DE" sz="1000" b="1" i="0" u="none" strike="noStrike" dirty="0">
                          <a:solidFill>
                            <a:srgbClr val="000000"/>
                          </a:solidFill>
                          <a:effectLst/>
                          <a:latin typeface="Calibri" panose="020F0502020204030204" pitchFamily="34" charset="0"/>
                        </a:rPr>
                        <a:t> </a:t>
                      </a:r>
                      <a:r>
                        <a:rPr lang="en-GB" sz="1000" b="1" i="0" u="none" strike="noStrike" noProof="0" dirty="0">
                          <a:solidFill>
                            <a:srgbClr val="000000"/>
                          </a:solidFill>
                          <a:effectLst/>
                          <a:latin typeface="Calibri" panose="020F0502020204030204" pitchFamily="34" charset="0"/>
                        </a:rPr>
                        <a:t>Requirements Simulation Objects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05594042"/>
                  </a:ext>
                </a:extLst>
              </a:tr>
              <a:tr h="1859418">
                <a:tc>
                  <a:txBody>
                    <a:bodyPr/>
                    <a:lstStyle/>
                    <a:p>
                      <a:pPr algn="ctr" fontAlgn="ctr"/>
                      <a:r>
                        <a:rPr lang="de-DE" sz="1000" b="0" i="0" u="none" strike="noStrike">
                          <a:solidFill>
                            <a:srgbClr val="000000"/>
                          </a:solidFill>
                          <a:effectLst/>
                          <a:latin typeface="Calibri" panose="020F0502020204030204" pitchFamily="34"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r>
                        <a:rPr lang="en-US" sz="1000" b="0" i="0" u="none" strike="noStrike" dirty="0">
                          <a:solidFill>
                            <a:srgbClr val="000000"/>
                          </a:solidFill>
                          <a:effectLst/>
                          <a:latin typeface="Calibri" panose="020F0502020204030204" pitchFamily="34" charset="0"/>
                        </a:rPr>
                        <a:t>The following list of TS2 components should be available as simulation objects in Visual Components:</a:t>
                      </a:r>
                      <a:br>
                        <a:rPr lang="en-US" sz="1000" b="0" i="0" u="none" strike="noStrike" dirty="0">
                          <a:solidFill>
                            <a:srgbClr val="000000"/>
                          </a:solidFill>
                          <a:effectLst/>
                          <a:latin typeface="Calibri" panose="020F0502020204030204" pitchFamily="34" charset="0"/>
                        </a:rPr>
                      </a:br>
                      <a:r>
                        <a:rPr lang="en-US" sz="1000" b="0" i="0" u="none" strike="noStrike" dirty="0">
                          <a:solidFill>
                            <a:srgbClr val="000000"/>
                          </a:solidFill>
                          <a:effectLst/>
                          <a:latin typeface="Calibri" panose="020F0502020204030204" pitchFamily="34" charset="0"/>
                        </a:rPr>
                        <a:t>• Lift transverse unit</a:t>
                      </a:r>
                      <a:br>
                        <a:rPr lang="en-US" sz="1000" b="0" i="0" u="none" strike="noStrike" dirty="0">
                          <a:solidFill>
                            <a:srgbClr val="000000"/>
                          </a:solidFill>
                          <a:effectLst/>
                          <a:latin typeface="Calibri" panose="020F0502020204030204" pitchFamily="34" charset="0"/>
                        </a:rPr>
                      </a:br>
                      <a:r>
                        <a:rPr lang="en-US" sz="1000" b="0" i="0" u="none" strike="noStrike" dirty="0">
                          <a:solidFill>
                            <a:srgbClr val="000000"/>
                          </a:solidFill>
                          <a:effectLst/>
                          <a:latin typeface="Calibri" panose="020F0502020204030204" pitchFamily="34" charset="0"/>
                        </a:rPr>
                        <a:t>• Stop gate</a:t>
                      </a:r>
                      <a:br>
                        <a:rPr lang="en-US" sz="1000" b="0" i="0" u="none" strike="noStrike" dirty="0">
                          <a:solidFill>
                            <a:srgbClr val="000000"/>
                          </a:solidFill>
                          <a:effectLst/>
                          <a:latin typeface="Calibri" panose="020F0502020204030204" pitchFamily="34" charset="0"/>
                        </a:rPr>
                      </a:br>
                      <a:r>
                        <a:rPr lang="en-US" sz="1000" b="0" i="0" u="none" strike="noStrike" dirty="0">
                          <a:solidFill>
                            <a:srgbClr val="000000"/>
                          </a:solidFill>
                          <a:effectLst/>
                          <a:latin typeface="Calibri" panose="020F0502020204030204" pitchFamily="34" charset="0"/>
                        </a:rPr>
                        <a:t>• Switch bracket</a:t>
                      </a:r>
                      <a:br>
                        <a:rPr lang="en-US" sz="1000" b="0" i="0" u="none" strike="noStrike" dirty="0">
                          <a:solidFill>
                            <a:srgbClr val="000000"/>
                          </a:solidFill>
                          <a:effectLst/>
                          <a:latin typeface="Calibri" panose="020F0502020204030204" pitchFamily="34" charset="0"/>
                        </a:rPr>
                      </a:br>
                      <a:r>
                        <a:rPr lang="en-US" sz="1000" b="0" i="0" u="none" strike="noStrike" dirty="0">
                          <a:solidFill>
                            <a:srgbClr val="000000"/>
                          </a:solidFill>
                          <a:effectLst/>
                          <a:latin typeface="Calibri" panose="020F0502020204030204" pitchFamily="34" charset="0"/>
                        </a:rPr>
                        <a:t>• Position Unit</a:t>
                      </a:r>
                      <a:br>
                        <a:rPr lang="en-US" sz="1000" b="0" i="0" u="none" strike="noStrike" dirty="0">
                          <a:solidFill>
                            <a:srgbClr val="000000"/>
                          </a:solidFill>
                          <a:effectLst/>
                          <a:latin typeface="Calibri" panose="020F0502020204030204" pitchFamily="34" charset="0"/>
                        </a:rPr>
                      </a:br>
                      <a:r>
                        <a:rPr lang="en-US" sz="1000" b="0" i="0" u="none" strike="noStrike" dirty="0">
                          <a:solidFill>
                            <a:srgbClr val="000000"/>
                          </a:solidFill>
                          <a:effectLst/>
                          <a:latin typeface="Calibri" panose="020F0502020204030204" pitchFamily="34" charset="0"/>
                        </a:rPr>
                        <a:t>• Elevator</a:t>
                      </a:r>
                      <a:br>
                        <a:rPr lang="en-US" sz="1000" b="0" i="0" u="none" strike="noStrike" dirty="0">
                          <a:solidFill>
                            <a:srgbClr val="000000"/>
                          </a:solidFill>
                          <a:effectLst/>
                          <a:latin typeface="Calibri" panose="020F0502020204030204" pitchFamily="34" charset="0"/>
                        </a:rPr>
                      </a:br>
                      <a:r>
                        <a:rPr lang="en-US" sz="1000" b="0" i="0" u="none" strike="noStrike" dirty="0">
                          <a:solidFill>
                            <a:srgbClr val="000000"/>
                          </a:solidFill>
                          <a:effectLst/>
                          <a:latin typeface="Calibri" panose="020F0502020204030204" pitchFamily="34" charset="0"/>
                        </a:rPr>
                        <a:t>• Lift rotate unit</a:t>
                      </a:r>
                      <a:br>
                        <a:rPr lang="en-US" sz="1000" b="0" i="0" u="none" strike="noStrike" dirty="0">
                          <a:solidFill>
                            <a:srgbClr val="000000"/>
                          </a:solidFill>
                          <a:effectLst/>
                          <a:latin typeface="Calibri" panose="020F0502020204030204" pitchFamily="34" charset="0"/>
                        </a:rPr>
                      </a:br>
                      <a:r>
                        <a:rPr lang="en-US" sz="1000" b="0" i="0" u="none" strike="noStrike" dirty="0">
                          <a:solidFill>
                            <a:srgbClr val="000000"/>
                          </a:solidFill>
                          <a:effectLst/>
                          <a:latin typeface="Calibri" panose="020F0502020204030204" pitchFamily="34" charset="0"/>
                        </a:rPr>
                        <a:t>• Rotate unit</a:t>
                      </a:r>
                      <a:br>
                        <a:rPr lang="en-US" sz="1000" b="0" i="0" u="none" strike="noStrike" dirty="0">
                          <a:solidFill>
                            <a:srgbClr val="000000"/>
                          </a:solidFill>
                          <a:effectLst/>
                          <a:latin typeface="Calibri" panose="020F0502020204030204" pitchFamily="34" charset="0"/>
                        </a:rPr>
                      </a:br>
                      <a:r>
                        <a:rPr lang="en-US" sz="1000" b="0" i="0" u="none" strike="noStrike" dirty="0">
                          <a:solidFill>
                            <a:srgbClr val="000000"/>
                          </a:solidFill>
                          <a:effectLst/>
                          <a:latin typeface="Calibri" panose="020F0502020204030204" pitchFamily="34" charset="0"/>
                        </a:rPr>
                        <a:t>• Belt Section</a:t>
                      </a:r>
                      <a:br>
                        <a:rPr lang="en-US" sz="1000" b="0" i="0" u="none" strike="noStrike" dirty="0">
                          <a:solidFill>
                            <a:srgbClr val="000000"/>
                          </a:solidFill>
                          <a:effectLst/>
                          <a:latin typeface="Calibri" panose="020F0502020204030204" pitchFamily="34" charset="0"/>
                        </a:rPr>
                      </a:br>
                      <a:r>
                        <a:rPr lang="en-US" sz="1000" b="0" i="0" u="none" strike="noStrike" dirty="0">
                          <a:solidFill>
                            <a:srgbClr val="000000"/>
                          </a:solidFill>
                          <a:effectLst/>
                          <a:latin typeface="Calibri" panose="020F0502020204030204" pitchFamily="34" charset="0"/>
                        </a:rPr>
                        <a:t>• Conveyor unit</a:t>
                      </a:r>
                      <a:br>
                        <a:rPr lang="en-US" sz="1000" b="0" i="0" u="none" strike="noStrike" dirty="0">
                          <a:solidFill>
                            <a:srgbClr val="000000"/>
                          </a:solidFill>
                          <a:effectLst/>
                          <a:latin typeface="Calibri" panose="020F0502020204030204" pitchFamily="34" charset="0"/>
                        </a:rPr>
                      </a:br>
                      <a:r>
                        <a:rPr lang="en-US" sz="1000" b="0" i="0" u="none" strike="noStrike" dirty="0">
                          <a:solidFill>
                            <a:srgbClr val="000000"/>
                          </a:solidFill>
                          <a:effectLst/>
                          <a:latin typeface="Calibri" panose="020F0502020204030204" pitchFamily="34" charset="0"/>
                        </a:rPr>
                        <a:t>• Curves</a:t>
                      </a:r>
                      <a:br>
                        <a:rPr lang="en-US" sz="1000" b="0" i="0" u="none" strike="noStrike" dirty="0">
                          <a:solidFill>
                            <a:srgbClr val="000000"/>
                          </a:solidFill>
                          <a:effectLst/>
                          <a:latin typeface="Calibri" panose="020F0502020204030204" pitchFamily="34" charset="0"/>
                        </a:rPr>
                      </a:br>
                      <a:r>
                        <a:rPr lang="en-US" sz="1000" b="0" i="0" u="none" strike="noStrike" dirty="0">
                          <a:solidFill>
                            <a:srgbClr val="000000"/>
                          </a:solidFill>
                          <a:effectLst/>
                          <a:latin typeface="Calibri" panose="020F0502020204030204" pitchFamily="34" charset="0"/>
                        </a:rPr>
                        <a:t>Detailed list of available components are in "List of TS2 Components".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47944494"/>
                  </a:ext>
                </a:extLst>
              </a:tr>
              <a:tr h="239713">
                <a:tc>
                  <a:txBody>
                    <a:bodyPr/>
                    <a:lstStyle/>
                    <a:p>
                      <a:pPr algn="ctr" fontAlgn="ctr"/>
                      <a:r>
                        <a:rPr lang="de-DE" sz="1000" b="0" i="0" u="none" strike="noStrike">
                          <a:solidFill>
                            <a:srgbClr val="000000"/>
                          </a:solidFill>
                          <a:effectLst/>
                          <a:latin typeface="Calibri" panose="020F050202020403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r>
                        <a:rPr lang="en-US" sz="1000" b="0" i="0" u="none" strike="noStrike" dirty="0">
                          <a:solidFill>
                            <a:srgbClr val="000000"/>
                          </a:solidFill>
                          <a:effectLst/>
                          <a:latin typeface="Calibri" panose="020F0502020204030204" pitchFamily="34" charset="0"/>
                        </a:rPr>
                        <a:t>The simulation objects should have behavior and signals as described in product catalogue.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37790309"/>
                  </a:ext>
                </a:extLst>
              </a:tr>
              <a:tr h="1394691">
                <a:tc>
                  <a:txBody>
                    <a:bodyPr/>
                    <a:lstStyle/>
                    <a:p>
                      <a:pPr algn="ctr" fontAlgn="ctr"/>
                      <a:r>
                        <a:rPr lang="de-DE" sz="1000" b="0" i="0" u="none" strike="noStrike">
                          <a:solidFill>
                            <a:srgbClr val="000000"/>
                          </a:solidFill>
                          <a:effectLst/>
                          <a:latin typeface="Calibri" panose="020F0502020204030204" pitchFamily="34"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r>
                        <a:rPr lang="en-US" sz="1000" b="0" i="0" u="none" strike="noStrike" dirty="0">
                          <a:solidFill>
                            <a:srgbClr val="000000"/>
                          </a:solidFill>
                          <a:effectLst/>
                          <a:latin typeface="Calibri" panose="020F0502020204030204" pitchFamily="34" charset="0"/>
                        </a:rPr>
                        <a:t>The following objects should be modified(properties,signals,functionality,python code):</a:t>
                      </a:r>
                      <a:br>
                        <a:rPr lang="en-US" sz="1000" b="0" i="0" u="none" strike="noStrike" dirty="0">
                          <a:solidFill>
                            <a:srgbClr val="000000"/>
                          </a:solidFill>
                          <a:effectLst/>
                          <a:latin typeface="Calibri" panose="020F0502020204030204" pitchFamily="34" charset="0"/>
                        </a:rPr>
                      </a:br>
                      <a:r>
                        <a:rPr lang="en-US" sz="1000" b="0" i="0" u="none" strike="noStrike" dirty="0">
                          <a:solidFill>
                            <a:srgbClr val="000000"/>
                          </a:solidFill>
                          <a:effectLst/>
                          <a:latin typeface="Calibri" panose="020F0502020204030204" pitchFamily="34" charset="0"/>
                        </a:rPr>
                        <a:t>• Lift transverse unit</a:t>
                      </a:r>
                      <a:br>
                        <a:rPr lang="en-US" sz="1000" b="0" i="0" u="none" strike="noStrike" dirty="0">
                          <a:solidFill>
                            <a:srgbClr val="000000"/>
                          </a:solidFill>
                          <a:effectLst/>
                          <a:latin typeface="Calibri" panose="020F0502020204030204" pitchFamily="34" charset="0"/>
                        </a:rPr>
                      </a:br>
                      <a:r>
                        <a:rPr lang="en-US" sz="1000" b="0" i="0" u="none" strike="noStrike" dirty="0">
                          <a:solidFill>
                            <a:srgbClr val="000000"/>
                          </a:solidFill>
                          <a:effectLst/>
                          <a:latin typeface="Calibri" panose="020F0502020204030204" pitchFamily="34" charset="0"/>
                        </a:rPr>
                        <a:t>• Stop gate</a:t>
                      </a:r>
                      <a:br>
                        <a:rPr lang="en-US" sz="1000" b="0" i="0" u="none" strike="noStrike" dirty="0">
                          <a:solidFill>
                            <a:srgbClr val="000000"/>
                          </a:solidFill>
                          <a:effectLst/>
                          <a:latin typeface="Calibri" panose="020F0502020204030204" pitchFamily="34" charset="0"/>
                        </a:rPr>
                      </a:br>
                      <a:r>
                        <a:rPr lang="en-US" sz="1000" b="0" i="0" u="none" strike="noStrike" dirty="0">
                          <a:solidFill>
                            <a:srgbClr val="000000"/>
                          </a:solidFill>
                          <a:effectLst/>
                          <a:latin typeface="Calibri" panose="020F0502020204030204" pitchFamily="34" charset="0"/>
                        </a:rPr>
                        <a:t>• Position Unit</a:t>
                      </a:r>
                      <a:br>
                        <a:rPr lang="en-US" sz="1000" b="0" i="0" u="none" strike="noStrike" dirty="0">
                          <a:solidFill>
                            <a:srgbClr val="000000"/>
                          </a:solidFill>
                          <a:effectLst/>
                          <a:latin typeface="Calibri" panose="020F0502020204030204" pitchFamily="34" charset="0"/>
                        </a:rPr>
                      </a:br>
                      <a:r>
                        <a:rPr lang="en-US" sz="1000" b="0" i="0" u="none" strike="noStrike" dirty="0">
                          <a:solidFill>
                            <a:srgbClr val="000000"/>
                          </a:solidFill>
                          <a:effectLst/>
                          <a:latin typeface="Calibri" panose="020F0502020204030204" pitchFamily="34" charset="0"/>
                        </a:rPr>
                        <a:t>• Elevator</a:t>
                      </a:r>
                      <a:br>
                        <a:rPr lang="en-US" sz="1000" b="0" i="0" u="none" strike="noStrike" dirty="0">
                          <a:solidFill>
                            <a:srgbClr val="000000"/>
                          </a:solidFill>
                          <a:effectLst/>
                          <a:latin typeface="Calibri" panose="020F0502020204030204" pitchFamily="34" charset="0"/>
                        </a:rPr>
                      </a:br>
                      <a:r>
                        <a:rPr lang="en-US" sz="1000" b="0" i="0" u="none" strike="noStrike" dirty="0">
                          <a:solidFill>
                            <a:srgbClr val="000000"/>
                          </a:solidFill>
                          <a:effectLst/>
                          <a:latin typeface="Calibri" panose="020F0502020204030204" pitchFamily="34" charset="0"/>
                        </a:rPr>
                        <a:t>• Lift rotate unit</a:t>
                      </a:r>
                      <a:br>
                        <a:rPr lang="en-US" sz="1000" b="0" i="0" u="none" strike="noStrike" dirty="0">
                          <a:solidFill>
                            <a:srgbClr val="000000"/>
                          </a:solidFill>
                          <a:effectLst/>
                          <a:latin typeface="Calibri" panose="020F0502020204030204" pitchFamily="34" charset="0"/>
                        </a:rPr>
                      </a:br>
                      <a:r>
                        <a:rPr lang="en-US" sz="1000" b="0" i="0" u="none" strike="noStrike" dirty="0">
                          <a:solidFill>
                            <a:srgbClr val="000000"/>
                          </a:solidFill>
                          <a:effectLst/>
                          <a:latin typeface="Calibri" panose="020F0502020204030204" pitchFamily="34" charset="0"/>
                        </a:rPr>
                        <a:t>• Rotate unit</a:t>
                      </a:r>
                      <a:br>
                        <a:rPr lang="en-US" sz="1000" b="0" i="0" u="none" strike="noStrike" dirty="0">
                          <a:solidFill>
                            <a:srgbClr val="000000"/>
                          </a:solidFill>
                          <a:effectLst/>
                          <a:latin typeface="Calibri" panose="020F0502020204030204" pitchFamily="34" charset="0"/>
                        </a:rPr>
                      </a:br>
                      <a:r>
                        <a:rPr lang="en-US" sz="1000" b="0" i="0" u="none" strike="noStrike" dirty="0">
                          <a:solidFill>
                            <a:srgbClr val="000000"/>
                          </a:solidFill>
                          <a:effectLst/>
                          <a:latin typeface="Calibri" panose="020F0502020204030204" pitchFamily="34" charset="0"/>
                        </a:rPr>
                        <a:t>Detailed description of modification required described in "List of to be modified Sim Obj".</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48204560"/>
                  </a:ext>
                </a:extLst>
              </a:tr>
            </a:tbl>
          </a:graphicData>
        </a:graphic>
      </p:graphicFrame>
    </p:spTree>
    <p:extLst>
      <p:ext uri="{BB962C8B-B14F-4D97-AF65-F5344CB8AC3E}">
        <p14:creationId xmlns:p14="http://schemas.microsoft.com/office/powerpoint/2010/main" val="41467113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3">
            <a:extLst>
              <a:ext uri="{FF2B5EF4-FFF2-40B4-BE49-F238E27FC236}">
                <a16:creationId xmlns:a16="http://schemas.microsoft.com/office/drawing/2014/main" id="{BDD50A31-DA65-53D2-3081-86BBCC1A779A}"/>
              </a:ext>
            </a:extLst>
          </p:cNvPr>
          <p:cNvSpPr txBox="1">
            <a:spLocks/>
          </p:cNvSpPr>
          <p:nvPr/>
        </p:nvSpPr>
        <p:spPr>
          <a:xfrm>
            <a:off x="258444" y="1001714"/>
            <a:ext cx="10193655" cy="633552"/>
          </a:xfrm>
          <a:prstGeom prst="rect">
            <a:avLst/>
          </a:prstGeom>
        </p:spPr>
        <p:txBody>
          <a:bodyPr vert="horz" lIns="0" tIns="0" rIns="0" bIns="0" rtlCol="0">
            <a:noAutofit/>
          </a:bodyPr>
          <a:lstStyle>
            <a:lvl1pPr marL="251982" indent="-251982" algn="l" defTabSz="914333" rtl="0" eaLnBrk="1" latinLnBrk="0" hangingPunct="1">
              <a:lnSpc>
                <a:spcPct val="107000"/>
              </a:lnSpc>
              <a:spcBef>
                <a:spcPts val="500"/>
              </a:spcBef>
              <a:buFont typeface="Wingdings" panose="05000000000000000000" pitchFamily="2" charset="2"/>
              <a:buChar char="§"/>
              <a:defRPr sz="1800" kern="1200">
                <a:solidFill>
                  <a:schemeClr val="tx1"/>
                </a:solidFill>
                <a:latin typeface="+mn-lt"/>
                <a:ea typeface="+mn-ea"/>
                <a:cs typeface="+mn-cs"/>
              </a:defRPr>
            </a:lvl1pPr>
            <a:lvl2pPr marL="507563" indent="-273580" algn="l" defTabSz="914333" rtl="0" eaLnBrk="1" latinLnBrk="0" hangingPunct="1">
              <a:lnSpc>
                <a:spcPct val="103000"/>
              </a:lnSpc>
              <a:spcBef>
                <a:spcPts val="500"/>
              </a:spcBef>
              <a:buFont typeface="Wingdings" panose="05000000000000000000" pitchFamily="2" charset="2"/>
              <a:buChar char="§"/>
              <a:defRPr sz="1600" kern="1200">
                <a:solidFill>
                  <a:schemeClr val="tx1"/>
                </a:solidFill>
                <a:latin typeface="+mn-lt"/>
                <a:ea typeface="+mn-ea"/>
                <a:cs typeface="+mn-cs"/>
              </a:defRPr>
            </a:lvl2pPr>
            <a:lvl3pPr marL="730746" indent="-205185" algn="l" defTabSz="914333" rtl="0" eaLnBrk="1" latinLnBrk="0" hangingPunct="1">
              <a:lnSpc>
                <a:spcPct val="102000"/>
              </a:lnSpc>
              <a:spcBef>
                <a:spcPts val="500"/>
              </a:spcBef>
              <a:buFont typeface="Bosch Office Sans" pitchFamily="2" charset="0"/>
              <a:buChar char="‒"/>
              <a:defRPr sz="1400" kern="1200">
                <a:solidFill>
                  <a:schemeClr val="tx1"/>
                </a:solidFill>
                <a:latin typeface="+mn-lt"/>
                <a:ea typeface="+mn-ea"/>
                <a:cs typeface="+mn-cs"/>
              </a:defRPr>
            </a:lvl3pPr>
            <a:lvl4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4pPr>
            <a:lvl5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5pPr>
            <a:lvl6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6pPr>
            <a:lvl7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7pPr>
            <a:lvl8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8pPr>
            <a:lvl9pPr marL="932331" indent="-183586" algn="l" defTabSz="914333" rtl="0" eaLnBrk="1" latinLnBrk="0" hangingPunct="1">
              <a:lnSpc>
                <a:spcPct val="103000"/>
              </a:lnSpc>
              <a:spcBef>
                <a:spcPts val="500"/>
              </a:spcBef>
              <a:buFont typeface="Bosch Office Sans" pitchFamily="2" charset="0"/>
              <a:buChar char="‒"/>
              <a:defRPr sz="1300" kern="1200" baseline="0">
                <a:solidFill>
                  <a:schemeClr val="tx1"/>
                </a:solidFill>
                <a:latin typeface="+mn-lt"/>
                <a:ea typeface="+mn-ea"/>
                <a:cs typeface="+mn-cs"/>
              </a:defRPr>
            </a:lvl9pPr>
          </a:lstStyle>
          <a:p>
            <a:pPr fontAlgn="auto">
              <a:spcAft>
                <a:spcPts val="0"/>
              </a:spcAft>
              <a:buFont typeface="Arial" panose="020B0604020202020204" pitchFamily="34" charset="0"/>
              <a:buChar char="•"/>
            </a:pPr>
            <a:r>
              <a:rPr lang="en-US" b="1" dirty="0"/>
              <a:t>Functional Requirements Simulation Objects</a:t>
            </a:r>
            <a:br>
              <a:rPr lang="en-US" i="1" dirty="0"/>
            </a:br>
            <a:r>
              <a:rPr lang="en-US" dirty="0"/>
              <a:t>&gt; </a:t>
            </a:r>
            <a:r>
              <a:rPr lang="en-US" i="1" dirty="0"/>
              <a:t>Which objects must be modified (properties, signals, functionality, Python code, ...)?</a:t>
            </a:r>
          </a:p>
          <a:p>
            <a:pPr marL="266700" indent="0" fontAlgn="auto">
              <a:spcAft>
                <a:spcPts val="0"/>
              </a:spcAft>
              <a:buFont typeface="Wingdings" panose="05000000000000000000" pitchFamily="2" charset="2"/>
              <a:buNone/>
            </a:pPr>
            <a:endParaRPr lang="en-US" i="1" dirty="0"/>
          </a:p>
          <a:p>
            <a:pPr marL="266700" indent="0" fontAlgn="auto">
              <a:spcAft>
                <a:spcPts val="0"/>
              </a:spcAft>
              <a:buFont typeface="Wingdings" panose="05000000000000000000" pitchFamily="2" charset="2"/>
              <a:buNone/>
            </a:pPr>
            <a:endParaRPr lang="en-US" i="1" dirty="0"/>
          </a:p>
          <a:p>
            <a:pPr marL="0" indent="0" fontAlgn="auto">
              <a:spcAft>
                <a:spcPts val="0"/>
              </a:spcAft>
              <a:buFont typeface="Wingdings" panose="05000000000000000000" pitchFamily="2" charset="2"/>
              <a:buNone/>
            </a:pPr>
            <a:br>
              <a:rPr lang="en-US" dirty="0">
                <a:latin typeface="+mj-lt"/>
              </a:rPr>
            </a:br>
            <a:endParaRPr lang="de-DE" dirty="0">
              <a:latin typeface="+mj-lt"/>
            </a:endParaRPr>
          </a:p>
        </p:txBody>
      </p:sp>
      <p:sp>
        <p:nvSpPr>
          <p:cNvPr id="2" name="Text Placeholder 1">
            <a:extLst>
              <a:ext uri="{FF2B5EF4-FFF2-40B4-BE49-F238E27FC236}">
                <a16:creationId xmlns:a16="http://schemas.microsoft.com/office/drawing/2014/main" id="{BE659AC7-AD57-4531-1628-40FDF1BC03CA}"/>
              </a:ext>
            </a:extLst>
          </p:cNvPr>
          <p:cNvSpPr>
            <a:spLocks noGrp="1"/>
          </p:cNvSpPr>
          <p:nvPr>
            <p:ph type="body" idx="15"/>
          </p:nvPr>
        </p:nvSpPr>
        <p:spPr/>
        <p:txBody>
          <a:bodyPr/>
          <a:lstStyle/>
          <a:p>
            <a:r>
              <a:rPr lang="de-DE" dirty="0"/>
              <a:t>Development of TS2 Library</a:t>
            </a:r>
          </a:p>
        </p:txBody>
      </p:sp>
      <p:sp>
        <p:nvSpPr>
          <p:cNvPr id="3" name="Title 2">
            <a:extLst>
              <a:ext uri="{FF2B5EF4-FFF2-40B4-BE49-F238E27FC236}">
                <a16:creationId xmlns:a16="http://schemas.microsoft.com/office/drawing/2014/main" id="{28A58437-8316-2960-6A2A-33D411E0E9A2}"/>
              </a:ext>
            </a:extLst>
          </p:cNvPr>
          <p:cNvSpPr>
            <a:spLocks noGrp="1"/>
          </p:cNvSpPr>
          <p:nvPr>
            <p:ph type="title" sz="quarter"/>
          </p:nvPr>
        </p:nvSpPr>
        <p:spPr/>
        <p:txBody>
          <a:bodyPr/>
          <a:lstStyle/>
          <a:p>
            <a:r>
              <a:rPr lang="en-GB" sz="2000" dirty="0">
                <a:solidFill>
                  <a:srgbClr val="002B49"/>
                </a:solidFill>
              </a:rPr>
              <a:t>Requirement Specification</a:t>
            </a:r>
            <a:endParaRPr lang="de-DE" sz="2000" dirty="0">
              <a:solidFill>
                <a:srgbClr val="002B49"/>
              </a:solidFill>
            </a:endParaRPr>
          </a:p>
        </p:txBody>
      </p:sp>
      <p:sp>
        <p:nvSpPr>
          <p:cNvPr id="5" name="Slide Number Placeholder 4">
            <a:extLst>
              <a:ext uri="{FF2B5EF4-FFF2-40B4-BE49-F238E27FC236}">
                <a16:creationId xmlns:a16="http://schemas.microsoft.com/office/drawing/2014/main" id="{55A0E77D-F194-10C3-229E-82068925C4D2}"/>
              </a:ext>
            </a:extLst>
          </p:cNvPr>
          <p:cNvSpPr>
            <a:spLocks noGrp="1"/>
          </p:cNvSpPr>
          <p:nvPr>
            <p:ph type="sldNum" sz="quarter" idx="12"/>
          </p:nvPr>
        </p:nvSpPr>
        <p:spPr/>
        <p:txBody>
          <a:bodyPr/>
          <a:lstStyle/>
          <a:p>
            <a:fld id="{4898AEC0-503E-4FA4-859C-D0F72D6E3F79}" type="slidenum">
              <a:rPr lang="en-US" noProof="1" smtClean="0"/>
              <a:pPr/>
              <a:t>29</a:t>
            </a:fld>
            <a:endParaRPr lang="en-US" noProof="1"/>
          </a:p>
        </p:txBody>
      </p:sp>
      <p:graphicFrame>
        <p:nvGraphicFramePr>
          <p:cNvPr id="9" name="Table 8">
            <a:extLst>
              <a:ext uri="{FF2B5EF4-FFF2-40B4-BE49-F238E27FC236}">
                <a16:creationId xmlns:a16="http://schemas.microsoft.com/office/drawing/2014/main" id="{8CA8367A-0BD3-61AE-8650-F8DDB4F83333}"/>
              </a:ext>
            </a:extLst>
          </p:cNvPr>
          <p:cNvGraphicFramePr>
            <a:graphicFrameLocks noGrp="1"/>
          </p:cNvGraphicFramePr>
          <p:nvPr>
            <p:extLst>
              <p:ext uri="{D42A27DB-BD31-4B8C-83A1-F6EECF244321}">
                <p14:modId xmlns:p14="http://schemas.microsoft.com/office/powerpoint/2010/main" val="3451362019"/>
              </p:ext>
            </p:extLst>
          </p:nvPr>
        </p:nvGraphicFramePr>
        <p:xfrm>
          <a:off x="551947" y="1651449"/>
          <a:ext cx="6407203" cy="4168775"/>
        </p:xfrm>
        <a:graphic>
          <a:graphicData uri="http://schemas.openxmlformats.org/drawingml/2006/table">
            <a:tbl>
              <a:tblPr/>
              <a:tblGrid>
                <a:gridCol w="1472533">
                  <a:extLst>
                    <a:ext uri="{9D8B030D-6E8A-4147-A177-3AD203B41FA5}">
                      <a16:colId xmlns:a16="http://schemas.microsoft.com/office/drawing/2014/main" val="3586657098"/>
                    </a:ext>
                  </a:extLst>
                </a:gridCol>
                <a:gridCol w="4934670">
                  <a:extLst>
                    <a:ext uri="{9D8B030D-6E8A-4147-A177-3AD203B41FA5}">
                      <a16:colId xmlns:a16="http://schemas.microsoft.com/office/drawing/2014/main" val="1767054695"/>
                    </a:ext>
                  </a:extLst>
                </a:gridCol>
              </a:tblGrid>
              <a:tr h="271423">
                <a:tc>
                  <a:txBody>
                    <a:bodyPr/>
                    <a:lstStyle/>
                    <a:p>
                      <a:pPr algn="ctr" fontAlgn="ctr"/>
                      <a:r>
                        <a:rPr lang="de-DE" sz="1000" b="1" i="0" u="none" strike="noStrike" dirty="0">
                          <a:solidFill>
                            <a:srgbClr val="000000"/>
                          </a:solidFill>
                          <a:effectLst/>
                          <a:latin typeface="Calibri" panose="020F0502020204030204" pitchFamily="34" charset="0"/>
                        </a:rPr>
                        <a:t>Simulation Object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de-DE" sz="1000" b="1" i="0" u="none" strike="noStrike" dirty="0">
                          <a:solidFill>
                            <a:srgbClr val="000000"/>
                          </a:solidFill>
                          <a:effectLst/>
                          <a:latin typeface="Calibri" panose="020F0502020204030204" pitchFamily="34" charset="0"/>
                        </a:rPr>
                        <a:t>Modifications Required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40860330"/>
                  </a:ext>
                </a:extLst>
              </a:tr>
              <a:tr h="695956">
                <a:tc>
                  <a:txBody>
                    <a:bodyPr/>
                    <a:lstStyle/>
                    <a:p>
                      <a:pPr algn="ctr" fontAlgn="ctr"/>
                      <a:r>
                        <a:rPr lang="de-DE" sz="900" b="0" i="0" u="none" strike="noStrike">
                          <a:solidFill>
                            <a:srgbClr val="000000"/>
                          </a:solidFill>
                          <a:effectLst/>
                          <a:latin typeface="Calibri" panose="020F0502020204030204" pitchFamily="34" charset="0"/>
                        </a:rPr>
                        <a:t>Lift transverse unit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r>
                        <a:rPr lang="en-US" sz="900" b="0" i="0" u="none" strike="noStrike" dirty="0">
                          <a:solidFill>
                            <a:srgbClr val="000000"/>
                          </a:solidFill>
                          <a:effectLst/>
                          <a:latin typeface="Calibri" panose="020F0502020204030204" pitchFamily="34" charset="0"/>
                        </a:rPr>
                        <a:t>• Addition of 3 lift states (Up,Down,Middle) and corresponding moveLift signals.</a:t>
                      </a:r>
                      <a:br>
                        <a:rPr lang="en-US" sz="900" b="0" i="0" u="none" strike="noStrike" dirty="0">
                          <a:solidFill>
                            <a:srgbClr val="000000"/>
                          </a:solidFill>
                          <a:effectLst/>
                          <a:latin typeface="Calibri" panose="020F0502020204030204" pitchFamily="34" charset="0"/>
                        </a:rPr>
                      </a:br>
                      <a:r>
                        <a:rPr lang="en-US" sz="900" b="0" i="0" u="none" strike="noStrike" dirty="0">
                          <a:solidFill>
                            <a:srgbClr val="000000"/>
                          </a:solidFill>
                          <a:effectLst/>
                          <a:latin typeface="Calibri" panose="020F0502020204030204" pitchFamily="34" charset="0"/>
                        </a:rPr>
                        <a:t>• Implementation of grabbing WPC with liftContainer to move WPC along with the lift.</a:t>
                      </a:r>
                      <a:br>
                        <a:rPr lang="en-US" sz="900" b="0" i="0" u="none" strike="noStrike" dirty="0">
                          <a:solidFill>
                            <a:srgbClr val="000000"/>
                          </a:solidFill>
                          <a:effectLst/>
                          <a:latin typeface="Calibri" panose="020F0502020204030204" pitchFamily="34" charset="0"/>
                        </a:rPr>
                      </a:br>
                      <a:r>
                        <a:rPr lang="en-US" sz="900" b="0" i="0" u="none" strike="noStrike" dirty="0">
                          <a:solidFill>
                            <a:srgbClr val="000000"/>
                          </a:solidFill>
                          <a:effectLst/>
                          <a:latin typeface="Calibri" panose="020F0502020204030204" pitchFamily="34" charset="0"/>
                        </a:rPr>
                        <a:t>• Behaviour implementation: WPC moves forward only when lift is Down.</a:t>
                      </a:r>
                      <a:br>
                        <a:rPr lang="en-US" sz="900" b="0" i="0" u="none" strike="noStrike" dirty="0">
                          <a:solidFill>
                            <a:srgbClr val="000000"/>
                          </a:solidFill>
                          <a:effectLst/>
                          <a:latin typeface="Calibri" panose="020F0502020204030204" pitchFamily="34" charset="0"/>
                        </a:rPr>
                      </a:br>
                      <a:r>
                        <a:rPr lang="en-US" sz="900" b="0" i="0" u="none" strike="noStrike" dirty="0">
                          <a:solidFill>
                            <a:srgbClr val="000000"/>
                          </a:solidFill>
                          <a:effectLst/>
                          <a:latin typeface="Calibri" panose="020F0502020204030204" pitchFamily="34" charset="0"/>
                        </a:rPr>
                        <a:t>• Behaviour implementation: WPC enters the LTU without manual trigger of powerOnRolls.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08095251"/>
                  </a:ext>
                </a:extLst>
              </a:tr>
              <a:tr h="139191">
                <a:tc>
                  <a:txBody>
                    <a:bodyPr/>
                    <a:lstStyle/>
                    <a:p>
                      <a:pPr algn="ctr" fontAlgn="ctr"/>
                      <a:r>
                        <a:rPr lang="de-DE" sz="900" b="0" i="0" u="none" strike="noStrike">
                          <a:solidFill>
                            <a:srgbClr val="000000"/>
                          </a:solidFill>
                          <a:effectLst/>
                          <a:latin typeface="Calibri" panose="020F0502020204030204" pitchFamily="34" charset="0"/>
                        </a:rPr>
                        <a:t>Stop gate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r>
                        <a:rPr lang="en-US" sz="900" b="0" i="0" u="none" strike="noStrike" dirty="0">
                          <a:solidFill>
                            <a:srgbClr val="000000"/>
                          </a:solidFill>
                          <a:effectLst/>
                          <a:latin typeface="Calibri" panose="020F0502020204030204" pitchFamily="34" charset="0"/>
                        </a:rPr>
                        <a:t>• Addition of missing signal to detect WPC after stopper.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77236379"/>
                  </a:ext>
                </a:extLst>
              </a:tr>
              <a:tr h="974338">
                <a:tc>
                  <a:txBody>
                    <a:bodyPr/>
                    <a:lstStyle/>
                    <a:p>
                      <a:pPr algn="ctr" fontAlgn="ctr"/>
                      <a:r>
                        <a:rPr lang="de-DE" sz="900" b="0" i="0" u="none" strike="noStrike">
                          <a:solidFill>
                            <a:srgbClr val="000000"/>
                          </a:solidFill>
                          <a:effectLst/>
                          <a:latin typeface="Calibri" panose="020F0502020204030204" pitchFamily="34" charset="0"/>
                        </a:rPr>
                        <a:t>Position Unit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r>
                        <a:rPr lang="en-US" sz="900" b="0" i="0" u="none" strike="noStrike" dirty="0">
                          <a:solidFill>
                            <a:srgbClr val="000000"/>
                          </a:solidFill>
                          <a:effectLst/>
                          <a:latin typeface="Calibri" panose="020F0502020204030204" pitchFamily="34" charset="0"/>
                        </a:rPr>
                        <a:t>• Addition of missing signals:</a:t>
                      </a:r>
                      <a:br>
                        <a:rPr lang="en-US" sz="900" b="0" i="0" u="none" strike="noStrike" dirty="0">
                          <a:solidFill>
                            <a:srgbClr val="000000"/>
                          </a:solidFill>
                          <a:effectLst/>
                          <a:latin typeface="Calibri" panose="020F0502020204030204" pitchFamily="34" charset="0"/>
                        </a:rPr>
                      </a:br>
                      <a:r>
                        <a:rPr lang="en-US" sz="900" b="0" i="0" u="none" strike="noStrike" dirty="0">
                          <a:solidFill>
                            <a:srgbClr val="000000"/>
                          </a:solidFill>
                          <a:effectLst/>
                          <a:latin typeface="Calibri" panose="020F0502020204030204" pitchFamily="34" charset="0"/>
                        </a:rPr>
                        <a:t>   S2-WPC at middle signal</a:t>
                      </a:r>
                      <a:br>
                        <a:rPr lang="en-US" sz="900" b="0" i="0" u="none" strike="noStrike" dirty="0">
                          <a:solidFill>
                            <a:srgbClr val="000000"/>
                          </a:solidFill>
                          <a:effectLst/>
                          <a:latin typeface="Calibri" panose="020F0502020204030204" pitchFamily="34" charset="0"/>
                        </a:rPr>
                      </a:br>
                      <a:r>
                        <a:rPr lang="en-US" sz="900" b="0" i="0" u="none" strike="noStrike" dirty="0">
                          <a:solidFill>
                            <a:srgbClr val="000000"/>
                          </a:solidFill>
                          <a:effectLst/>
                          <a:latin typeface="Calibri" panose="020F0502020204030204" pitchFamily="34" charset="0"/>
                        </a:rPr>
                        <a:t>   S3- LiftStateDown signal</a:t>
                      </a:r>
                      <a:br>
                        <a:rPr lang="en-US" sz="900" b="0" i="0" u="none" strike="noStrike" dirty="0">
                          <a:solidFill>
                            <a:srgbClr val="000000"/>
                          </a:solidFill>
                          <a:effectLst/>
                          <a:latin typeface="Calibri" panose="020F0502020204030204" pitchFamily="34" charset="0"/>
                        </a:rPr>
                      </a:br>
                      <a:r>
                        <a:rPr lang="en-US" sz="900" b="0" i="0" u="none" strike="noStrike" dirty="0">
                          <a:solidFill>
                            <a:srgbClr val="000000"/>
                          </a:solidFill>
                          <a:effectLst/>
                          <a:latin typeface="Calibri" panose="020F0502020204030204" pitchFamily="34" charset="0"/>
                        </a:rPr>
                        <a:t>   S4-LiftStateUp signal</a:t>
                      </a:r>
                      <a:br>
                        <a:rPr lang="en-US" sz="900" b="0" i="0" u="none" strike="noStrike" dirty="0">
                          <a:solidFill>
                            <a:srgbClr val="000000"/>
                          </a:solidFill>
                          <a:effectLst/>
                          <a:latin typeface="Calibri" panose="020F0502020204030204" pitchFamily="34" charset="0"/>
                        </a:rPr>
                      </a:br>
                      <a:r>
                        <a:rPr lang="en-US" sz="900" b="0" i="0" u="none" strike="noStrike" dirty="0">
                          <a:solidFill>
                            <a:srgbClr val="000000"/>
                          </a:solidFill>
                          <a:effectLst/>
                          <a:latin typeface="Calibri" panose="020F0502020204030204" pitchFamily="34" charset="0"/>
                        </a:rPr>
                        <a:t>   A1-Start process</a:t>
                      </a:r>
                      <a:br>
                        <a:rPr lang="en-US" sz="900" b="0" i="0" u="none" strike="noStrike" dirty="0">
                          <a:solidFill>
                            <a:srgbClr val="000000"/>
                          </a:solidFill>
                          <a:effectLst/>
                          <a:latin typeface="Calibri" panose="020F0502020204030204" pitchFamily="34" charset="0"/>
                        </a:rPr>
                      </a:br>
                      <a:r>
                        <a:rPr lang="en-US" sz="900" b="0" i="0" u="none" strike="noStrike" dirty="0">
                          <a:solidFill>
                            <a:srgbClr val="000000"/>
                          </a:solidFill>
                          <a:effectLst/>
                          <a:latin typeface="Calibri" panose="020F0502020204030204" pitchFamily="34" charset="0"/>
                        </a:rPr>
                        <a:t>   A2- Process ended</a:t>
                      </a:r>
                      <a:br>
                        <a:rPr lang="en-US" sz="900" b="0" i="0" u="none" strike="noStrike" dirty="0">
                          <a:solidFill>
                            <a:srgbClr val="000000"/>
                          </a:solidFill>
                          <a:effectLst/>
                          <a:latin typeface="Calibri" panose="020F0502020204030204" pitchFamily="34" charset="0"/>
                        </a:rPr>
                      </a:br>
                      <a:r>
                        <a:rPr lang="en-US" sz="900" b="0" i="0" u="none" strike="noStrike" dirty="0">
                          <a:solidFill>
                            <a:srgbClr val="000000"/>
                          </a:solidFill>
                          <a:effectLst/>
                          <a:latin typeface="Calibri" panose="020F0502020204030204" pitchFamily="34" charset="0"/>
                        </a:rPr>
                        <a:t>• Additional signal control mode similar to LTU.</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11469825"/>
                  </a:ext>
                </a:extLst>
              </a:tr>
              <a:tr h="139191">
                <a:tc>
                  <a:txBody>
                    <a:bodyPr/>
                    <a:lstStyle/>
                    <a:p>
                      <a:pPr algn="ctr" fontAlgn="ctr"/>
                      <a:r>
                        <a:rPr lang="de-DE" sz="900" b="0" i="0" u="none" strike="noStrike">
                          <a:solidFill>
                            <a:srgbClr val="000000"/>
                          </a:solidFill>
                          <a:effectLst/>
                          <a:latin typeface="Calibri" panose="020F0502020204030204" pitchFamily="34" charset="0"/>
                        </a:rPr>
                        <a:t>Elevator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r>
                        <a:rPr lang="en-US" sz="900" b="0" i="0" u="none" strike="noStrike" dirty="0">
                          <a:solidFill>
                            <a:srgbClr val="000000"/>
                          </a:solidFill>
                          <a:effectLst/>
                          <a:latin typeface="Calibri" panose="020F0502020204030204" pitchFamily="34" charset="0"/>
                        </a:rPr>
                        <a:t>• Addition of multiple missing signals.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79727249"/>
                  </a:ext>
                </a:extLst>
              </a:tr>
              <a:tr h="1670294">
                <a:tc>
                  <a:txBody>
                    <a:bodyPr/>
                    <a:lstStyle/>
                    <a:p>
                      <a:pPr algn="ctr" fontAlgn="ctr"/>
                      <a:r>
                        <a:rPr lang="de-DE" sz="900" b="0" i="0" u="none" strike="noStrike">
                          <a:solidFill>
                            <a:srgbClr val="000000"/>
                          </a:solidFill>
                          <a:effectLst/>
                          <a:latin typeface="Calibri" panose="020F0502020204030204" pitchFamily="34" charset="0"/>
                        </a:rPr>
                        <a:t>Lift Rotate Unit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r>
                        <a:rPr lang="de-DE" sz="900" b="0" i="0" u="none" strike="noStrike" dirty="0">
                          <a:solidFill>
                            <a:srgbClr val="000000"/>
                          </a:solidFill>
                          <a:effectLst/>
                          <a:latin typeface="Calibri" panose="020F0502020204030204" pitchFamily="34" charset="0"/>
                        </a:rPr>
                        <a:t>• Addition of multiple missing signals:</a:t>
                      </a:r>
                      <a:br>
                        <a:rPr lang="de-DE" sz="900" b="0" i="0" u="none" strike="noStrike" dirty="0">
                          <a:solidFill>
                            <a:srgbClr val="000000"/>
                          </a:solidFill>
                          <a:effectLst/>
                          <a:latin typeface="Calibri" panose="020F0502020204030204" pitchFamily="34" charset="0"/>
                        </a:rPr>
                      </a:br>
                      <a:r>
                        <a:rPr lang="de-DE" sz="900" b="0" i="0" u="none" strike="noStrike" dirty="0">
                          <a:solidFill>
                            <a:srgbClr val="000000"/>
                          </a:solidFill>
                          <a:effectLst/>
                          <a:latin typeface="Calibri" panose="020F0502020204030204" pitchFamily="34" charset="0"/>
                        </a:rPr>
                        <a:t> S2-WPC in position(middle signal)</a:t>
                      </a:r>
                      <a:br>
                        <a:rPr lang="de-DE" sz="900" b="0" i="0" u="none" strike="noStrike" dirty="0">
                          <a:solidFill>
                            <a:srgbClr val="000000"/>
                          </a:solidFill>
                          <a:effectLst/>
                          <a:latin typeface="Calibri" panose="020F0502020204030204" pitchFamily="34" charset="0"/>
                        </a:rPr>
                      </a:br>
                      <a:r>
                        <a:rPr lang="de-DE" sz="900" b="0" i="0" u="none" strike="noStrike" dirty="0">
                          <a:solidFill>
                            <a:srgbClr val="000000"/>
                          </a:solidFill>
                          <a:effectLst/>
                          <a:latin typeface="Calibri" panose="020F0502020204030204" pitchFamily="34" charset="0"/>
                        </a:rPr>
                        <a:t> S4-Scanning 0° position rotation</a:t>
                      </a:r>
                      <a:br>
                        <a:rPr lang="de-DE" sz="900" b="0" i="0" u="none" strike="noStrike" dirty="0">
                          <a:solidFill>
                            <a:srgbClr val="000000"/>
                          </a:solidFill>
                          <a:effectLst/>
                          <a:latin typeface="Calibri" panose="020F0502020204030204" pitchFamily="34" charset="0"/>
                        </a:rPr>
                      </a:br>
                      <a:r>
                        <a:rPr lang="de-DE" sz="900" b="0" i="0" u="none" strike="noStrike" dirty="0">
                          <a:solidFill>
                            <a:srgbClr val="000000"/>
                          </a:solidFill>
                          <a:effectLst/>
                          <a:latin typeface="Calibri" panose="020F0502020204030204" pitchFamily="34" charset="0"/>
                        </a:rPr>
                        <a:t> S5-Scanning 180° position rotation</a:t>
                      </a:r>
                      <a:br>
                        <a:rPr lang="de-DE" sz="900" b="0" i="0" u="none" strike="noStrike" dirty="0">
                          <a:solidFill>
                            <a:srgbClr val="000000"/>
                          </a:solidFill>
                          <a:effectLst/>
                          <a:latin typeface="Calibri" panose="020F0502020204030204" pitchFamily="34" charset="0"/>
                        </a:rPr>
                      </a:br>
                      <a:r>
                        <a:rPr lang="de-DE" sz="900" b="0" i="0" u="none" strike="noStrike" dirty="0">
                          <a:solidFill>
                            <a:srgbClr val="000000"/>
                          </a:solidFill>
                          <a:effectLst/>
                          <a:latin typeface="Calibri" panose="020F0502020204030204" pitchFamily="34" charset="0"/>
                        </a:rPr>
                        <a:t> S6-Lower limit state signal</a:t>
                      </a:r>
                      <a:br>
                        <a:rPr lang="de-DE" sz="900" b="0" i="0" u="none" strike="noStrike" dirty="0">
                          <a:solidFill>
                            <a:srgbClr val="000000"/>
                          </a:solidFill>
                          <a:effectLst/>
                          <a:latin typeface="Calibri" panose="020F0502020204030204" pitchFamily="34" charset="0"/>
                        </a:rPr>
                      </a:br>
                      <a:r>
                        <a:rPr lang="de-DE" sz="900" b="0" i="0" u="none" strike="noStrike" dirty="0">
                          <a:solidFill>
                            <a:srgbClr val="000000"/>
                          </a:solidFill>
                          <a:effectLst/>
                          <a:latin typeface="Calibri" panose="020F0502020204030204" pitchFamily="34" charset="0"/>
                        </a:rPr>
                        <a:t> Central position state signal</a:t>
                      </a:r>
                      <a:br>
                        <a:rPr lang="de-DE" sz="900" b="0" i="0" u="none" strike="noStrike" dirty="0">
                          <a:solidFill>
                            <a:srgbClr val="000000"/>
                          </a:solidFill>
                          <a:effectLst/>
                          <a:latin typeface="Calibri" panose="020F0502020204030204" pitchFamily="34" charset="0"/>
                        </a:rPr>
                      </a:br>
                      <a:r>
                        <a:rPr lang="de-DE" sz="900" b="0" i="0" u="none" strike="noStrike" dirty="0">
                          <a:solidFill>
                            <a:srgbClr val="000000"/>
                          </a:solidFill>
                          <a:effectLst/>
                          <a:latin typeface="Calibri" panose="020F0502020204030204" pitchFamily="34" charset="0"/>
                        </a:rPr>
                        <a:t> S7-Upper limit state signal</a:t>
                      </a:r>
                      <a:br>
                        <a:rPr lang="de-DE" sz="900" b="0" i="0" u="none" strike="noStrike" dirty="0">
                          <a:solidFill>
                            <a:srgbClr val="000000"/>
                          </a:solidFill>
                          <a:effectLst/>
                          <a:latin typeface="Calibri" panose="020F0502020204030204" pitchFamily="34" charset="0"/>
                        </a:rPr>
                      </a:br>
                      <a:r>
                        <a:rPr lang="de-DE" sz="900" b="0" i="0" u="none" strike="noStrike" dirty="0">
                          <a:solidFill>
                            <a:srgbClr val="000000"/>
                          </a:solidFill>
                          <a:effectLst/>
                          <a:latin typeface="Calibri" panose="020F0502020204030204" pitchFamily="34" charset="0"/>
                        </a:rPr>
                        <a:t> MoveLiftUp signal</a:t>
                      </a:r>
                      <a:br>
                        <a:rPr lang="de-DE" sz="900" b="0" i="0" u="none" strike="noStrike" dirty="0">
                          <a:solidFill>
                            <a:srgbClr val="000000"/>
                          </a:solidFill>
                          <a:effectLst/>
                          <a:latin typeface="Calibri" panose="020F0502020204030204" pitchFamily="34" charset="0"/>
                        </a:rPr>
                      </a:br>
                      <a:r>
                        <a:rPr lang="de-DE" sz="900" b="0" i="0" u="none" strike="noStrike" dirty="0">
                          <a:solidFill>
                            <a:srgbClr val="000000"/>
                          </a:solidFill>
                          <a:effectLst/>
                          <a:latin typeface="Calibri" panose="020F0502020204030204" pitchFamily="34" charset="0"/>
                        </a:rPr>
                        <a:t> MoveLiftDown signal</a:t>
                      </a:r>
                      <a:br>
                        <a:rPr lang="de-DE" sz="900" b="0" i="0" u="none" strike="noStrike" dirty="0">
                          <a:solidFill>
                            <a:srgbClr val="000000"/>
                          </a:solidFill>
                          <a:effectLst/>
                          <a:latin typeface="Calibri" panose="020F0502020204030204" pitchFamily="34" charset="0"/>
                        </a:rPr>
                      </a:br>
                      <a:r>
                        <a:rPr lang="de-DE" sz="900" b="0" i="0" u="none" strike="noStrike" dirty="0">
                          <a:solidFill>
                            <a:srgbClr val="000000"/>
                          </a:solidFill>
                          <a:effectLst/>
                          <a:latin typeface="Calibri" panose="020F0502020204030204" pitchFamily="34" charset="0"/>
                        </a:rPr>
                        <a:t> MoveLiftCenter signal</a:t>
                      </a:r>
                      <a:br>
                        <a:rPr lang="de-DE" sz="900" b="0" i="0" u="none" strike="noStrike" dirty="0">
                          <a:solidFill>
                            <a:srgbClr val="000000"/>
                          </a:solidFill>
                          <a:effectLst/>
                          <a:latin typeface="Calibri" panose="020F0502020204030204" pitchFamily="34" charset="0"/>
                        </a:rPr>
                      </a:br>
                      <a:r>
                        <a:rPr lang="de-DE" sz="900" b="0" i="0" u="none" strike="noStrike" dirty="0">
                          <a:solidFill>
                            <a:srgbClr val="000000"/>
                          </a:solidFill>
                          <a:effectLst/>
                          <a:latin typeface="Calibri" panose="020F0502020204030204" pitchFamily="34" charset="0"/>
                        </a:rPr>
                        <a:t> RotaryCylinder rotate CW</a:t>
                      </a:r>
                      <a:br>
                        <a:rPr lang="de-DE" sz="900" b="0" i="0" u="none" strike="noStrike" dirty="0">
                          <a:solidFill>
                            <a:srgbClr val="000000"/>
                          </a:solidFill>
                          <a:effectLst/>
                          <a:latin typeface="Calibri" panose="020F0502020204030204" pitchFamily="34" charset="0"/>
                        </a:rPr>
                      </a:br>
                      <a:r>
                        <a:rPr lang="de-DE" sz="900" b="0" i="0" u="none" strike="noStrike" dirty="0">
                          <a:solidFill>
                            <a:srgbClr val="000000"/>
                          </a:solidFill>
                          <a:effectLst/>
                          <a:latin typeface="Calibri" panose="020F0502020204030204" pitchFamily="34" charset="0"/>
                        </a:rPr>
                        <a:t> RotaryCylinder rotate CCW</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08667169"/>
                  </a:ext>
                </a:extLst>
              </a:tr>
              <a:tr h="278382">
                <a:tc>
                  <a:txBody>
                    <a:bodyPr/>
                    <a:lstStyle/>
                    <a:p>
                      <a:pPr algn="ctr" fontAlgn="ctr"/>
                      <a:r>
                        <a:rPr lang="de-DE" sz="900" b="0" i="0" u="none" strike="noStrike">
                          <a:solidFill>
                            <a:srgbClr val="000000"/>
                          </a:solidFill>
                          <a:effectLst/>
                          <a:latin typeface="Calibri" panose="020F0502020204030204" pitchFamily="34" charset="0"/>
                        </a:rPr>
                        <a:t>Rotate Unit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r>
                        <a:rPr lang="en-US" sz="900" b="0" i="0" u="none" strike="noStrike" dirty="0">
                          <a:solidFill>
                            <a:srgbClr val="000000"/>
                          </a:solidFill>
                          <a:effectLst/>
                          <a:latin typeface="Calibri" panose="020F0502020204030204" pitchFamily="34" charset="0"/>
                        </a:rPr>
                        <a:t>• Addition of multiple missing signals:</a:t>
                      </a:r>
                      <a:br>
                        <a:rPr lang="en-US" sz="900" b="0" i="0" u="none" strike="noStrike" dirty="0">
                          <a:solidFill>
                            <a:srgbClr val="000000"/>
                          </a:solidFill>
                          <a:effectLst/>
                          <a:latin typeface="Calibri" panose="020F0502020204030204" pitchFamily="34" charset="0"/>
                        </a:rPr>
                      </a:br>
                      <a:r>
                        <a:rPr lang="en-US" sz="900" b="0" i="0" u="none" strike="noStrike" dirty="0">
                          <a:solidFill>
                            <a:srgbClr val="000000"/>
                          </a:solidFill>
                          <a:effectLst/>
                          <a:latin typeface="Calibri" panose="020F0502020204030204" pitchFamily="34" charset="0"/>
                        </a:rPr>
                        <a:t> MoveToPort1,MoveToPort2,MoveToPort3,MoveToPort4 signals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25968181"/>
                  </a:ext>
                </a:extLst>
              </a:tr>
            </a:tbl>
          </a:graphicData>
        </a:graphic>
      </p:graphicFrame>
    </p:spTree>
    <p:extLst>
      <p:ext uri="{BB962C8B-B14F-4D97-AF65-F5344CB8AC3E}">
        <p14:creationId xmlns:p14="http://schemas.microsoft.com/office/powerpoint/2010/main" val="22447425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E659AC7-AD57-4531-1628-40FDF1BC03CA}"/>
              </a:ext>
            </a:extLst>
          </p:cNvPr>
          <p:cNvSpPr>
            <a:spLocks noGrp="1"/>
          </p:cNvSpPr>
          <p:nvPr>
            <p:ph type="body" idx="15"/>
          </p:nvPr>
        </p:nvSpPr>
        <p:spPr/>
        <p:txBody>
          <a:bodyPr/>
          <a:lstStyle/>
          <a:p>
            <a:r>
              <a:rPr lang="de-DE" dirty="0"/>
              <a:t>Development of TS2 Library</a:t>
            </a:r>
          </a:p>
        </p:txBody>
      </p:sp>
      <p:sp>
        <p:nvSpPr>
          <p:cNvPr id="3" name="Title 2">
            <a:extLst>
              <a:ext uri="{FF2B5EF4-FFF2-40B4-BE49-F238E27FC236}">
                <a16:creationId xmlns:a16="http://schemas.microsoft.com/office/drawing/2014/main" id="{28A58437-8316-2960-6A2A-33D411E0E9A2}"/>
              </a:ext>
            </a:extLst>
          </p:cNvPr>
          <p:cNvSpPr>
            <a:spLocks noGrp="1"/>
          </p:cNvSpPr>
          <p:nvPr>
            <p:ph type="title" sz="quarter"/>
          </p:nvPr>
        </p:nvSpPr>
        <p:spPr/>
        <p:txBody>
          <a:bodyPr/>
          <a:lstStyle/>
          <a:p>
            <a:r>
              <a:rPr lang="en-GB" sz="2000" dirty="0">
                <a:solidFill>
                  <a:srgbClr val="002B49"/>
                </a:solidFill>
              </a:rPr>
              <a:t>Requirement Specification</a:t>
            </a:r>
            <a:endParaRPr lang="de-DE" sz="2000" dirty="0">
              <a:solidFill>
                <a:srgbClr val="002B49"/>
              </a:solidFill>
            </a:endParaRPr>
          </a:p>
        </p:txBody>
      </p:sp>
      <p:sp>
        <p:nvSpPr>
          <p:cNvPr id="5" name="Slide Number Placeholder 4">
            <a:extLst>
              <a:ext uri="{FF2B5EF4-FFF2-40B4-BE49-F238E27FC236}">
                <a16:creationId xmlns:a16="http://schemas.microsoft.com/office/drawing/2014/main" id="{55A0E77D-F194-10C3-229E-82068925C4D2}"/>
              </a:ext>
            </a:extLst>
          </p:cNvPr>
          <p:cNvSpPr>
            <a:spLocks noGrp="1"/>
          </p:cNvSpPr>
          <p:nvPr>
            <p:ph type="sldNum" sz="quarter" idx="12"/>
          </p:nvPr>
        </p:nvSpPr>
        <p:spPr/>
        <p:txBody>
          <a:bodyPr/>
          <a:lstStyle/>
          <a:p>
            <a:fld id="{4898AEC0-503E-4FA4-859C-D0F72D6E3F79}" type="slidenum">
              <a:rPr lang="en-US" noProof="1" smtClean="0"/>
              <a:pPr/>
              <a:t>30</a:t>
            </a:fld>
            <a:endParaRPr lang="en-US" noProof="1"/>
          </a:p>
        </p:txBody>
      </p:sp>
      <p:sp>
        <p:nvSpPr>
          <p:cNvPr id="6" name="Content Placeholder 3">
            <a:extLst>
              <a:ext uri="{FF2B5EF4-FFF2-40B4-BE49-F238E27FC236}">
                <a16:creationId xmlns:a16="http://schemas.microsoft.com/office/drawing/2014/main" id="{F3A385B3-953F-1BAD-F285-34B86B3DF273}"/>
              </a:ext>
            </a:extLst>
          </p:cNvPr>
          <p:cNvSpPr txBox="1">
            <a:spLocks/>
          </p:cNvSpPr>
          <p:nvPr/>
        </p:nvSpPr>
        <p:spPr>
          <a:xfrm>
            <a:off x="258444" y="1001714"/>
            <a:ext cx="10193655" cy="1935695"/>
          </a:xfrm>
          <a:prstGeom prst="rect">
            <a:avLst/>
          </a:prstGeom>
        </p:spPr>
        <p:txBody>
          <a:bodyPr vert="horz" lIns="0" tIns="0" rIns="0" bIns="0" rtlCol="0">
            <a:noAutofit/>
          </a:bodyPr>
          <a:lstStyle>
            <a:lvl1pPr marL="251982" indent="-251982" algn="l" defTabSz="914333" rtl="0" eaLnBrk="1" latinLnBrk="0" hangingPunct="1">
              <a:lnSpc>
                <a:spcPct val="107000"/>
              </a:lnSpc>
              <a:spcBef>
                <a:spcPts val="500"/>
              </a:spcBef>
              <a:buFont typeface="Wingdings" panose="05000000000000000000" pitchFamily="2" charset="2"/>
              <a:buChar char="§"/>
              <a:defRPr sz="1800" kern="1200">
                <a:solidFill>
                  <a:schemeClr val="tx1"/>
                </a:solidFill>
                <a:latin typeface="+mn-lt"/>
                <a:ea typeface="+mn-ea"/>
                <a:cs typeface="+mn-cs"/>
              </a:defRPr>
            </a:lvl1pPr>
            <a:lvl2pPr marL="507563" indent="-273580" algn="l" defTabSz="914333" rtl="0" eaLnBrk="1" latinLnBrk="0" hangingPunct="1">
              <a:lnSpc>
                <a:spcPct val="103000"/>
              </a:lnSpc>
              <a:spcBef>
                <a:spcPts val="500"/>
              </a:spcBef>
              <a:buFont typeface="Wingdings" panose="05000000000000000000" pitchFamily="2" charset="2"/>
              <a:buChar char="§"/>
              <a:defRPr sz="1600" kern="1200">
                <a:solidFill>
                  <a:schemeClr val="tx1"/>
                </a:solidFill>
                <a:latin typeface="+mn-lt"/>
                <a:ea typeface="+mn-ea"/>
                <a:cs typeface="+mn-cs"/>
              </a:defRPr>
            </a:lvl2pPr>
            <a:lvl3pPr marL="730746" indent="-205185" algn="l" defTabSz="914333" rtl="0" eaLnBrk="1" latinLnBrk="0" hangingPunct="1">
              <a:lnSpc>
                <a:spcPct val="102000"/>
              </a:lnSpc>
              <a:spcBef>
                <a:spcPts val="500"/>
              </a:spcBef>
              <a:buFont typeface="Bosch Office Sans" pitchFamily="2" charset="0"/>
              <a:buChar char="‒"/>
              <a:defRPr sz="1400" kern="1200">
                <a:solidFill>
                  <a:schemeClr val="tx1"/>
                </a:solidFill>
                <a:latin typeface="+mn-lt"/>
                <a:ea typeface="+mn-ea"/>
                <a:cs typeface="+mn-cs"/>
              </a:defRPr>
            </a:lvl3pPr>
            <a:lvl4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4pPr>
            <a:lvl5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5pPr>
            <a:lvl6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6pPr>
            <a:lvl7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7pPr>
            <a:lvl8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8pPr>
            <a:lvl9pPr marL="932331" indent="-183586" algn="l" defTabSz="914333" rtl="0" eaLnBrk="1" latinLnBrk="0" hangingPunct="1">
              <a:lnSpc>
                <a:spcPct val="103000"/>
              </a:lnSpc>
              <a:spcBef>
                <a:spcPts val="500"/>
              </a:spcBef>
              <a:buFont typeface="Bosch Office Sans" pitchFamily="2" charset="0"/>
              <a:buChar char="‒"/>
              <a:defRPr sz="1300" kern="1200" baseline="0">
                <a:solidFill>
                  <a:schemeClr val="tx1"/>
                </a:solidFill>
                <a:latin typeface="+mn-lt"/>
                <a:ea typeface="+mn-ea"/>
                <a:cs typeface="+mn-cs"/>
              </a:defRPr>
            </a:lvl9pPr>
          </a:lstStyle>
          <a:p>
            <a:pPr fontAlgn="auto">
              <a:spcAft>
                <a:spcPts val="0"/>
              </a:spcAft>
              <a:buFont typeface="Arial" panose="020B0604020202020204" pitchFamily="34" charset="0"/>
              <a:buChar char="•"/>
            </a:pPr>
            <a:r>
              <a:rPr lang="en-US" b="1" dirty="0"/>
              <a:t>Functional Requirements PLC Function Blocks</a:t>
            </a:r>
            <a:br>
              <a:rPr lang="en-US" i="1" dirty="0"/>
            </a:br>
            <a:r>
              <a:rPr lang="en-US" dirty="0"/>
              <a:t>&gt; </a:t>
            </a:r>
            <a:r>
              <a:rPr lang="en-US" i="1" dirty="0"/>
              <a:t>How can TFEs be conceptually aggregated?</a:t>
            </a:r>
          </a:p>
          <a:p>
            <a:pPr marL="444500" indent="-177800" fontAlgn="auto">
              <a:spcAft>
                <a:spcPts val="0"/>
              </a:spcAft>
              <a:buNone/>
            </a:pPr>
            <a:r>
              <a:rPr lang="en-US" dirty="0"/>
              <a:t>&gt;</a:t>
            </a:r>
            <a:r>
              <a:rPr lang="en-US" i="1" dirty="0"/>
              <a:t>The target is a minimal amount of (configurable) function blocks, to each TFE can be realized by one of these function blocks.</a:t>
            </a:r>
          </a:p>
          <a:p>
            <a:pPr marL="266700" indent="0" fontAlgn="auto">
              <a:spcAft>
                <a:spcPts val="0"/>
              </a:spcAft>
              <a:buNone/>
            </a:pPr>
            <a:r>
              <a:rPr lang="en-US" i="1" dirty="0"/>
              <a:t>Which distribution and aggregation rules for configurable material flow controls must be defined?</a:t>
            </a:r>
          </a:p>
          <a:p>
            <a:pPr marL="266700" indent="0" fontAlgn="auto">
              <a:spcAft>
                <a:spcPts val="0"/>
              </a:spcAft>
              <a:buNone/>
            </a:pPr>
            <a:r>
              <a:rPr lang="en-US" dirty="0"/>
              <a:t>&gt; </a:t>
            </a:r>
            <a:r>
              <a:rPr lang="en-US" i="1" dirty="0"/>
              <a:t>Functional description of PLC function blocks</a:t>
            </a:r>
          </a:p>
          <a:p>
            <a:pPr marL="266700" indent="0" fontAlgn="auto">
              <a:spcAft>
                <a:spcPts val="0"/>
              </a:spcAft>
              <a:buFont typeface="Wingdings" panose="05000000000000000000" pitchFamily="2" charset="2"/>
              <a:buNone/>
            </a:pPr>
            <a:endParaRPr lang="en-US" i="1" dirty="0"/>
          </a:p>
          <a:p>
            <a:pPr marL="0" indent="0" fontAlgn="auto">
              <a:spcAft>
                <a:spcPts val="0"/>
              </a:spcAft>
              <a:buFont typeface="Wingdings" panose="05000000000000000000" pitchFamily="2" charset="2"/>
              <a:buNone/>
            </a:pPr>
            <a:br>
              <a:rPr lang="en-US" dirty="0">
                <a:latin typeface="+mj-lt"/>
              </a:rPr>
            </a:br>
            <a:endParaRPr lang="de-DE" dirty="0">
              <a:latin typeface="+mj-lt"/>
            </a:endParaRPr>
          </a:p>
        </p:txBody>
      </p:sp>
      <p:sp>
        <p:nvSpPr>
          <p:cNvPr id="9" name="Content Placeholder 3">
            <a:extLst>
              <a:ext uri="{FF2B5EF4-FFF2-40B4-BE49-F238E27FC236}">
                <a16:creationId xmlns:a16="http://schemas.microsoft.com/office/drawing/2014/main" id="{E0C3BCCB-6896-2B1D-7AC7-6E82AE8B2E41}"/>
              </a:ext>
            </a:extLst>
          </p:cNvPr>
          <p:cNvSpPr txBox="1">
            <a:spLocks/>
          </p:cNvSpPr>
          <p:nvPr/>
        </p:nvSpPr>
        <p:spPr>
          <a:xfrm>
            <a:off x="258444" y="3111824"/>
            <a:ext cx="10193655" cy="2083592"/>
          </a:xfrm>
          <a:prstGeom prst="rect">
            <a:avLst/>
          </a:prstGeom>
        </p:spPr>
        <p:txBody>
          <a:bodyPr vert="horz" lIns="0" tIns="0" rIns="0" bIns="0" rtlCol="0">
            <a:noAutofit/>
          </a:bodyPr>
          <a:lstStyle>
            <a:lvl1pPr marL="251982" indent="-251982" algn="l" defTabSz="914333" rtl="0" eaLnBrk="1" latinLnBrk="0" hangingPunct="1">
              <a:lnSpc>
                <a:spcPct val="107000"/>
              </a:lnSpc>
              <a:spcBef>
                <a:spcPts val="500"/>
              </a:spcBef>
              <a:buFont typeface="Wingdings" panose="05000000000000000000" pitchFamily="2" charset="2"/>
              <a:buChar char="§"/>
              <a:defRPr sz="1800" kern="1200">
                <a:solidFill>
                  <a:schemeClr val="tx1"/>
                </a:solidFill>
                <a:latin typeface="+mn-lt"/>
                <a:ea typeface="+mn-ea"/>
                <a:cs typeface="+mn-cs"/>
              </a:defRPr>
            </a:lvl1pPr>
            <a:lvl2pPr marL="507563" indent="-273580" algn="l" defTabSz="914333" rtl="0" eaLnBrk="1" latinLnBrk="0" hangingPunct="1">
              <a:lnSpc>
                <a:spcPct val="103000"/>
              </a:lnSpc>
              <a:spcBef>
                <a:spcPts val="500"/>
              </a:spcBef>
              <a:buFont typeface="Wingdings" panose="05000000000000000000" pitchFamily="2" charset="2"/>
              <a:buChar char="§"/>
              <a:defRPr sz="1600" kern="1200">
                <a:solidFill>
                  <a:schemeClr val="tx1"/>
                </a:solidFill>
                <a:latin typeface="+mn-lt"/>
                <a:ea typeface="+mn-ea"/>
                <a:cs typeface="+mn-cs"/>
              </a:defRPr>
            </a:lvl2pPr>
            <a:lvl3pPr marL="730746" indent="-205185" algn="l" defTabSz="914333" rtl="0" eaLnBrk="1" latinLnBrk="0" hangingPunct="1">
              <a:lnSpc>
                <a:spcPct val="102000"/>
              </a:lnSpc>
              <a:spcBef>
                <a:spcPts val="500"/>
              </a:spcBef>
              <a:buFont typeface="Bosch Office Sans" pitchFamily="2" charset="0"/>
              <a:buChar char="‒"/>
              <a:defRPr sz="1400" kern="1200">
                <a:solidFill>
                  <a:schemeClr val="tx1"/>
                </a:solidFill>
                <a:latin typeface="+mn-lt"/>
                <a:ea typeface="+mn-ea"/>
                <a:cs typeface="+mn-cs"/>
              </a:defRPr>
            </a:lvl3pPr>
            <a:lvl4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4pPr>
            <a:lvl5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5pPr>
            <a:lvl6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6pPr>
            <a:lvl7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7pPr>
            <a:lvl8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8pPr>
            <a:lvl9pPr marL="932331" indent="-183586" algn="l" defTabSz="914333" rtl="0" eaLnBrk="1" latinLnBrk="0" hangingPunct="1">
              <a:lnSpc>
                <a:spcPct val="103000"/>
              </a:lnSpc>
              <a:spcBef>
                <a:spcPts val="500"/>
              </a:spcBef>
              <a:buFont typeface="Bosch Office Sans" pitchFamily="2" charset="0"/>
              <a:buChar char="‒"/>
              <a:defRPr sz="1300" kern="1200" baseline="0">
                <a:solidFill>
                  <a:schemeClr val="tx1"/>
                </a:solidFill>
                <a:latin typeface="+mn-lt"/>
                <a:ea typeface="+mn-ea"/>
                <a:cs typeface="+mn-cs"/>
              </a:defRPr>
            </a:lvl9pPr>
          </a:lstStyle>
          <a:p>
            <a:pPr marL="552450" indent="-285750" algn="just" fontAlgn="auto">
              <a:spcAft>
                <a:spcPts val="0"/>
              </a:spcAft>
            </a:pPr>
            <a:r>
              <a:rPr lang="en-US" dirty="0"/>
              <a:t>After careful evaluation, all the possible use cases for LTU routing were listed down (see previous slides) including existing basic ones from the product catalogue as well as special use cases and how these can possibly be realized using existing TFEs. </a:t>
            </a:r>
          </a:p>
          <a:p>
            <a:pPr marL="552450" indent="-285750" algn="just" fontAlgn="auto">
              <a:spcAft>
                <a:spcPts val="0"/>
              </a:spcAft>
            </a:pPr>
            <a:r>
              <a:rPr lang="en-US" dirty="0"/>
              <a:t>The aim is to realize most of these special use cases with the combination of these basic four TFEs namely TFE1,TFE2,TFE3 and TFE 4 with minimal changes in already implemented PLC function blocks.</a:t>
            </a:r>
            <a:endParaRPr lang="de-DE" dirty="0">
              <a:latin typeface="+mj-lt"/>
            </a:endParaRPr>
          </a:p>
        </p:txBody>
      </p:sp>
    </p:spTree>
    <p:extLst>
      <p:ext uri="{BB962C8B-B14F-4D97-AF65-F5344CB8AC3E}">
        <p14:creationId xmlns:p14="http://schemas.microsoft.com/office/powerpoint/2010/main" val="27642584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E659AC7-AD57-4531-1628-40FDF1BC03CA}"/>
              </a:ext>
            </a:extLst>
          </p:cNvPr>
          <p:cNvSpPr>
            <a:spLocks noGrp="1"/>
          </p:cNvSpPr>
          <p:nvPr>
            <p:ph type="body" idx="15"/>
          </p:nvPr>
        </p:nvSpPr>
        <p:spPr/>
        <p:txBody>
          <a:bodyPr/>
          <a:lstStyle/>
          <a:p>
            <a:r>
              <a:rPr lang="de-DE" dirty="0"/>
              <a:t>Development of TS2 Library</a:t>
            </a:r>
          </a:p>
        </p:txBody>
      </p:sp>
      <p:sp>
        <p:nvSpPr>
          <p:cNvPr id="3" name="Title 2">
            <a:extLst>
              <a:ext uri="{FF2B5EF4-FFF2-40B4-BE49-F238E27FC236}">
                <a16:creationId xmlns:a16="http://schemas.microsoft.com/office/drawing/2014/main" id="{28A58437-8316-2960-6A2A-33D411E0E9A2}"/>
              </a:ext>
            </a:extLst>
          </p:cNvPr>
          <p:cNvSpPr>
            <a:spLocks noGrp="1"/>
          </p:cNvSpPr>
          <p:nvPr>
            <p:ph type="title" sz="quarter"/>
          </p:nvPr>
        </p:nvSpPr>
        <p:spPr/>
        <p:txBody>
          <a:bodyPr/>
          <a:lstStyle/>
          <a:p>
            <a:r>
              <a:rPr lang="en-GB" sz="2000" dirty="0">
                <a:solidFill>
                  <a:srgbClr val="002B49"/>
                </a:solidFill>
              </a:rPr>
              <a:t>Requirement Specification</a:t>
            </a:r>
            <a:endParaRPr lang="de-DE" sz="2000" dirty="0">
              <a:solidFill>
                <a:srgbClr val="002B49"/>
              </a:solidFill>
            </a:endParaRPr>
          </a:p>
        </p:txBody>
      </p:sp>
      <p:sp>
        <p:nvSpPr>
          <p:cNvPr id="5" name="Slide Number Placeholder 4">
            <a:extLst>
              <a:ext uri="{FF2B5EF4-FFF2-40B4-BE49-F238E27FC236}">
                <a16:creationId xmlns:a16="http://schemas.microsoft.com/office/drawing/2014/main" id="{55A0E77D-F194-10C3-229E-82068925C4D2}"/>
              </a:ext>
            </a:extLst>
          </p:cNvPr>
          <p:cNvSpPr>
            <a:spLocks noGrp="1"/>
          </p:cNvSpPr>
          <p:nvPr>
            <p:ph type="sldNum" sz="quarter" idx="12"/>
          </p:nvPr>
        </p:nvSpPr>
        <p:spPr/>
        <p:txBody>
          <a:bodyPr/>
          <a:lstStyle/>
          <a:p>
            <a:fld id="{4898AEC0-503E-4FA4-859C-D0F72D6E3F79}" type="slidenum">
              <a:rPr lang="en-US" noProof="1" smtClean="0"/>
              <a:pPr/>
              <a:t>31</a:t>
            </a:fld>
            <a:endParaRPr lang="en-US" noProof="1"/>
          </a:p>
        </p:txBody>
      </p:sp>
      <p:sp>
        <p:nvSpPr>
          <p:cNvPr id="6" name="Content Placeholder 3">
            <a:extLst>
              <a:ext uri="{FF2B5EF4-FFF2-40B4-BE49-F238E27FC236}">
                <a16:creationId xmlns:a16="http://schemas.microsoft.com/office/drawing/2014/main" id="{F3A385B3-953F-1BAD-F285-34B86B3DF273}"/>
              </a:ext>
            </a:extLst>
          </p:cNvPr>
          <p:cNvSpPr txBox="1">
            <a:spLocks/>
          </p:cNvSpPr>
          <p:nvPr/>
        </p:nvSpPr>
        <p:spPr>
          <a:xfrm>
            <a:off x="258444" y="1001714"/>
            <a:ext cx="10193655" cy="388801"/>
          </a:xfrm>
          <a:prstGeom prst="rect">
            <a:avLst/>
          </a:prstGeom>
        </p:spPr>
        <p:txBody>
          <a:bodyPr vert="horz" lIns="0" tIns="0" rIns="0" bIns="0" rtlCol="0">
            <a:noAutofit/>
          </a:bodyPr>
          <a:lstStyle>
            <a:lvl1pPr marL="251982" indent="-251982" algn="l" defTabSz="914333" rtl="0" eaLnBrk="1" latinLnBrk="0" hangingPunct="1">
              <a:lnSpc>
                <a:spcPct val="107000"/>
              </a:lnSpc>
              <a:spcBef>
                <a:spcPts val="500"/>
              </a:spcBef>
              <a:buFont typeface="Wingdings" panose="05000000000000000000" pitchFamily="2" charset="2"/>
              <a:buChar char="§"/>
              <a:defRPr sz="1800" kern="1200">
                <a:solidFill>
                  <a:schemeClr val="tx1"/>
                </a:solidFill>
                <a:latin typeface="+mn-lt"/>
                <a:ea typeface="+mn-ea"/>
                <a:cs typeface="+mn-cs"/>
              </a:defRPr>
            </a:lvl1pPr>
            <a:lvl2pPr marL="507563" indent="-273580" algn="l" defTabSz="914333" rtl="0" eaLnBrk="1" latinLnBrk="0" hangingPunct="1">
              <a:lnSpc>
                <a:spcPct val="103000"/>
              </a:lnSpc>
              <a:spcBef>
                <a:spcPts val="500"/>
              </a:spcBef>
              <a:buFont typeface="Wingdings" panose="05000000000000000000" pitchFamily="2" charset="2"/>
              <a:buChar char="§"/>
              <a:defRPr sz="1600" kern="1200">
                <a:solidFill>
                  <a:schemeClr val="tx1"/>
                </a:solidFill>
                <a:latin typeface="+mn-lt"/>
                <a:ea typeface="+mn-ea"/>
                <a:cs typeface="+mn-cs"/>
              </a:defRPr>
            </a:lvl2pPr>
            <a:lvl3pPr marL="730746" indent="-205185" algn="l" defTabSz="914333" rtl="0" eaLnBrk="1" latinLnBrk="0" hangingPunct="1">
              <a:lnSpc>
                <a:spcPct val="102000"/>
              </a:lnSpc>
              <a:spcBef>
                <a:spcPts val="500"/>
              </a:spcBef>
              <a:buFont typeface="Bosch Office Sans" pitchFamily="2" charset="0"/>
              <a:buChar char="‒"/>
              <a:defRPr sz="1400" kern="1200">
                <a:solidFill>
                  <a:schemeClr val="tx1"/>
                </a:solidFill>
                <a:latin typeface="+mn-lt"/>
                <a:ea typeface="+mn-ea"/>
                <a:cs typeface="+mn-cs"/>
              </a:defRPr>
            </a:lvl3pPr>
            <a:lvl4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4pPr>
            <a:lvl5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5pPr>
            <a:lvl6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6pPr>
            <a:lvl7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7pPr>
            <a:lvl8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8pPr>
            <a:lvl9pPr marL="932331" indent="-183586" algn="l" defTabSz="914333" rtl="0" eaLnBrk="1" latinLnBrk="0" hangingPunct="1">
              <a:lnSpc>
                <a:spcPct val="103000"/>
              </a:lnSpc>
              <a:spcBef>
                <a:spcPts val="500"/>
              </a:spcBef>
              <a:buFont typeface="Bosch Office Sans" pitchFamily="2" charset="0"/>
              <a:buChar char="‒"/>
              <a:defRPr sz="1300" kern="1200" baseline="0">
                <a:solidFill>
                  <a:schemeClr val="tx1"/>
                </a:solidFill>
                <a:latin typeface="+mn-lt"/>
                <a:ea typeface="+mn-ea"/>
                <a:cs typeface="+mn-cs"/>
              </a:defRPr>
            </a:lvl9pPr>
          </a:lstStyle>
          <a:p>
            <a:pPr fontAlgn="auto">
              <a:spcAft>
                <a:spcPts val="0"/>
              </a:spcAft>
              <a:buFont typeface="Arial" panose="020B0604020202020204" pitchFamily="34" charset="0"/>
              <a:buChar char="•"/>
            </a:pPr>
            <a:r>
              <a:rPr lang="en-US" b="1" dirty="0"/>
              <a:t>Functional Requirements PLC Function Blocks</a:t>
            </a:r>
            <a:br>
              <a:rPr lang="en-US" i="1" dirty="0"/>
            </a:br>
            <a:endParaRPr lang="en-US" i="1" dirty="0"/>
          </a:p>
          <a:p>
            <a:pPr marL="0" indent="0" fontAlgn="auto">
              <a:spcAft>
                <a:spcPts val="0"/>
              </a:spcAft>
              <a:buFont typeface="Wingdings" panose="05000000000000000000" pitchFamily="2" charset="2"/>
              <a:buNone/>
            </a:pPr>
            <a:br>
              <a:rPr lang="en-US" dirty="0">
                <a:latin typeface="+mj-lt"/>
              </a:rPr>
            </a:br>
            <a:endParaRPr lang="de-DE" dirty="0">
              <a:latin typeface="+mj-lt"/>
            </a:endParaRPr>
          </a:p>
        </p:txBody>
      </p:sp>
      <p:graphicFrame>
        <p:nvGraphicFramePr>
          <p:cNvPr id="10" name="Table 9">
            <a:extLst>
              <a:ext uri="{FF2B5EF4-FFF2-40B4-BE49-F238E27FC236}">
                <a16:creationId xmlns:a16="http://schemas.microsoft.com/office/drawing/2014/main" id="{80E3A82F-1DC1-E079-8C12-B5AB47AFA661}"/>
              </a:ext>
            </a:extLst>
          </p:cNvPr>
          <p:cNvGraphicFramePr>
            <a:graphicFrameLocks noGrp="1"/>
          </p:cNvGraphicFramePr>
          <p:nvPr>
            <p:extLst>
              <p:ext uri="{D42A27DB-BD31-4B8C-83A1-F6EECF244321}">
                <p14:modId xmlns:p14="http://schemas.microsoft.com/office/powerpoint/2010/main" val="1190632552"/>
              </p:ext>
            </p:extLst>
          </p:nvPr>
        </p:nvGraphicFramePr>
        <p:xfrm>
          <a:off x="798513" y="1608187"/>
          <a:ext cx="8256475" cy="1878367"/>
        </p:xfrm>
        <a:graphic>
          <a:graphicData uri="http://schemas.openxmlformats.org/drawingml/2006/table">
            <a:tbl>
              <a:tblPr/>
              <a:tblGrid>
                <a:gridCol w="469881">
                  <a:extLst>
                    <a:ext uri="{9D8B030D-6E8A-4147-A177-3AD203B41FA5}">
                      <a16:colId xmlns:a16="http://schemas.microsoft.com/office/drawing/2014/main" val="1297631414"/>
                    </a:ext>
                  </a:extLst>
                </a:gridCol>
                <a:gridCol w="7786594">
                  <a:extLst>
                    <a:ext uri="{9D8B030D-6E8A-4147-A177-3AD203B41FA5}">
                      <a16:colId xmlns:a16="http://schemas.microsoft.com/office/drawing/2014/main" val="1903054972"/>
                    </a:ext>
                  </a:extLst>
                </a:gridCol>
              </a:tblGrid>
              <a:tr h="358177">
                <a:tc>
                  <a:txBody>
                    <a:bodyPr/>
                    <a:lstStyle/>
                    <a:p>
                      <a:pPr algn="ctr" fontAlgn="ctr"/>
                      <a:r>
                        <a:rPr lang="de-DE" sz="1000" b="1" i="0" u="none" strike="noStrike">
                          <a:solidFill>
                            <a:srgbClr val="000000"/>
                          </a:solidFill>
                          <a:effectLst/>
                          <a:latin typeface="Calibri" panose="020F0502020204030204" pitchFamily="34" charset="0"/>
                        </a:rPr>
                        <a:t>Sl.No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1" i="0" u="none" strike="noStrike">
                          <a:solidFill>
                            <a:srgbClr val="000000"/>
                          </a:solidFill>
                          <a:effectLst/>
                          <a:latin typeface="Calibri" panose="020F0502020204030204" pitchFamily="34" charset="0"/>
                        </a:rPr>
                        <a:t>Functional Requirements PLC Function Blocks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12823375"/>
                  </a:ext>
                </a:extLst>
              </a:tr>
              <a:tr h="253365">
                <a:tc>
                  <a:txBody>
                    <a:bodyPr/>
                    <a:lstStyle/>
                    <a:p>
                      <a:pPr algn="ctr" fontAlgn="ctr"/>
                      <a:r>
                        <a:rPr lang="de-DE" sz="1000" b="0" i="0" u="none" strike="noStrike">
                          <a:solidFill>
                            <a:srgbClr val="000000"/>
                          </a:solidFill>
                          <a:effectLst/>
                          <a:latin typeface="Calibri" panose="020F0502020204030204" pitchFamily="34"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r>
                        <a:rPr lang="en-US" sz="1000" b="0" i="0" u="none" strike="noStrike" dirty="0">
                          <a:solidFill>
                            <a:srgbClr val="000000"/>
                          </a:solidFill>
                          <a:effectLst/>
                          <a:latin typeface="Calibri" panose="020F0502020204030204" pitchFamily="34" charset="0"/>
                        </a:rPr>
                        <a:t>List of all function plans defined in the product catalogue should be made.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2231935"/>
                  </a:ext>
                </a:extLst>
              </a:tr>
              <a:tr h="253365">
                <a:tc>
                  <a:txBody>
                    <a:bodyPr/>
                    <a:lstStyle/>
                    <a:p>
                      <a:pPr algn="ctr" fontAlgn="ctr"/>
                      <a:r>
                        <a:rPr lang="de-DE" sz="1000" b="0" i="0" u="none" strike="noStrike" dirty="0">
                          <a:solidFill>
                            <a:srgbClr val="000000"/>
                          </a:solidFill>
                          <a:effectLst/>
                          <a:latin typeface="Calibri" panose="020F050202020403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r>
                        <a:rPr lang="en-US" sz="1000" b="0" i="0" u="none" strike="noStrike" dirty="0">
                          <a:solidFill>
                            <a:srgbClr val="000000"/>
                          </a:solidFill>
                          <a:effectLst/>
                          <a:latin typeface="Calibri" panose="020F0502020204030204" pitchFamily="34" charset="0"/>
                        </a:rPr>
                        <a:t>List of </a:t>
                      </a:r>
                      <a:r>
                        <a:rPr lang="en-US" sz="1000" b="0" i="0" kern="1200" dirty="0">
                          <a:solidFill>
                            <a:srgbClr val="000000"/>
                          </a:solidFill>
                          <a:effectLst/>
                          <a:latin typeface="Calibri" panose="020F0502020204030204" pitchFamily="34" charset="0"/>
                          <a:ea typeface="+mn-ea"/>
                          <a:cs typeface="+mn-cs"/>
                        </a:rPr>
                        <a:t>additional TFEs to realize components' special use cases that are not specified in product catalogue should be made.</a:t>
                      </a:r>
                      <a:endParaRPr lang="en-US" sz="10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62853821"/>
                  </a:ext>
                </a:extLst>
              </a:tr>
              <a:tr h="253365">
                <a:tc>
                  <a:txBody>
                    <a:bodyPr/>
                    <a:lstStyle/>
                    <a:p>
                      <a:pPr algn="ctr" fontAlgn="ctr"/>
                      <a:r>
                        <a:rPr lang="de-DE" sz="1000" b="0" i="0" u="none" strike="noStrike" dirty="0">
                          <a:solidFill>
                            <a:srgbClr val="000000"/>
                          </a:solidFill>
                          <a:effectLst/>
                          <a:latin typeface="Calibri" panose="020F0502020204030204" pitchFamily="34"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r>
                        <a:rPr lang="en-US" sz="1000" b="0" i="0" u="none" strike="noStrike" dirty="0">
                          <a:solidFill>
                            <a:srgbClr val="000000"/>
                          </a:solidFill>
                          <a:effectLst/>
                          <a:latin typeface="Calibri" panose="020F0502020204030204" pitchFamily="34" charset="0"/>
                        </a:rPr>
                        <a:t>PLC FBs defining existing function plans of TS2 components from the product catalogue should be developed.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26150381"/>
                  </a:ext>
                </a:extLst>
              </a:tr>
              <a:tr h="253365">
                <a:tc>
                  <a:txBody>
                    <a:bodyPr/>
                    <a:lstStyle/>
                    <a:p>
                      <a:pPr algn="ctr" fontAlgn="ctr"/>
                      <a:r>
                        <a:rPr lang="de-DE" sz="1000" b="0" i="0" u="none" strike="noStrike" dirty="0">
                          <a:solidFill>
                            <a:srgbClr val="000000"/>
                          </a:solidFill>
                          <a:effectLst/>
                          <a:latin typeface="Calibri" panose="020F0502020204030204" pitchFamily="34"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r>
                        <a:rPr lang="en-US" sz="1000" b="0" i="0" u="none" strike="noStrike" dirty="0">
                          <a:solidFill>
                            <a:srgbClr val="000000"/>
                          </a:solidFill>
                          <a:effectLst/>
                          <a:latin typeface="Calibri" panose="020F0502020204030204" pitchFamily="34" charset="0"/>
                        </a:rPr>
                        <a:t>The basic FBs should be configurable and complex TFEs shall be realized by these basic configurable FBs.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15047469"/>
                  </a:ext>
                </a:extLst>
              </a:tr>
              <a:tr h="253365">
                <a:tc>
                  <a:txBody>
                    <a:bodyPr/>
                    <a:lstStyle/>
                    <a:p>
                      <a:pPr algn="ctr" fontAlgn="ctr"/>
                      <a:r>
                        <a:rPr lang="de-DE" sz="1000" b="0" i="0" u="none" strike="noStrike" dirty="0">
                          <a:solidFill>
                            <a:srgbClr val="000000"/>
                          </a:solidFill>
                          <a:effectLst/>
                          <a:latin typeface="Calibri" panose="020F0502020204030204" pitchFamily="34"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r>
                        <a:rPr lang="en-US" sz="1000" b="0" i="0" u="none" strike="noStrike" dirty="0">
                          <a:solidFill>
                            <a:srgbClr val="000000"/>
                          </a:solidFill>
                          <a:effectLst/>
                          <a:latin typeface="Calibri" panose="020F0502020204030204" pitchFamily="34" charset="0"/>
                        </a:rPr>
                        <a:t>Standard distribution and aggregation rules shall be possible using the standard configurable FBs.(</a:t>
                      </a:r>
                      <a:r>
                        <a:rPr lang="en-US" sz="1000" b="0" i="0" u="none" strike="noStrike" dirty="0" err="1">
                          <a:solidFill>
                            <a:srgbClr val="000000"/>
                          </a:solidFill>
                          <a:effectLst/>
                          <a:latin typeface="Calibri" panose="020F0502020204030204" pitchFamily="34" charset="0"/>
                        </a:rPr>
                        <a:t>eg.</a:t>
                      </a:r>
                      <a:r>
                        <a:rPr lang="en-US" sz="1000" b="0" i="0" u="none" strike="noStrike" dirty="0">
                          <a:solidFill>
                            <a:srgbClr val="000000"/>
                          </a:solidFill>
                          <a:effectLst/>
                          <a:latin typeface="Calibri" panose="020F0502020204030204" pitchFamily="34" charset="0"/>
                        </a:rPr>
                        <a:t> Cyclic, Specific pattern, Capacity based etc.)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78499669"/>
                  </a:ext>
                </a:extLst>
              </a:tr>
              <a:tr h="253365">
                <a:tc>
                  <a:txBody>
                    <a:bodyPr/>
                    <a:lstStyle/>
                    <a:p>
                      <a:pPr algn="ctr" fontAlgn="ctr"/>
                      <a:r>
                        <a:rPr lang="de-DE" sz="1000" b="0" i="0" u="none" strike="noStrike" dirty="0">
                          <a:solidFill>
                            <a:srgbClr val="000000"/>
                          </a:solidFill>
                          <a:effectLst/>
                          <a:latin typeface="Calibri" panose="020F0502020204030204" pitchFamily="34" charset="0"/>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r>
                        <a:rPr lang="en-US" sz="1000" b="0" i="0" u="none" strike="noStrike" dirty="0">
                          <a:solidFill>
                            <a:srgbClr val="000000"/>
                          </a:solidFill>
                          <a:effectLst/>
                          <a:latin typeface="Calibri" panose="020F0502020204030204" pitchFamily="34" charset="0"/>
                        </a:rPr>
                        <a:t>The FBs should have early evaluation of error handling.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43345651"/>
                  </a:ext>
                </a:extLst>
              </a:tr>
            </a:tbl>
          </a:graphicData>
        </a:graphic>
      </p:graphicFrame>
    </p:spTree>
    <p:extLst>
      <p:ext uri="{BB962C8B-B14F-4D97-AF65-F5344CB8AC3E}">
        <p14:creationId xmlns:p14="http://schemas.microsoft.com/office/powerpoint/2010/main" val="36179500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E659AC7-AD57-4531-1628-40FDF1BC03CA}"/>
              </a:ext>
            </a:extLst>
          </p:cNvPr>
          <p:cNvSpPr>
            <a:spLocks noGrp="1"/>
          </p:cNvSpPr>
          <p:nvPr>
            <p:ph type="body" idx="15"/>
          </p:nvPr>
        </p:nvSpPr>
        <p:spPr/>
        <p:txBody>
          <a:bodyPr/>
          <a:lstStyle/>
          <a:p>
            <a:r>
              <a:rPr lang="de-DE" dirty="0"/>
              <a:t>Development of TS2 Library</a:t>
            </a:r>
          </a:p>
        </p:txBody>
      </p:sp>
      <p:sp>
        <p:nvSpPr>
          <p:cNvPr id="3" name="Title 2">
            <a:extLst>
              <a:ext uri="{FF2B5EF4-FFF2-40B4-BE49-F238E27FC236}">
                <a16:creationId xmlns:a16="http://schemas.microsoft.com/office/drawing/2014/main" id="{28A58437-8316-2960-6A2A-33D411E0E9A2}"/>
              </a:ext>
            </a:extLst>
          </p:cNvPr>
          <p:cNvSpPr>
            <a:spLocks noGrp="1"/>
          </p:cNvSpPr>
          <p:nvPr>
            <p:ph type="title" sz="quarter"/>
          </p:nvPr>
        </p:nvSpPr>
        <p:spPr/>
        <p:txBody>
          <a:bodyPr/>
          <a:lstStyle/>
          <a:p>
            <a:r>
              <a:rPr lang="en-GB" sz="2000" dirty="0">
                <a:solidFill>
                  <a:srgbClr val="002B49"/>
                </a:solidFill>
              </a:rPr>
              <a:t>Requirement Specification</a:t>
            </a:r>
            <a:endParaRPr lang="de-DE" sz="2000" dirty="0">
              <a:solidFill>
                <a:srgbClr val="002B49"/>
              </a:solidFill>
            </a:endParaRPr>
          </a:p>
        </p:txBody>
      </p:sp>
      <p:sp>
        <p:nvSpPr>
          <p:cNvPr id="5" name="Slide Number Placeholder 4">
            <a:extLst>
              <a:ext uri="{FF2B5EF4-FFF2-40B4-BE49-F238E27FC236}">
                <a16:creationId xmlns:a16="http://schemas.microsoft.com/office/drawing/2014/main" id="{55A0E77D-F194-10C3-229E-82068925C4D2}"/>
              </a:ext>
            </a:extLst>
          </p:cNvPr>
          <p:cNvSpPr>
            <a:spLocks noGrp="1"/>
          </p:cNvSpPr>
          <p:nvPr>
            <p:ph type="sldNum" sz="quarter" idx="12"/>
          </p:nvPr>
        </p:nvSpPr>
        <p:spPr/>
        <p:txBody>
          <a:bodyPr/>
          <a:lstStyle/>
          <a:p>
            <a:fld id="{4898AEC0-503E-4FA4-859C-D0F72D6E3F79}" type="slidenum">
              <a:rPr lang="en-US" noProof="1" smtClean="0"/>
              <a:pPr/>
              <a:t>32</a:t>
            </a:fld>
            <a:endParaRPr lang="en-US" noProof="1"/>
          </a:p>
        </p:txBody>
      </p:sp>
      <p:sp>
        <p:nvSpPr>
          <p:cNvPr id="6" name="Content Placeholder 3">
            <a:extLst>
              <a:ext uri="{FF2B5EF4-FFF2-40B4-BE49-F238E27FC236}">
                <a16:creationId xmlns:a16="http://schemas.microsoft.com/office/drawing/2014/main" id="{F3A385B3-953F-1BAD-F285-34B86B3DF273}"/>
              </a:ext>
            </a:extLst>
          </p:cNvPr>
          <p:cNvSpPr txBox="1">
            <a:spLocks/>
          </p:cNvSpPr>
          <p:nvPr/>
        </p:nvSpPr>
        <p:spPr>
          <a:xfrm>
            <a:off x="258444" y="1001715"/>
            <a:ext cx="10193655" cy="806640"/>
          </a:xfrm>
          <a:prstGeom prst="rect">
            <a:avLst/>
          </a:prstGeom>
        </p:spPr>
        <p:txBody>
          <a:bodyPr vert="horz" lIns="0" tIns="0" rIns="0" bIns="0" rtlCol="0">
            <a:noAutofit/>
          </a:bodyPr>
          <a:lstStyle>
            <a:lvl1pPr marL="251982" indent="-251982" algn="l" defTabSz="914333" rtl="0" eaLnBrk="1" latinLnBrk="0" hangingPunct="1">
              <a:lnSpc>
                <a:spcPct val="107000"/>
              </a:lnSpc>
              <a:spcBef>
                <a:spcPts val="500"/>
              </a:spcBef>
              <a:buFont typeface="Wingdings" panose="05000000000000000000" pitchFamily="2" charset="2"/>
              <a:buChar char="§"/>
              <a:defRPr sz="1800" kern="1200">
                <a:solidFill>
                  <a:schemeClr val="tx1"/>
                </a:solidFill>
                <a:latin typeface="+mn-lt"/>
                <a:ea typeface="+mn-ea"/>
                <a:cs typeface="+mn-cs"/>
              </a:defRPr>
            </a:lvl1pPr>
            <a:lvl2pPr marL="507563" indent="-273580" algn="l" defTabSz="914333" rtl="0" eaLnBrk="1" latinLnBrk="0" hangingPunct="1">
              <a:lnSpc>
                <a:spcPct val="103000"/>
              </a:lnSpc>
              <a:spcBef>
                <a:spcPts val="500"/>
              </a:spcBef>
              <a:buFont typeface="Wingdings" panose="05000000000000000000" pitchFamily="2" charset="2"/>
              <a:buChar char="§"/>
              <a:defRPr sz="1600" kern="1200">
                <a:solidFill>
                  <a:schemeClr val="tx1"/>
                </a:solidFill>
                <a:latin typeface="+mn-lt"/>
                <a:ea typeface="+mn-ea"/>
                <a:cs typeface="+mn-cs"/>
              </a:defRPr>
            </a:lvl2pPr>
            <a:lvl3pPr marL="730746" indent="-205185" algn="l" defTabSz="914333" rtl="0" eaLnBrk="1" latinLnBrk="0" hangingPunct="1">
              <a:lnSpc>
                <a:spcPct val="102000"/>
              </a:lnSpc>
              <a:spcBef>
                <a:spcPts val="500"/>
              </a:spcBef>
              <a:buFont typeface="Bosch Office Sans" pitchFamily="2" charset="0"/>
              <a:buChar char="‒"/>
              <a:defRPr sz="1400" kern="1200">
                <a:solidFill>
                  <a:schemeClr val="tx1"/>
                </a:solidFill>
                <a:latin typeface="+mn-lt"/>
                <a:ea typeface="+mn-ea"/>
                <a:cs typeface="+mn-cs"/>
              </a:defRPr>
            </a:lvl3pPr>
            <a:lvl4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4pPr>
            <a:lvl5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5pPr>
            <a:lvl6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6pPr>
            <a:lvl7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7pPr>
            <a:lvl8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8pPr>
            <a:lvl9pPr marL="932331" indent="-183586" algn="l" defTabSz="914333" rtl="0" eaLnBrk="1" latinLnBrk="0" hangingPunct="1">
              <a:lnSpc>
                <a:spcPct val="103000"/>
              </a:lnSpc>
              <a:spcBef>
                <a:spcPts val="500"/>
              </a:spcBef>
              <a:buFont typeface="Bosch Office Sans" pitchFamily="2" charset="0"/>
              <a:buChar char="‒"/>
              <a:defRPr sz="1300" kern="1200" baseline="0">
                <a:solidFill>
                  <a:schemeClr val="tx1"/>
                </a:solidFill>
                <a:latin typeface="+mn-lt"/>
                <a:ea typeface="+mn-ea"/>
                <a:cs typeface="+mn-cs"/>
              </a:defRPr>
            </a:lvl9pPr>
          </a:lstStyle>
          <a:p>
            <a:pPr fontAlgn="auto">
              <a:spcAft>
                <a:spcPts val="0"/>
              </a:spcAft>
              <a:buFont typeface="Arial" panose="020B0604020202020204" pitchFamily="34" charset="0"/>
              <a:buChar char="•"/>
            </a:pPr>
            <a:r>
              <a:rPr lang="en-US" b="1" dirty="0"/>
              <a:t>Functional Specification Sheet</a:t>
            </a:r>
            <a:br>
              <a:rPr lang="en-US" i="1" dirty="0"/>
            </a:br>
            <a:r>
              <a:rPr lang="en-US" i="1" dirty="0"/>
              <a:t>Which threats and risks analysis for the development might occur?</a:t>
            </a:r>
            <a:br>
              <a:rPr lang="en-US" i="1" dirty="0">
                <a:latin typeface="+mj-lt"/>
              </a:rPr>
            </a:br>
            <a:endParaRPr lang="de-DE" i="1" dirty="0">
              <a:latin typeface="+mj-lt"/>
            </a:endParaRPr>
          </a:p>
        </p:txBody>
      </p:sp>
      <p:sp>
        <p:nvSpPr>
          <p:cNvPr id="9" name="Content Placeholder 3">
            <a:extLst>
              <a:ext uri="{FF2B5EF4-FFF2-40B4-BE49-F238E27FC236}">
                <a16:creationId xmlns:a16="http://schemas.microsoft.com/office/drawing/2014/main" id="{E0C3BCCB-6896-2B1D-7AC7-6E82AE8B2E41}"/>
              </a:ext>
            </a:extLst>
          </p:cNvPr>
          <p:cNvSpPr txBox="1">
            <a:spLocks/>
          </p:cNvSpPr>
          <p:nvPr/>
        </p:nvSpPr>
        <p:spPr>
          <a:xfrm>
            <a:off x="258444" y="1707640"/>
            <a:ext cx="10193655" cy="2666541"/>
          </a:xfrm>
          <a:prstGeom prst="rect">
            <a:avLst/>
          </a:prstGeom>
        </p:spPr>
        <p:txBody>
          <a:bodyPr vert="horz" lIns="0" tIns="0" rIns="0" bIns="0" rtlCol="0">
            <a:noAutofit/>
          </a:bodyPr>
          <a:lstStyle>
            <a:lvl1pPr marL="251982" indent="-251982" algn="l" defTabSz="914333" rtl="0" eaLnBrk="1" latinLnBrk="0" hangingPunct="1">
              <a:lnSpc>
                <a:spcPct val="107000"/>
              </a:lnSpc>
              <a:spcBef>
                <a:spcPts val="500"/>
              </a:spcBef>
              <a:buFont typeface="Wingdings" panose="05000000000000000000" pitchFamily="2" charset="2"/>
              <a:buChar char="§"/>
              <a:defRPr sz="1800" kern="1200">
                <a:solidFill>
                  <a:schemeClr val="tx1"/>
                </a:solidFill>
                <a:latin typeface="+mn-lt"/>
                <a:ea typeface="+mn-ea"/>
                <a:cs typeface="+mn-cs"/>
              </a:defRPr>
            </a:lvl1pPr>
            <a:lvl2pPr marL="507563" indent="-273580" algn="l" defTabSz="914333" rtl="0" eaLnBrk="1" latinLnBrk="0" hangingPunct="1">
              <a:lnSpc>
                <a:spcPct val="103000"/>
              </a:lnSpc>
              <a:spcBef>
                <a:spcPts val="500"/>
              </a:spcBef>
              <a:buFont typeface="Wingdings" panose="05000000000000000000" pitchFamily="2" charset="2"/>
              <a:buChar char="§"/>
              <a:defRPr sz="1600" kern="1200">
                <a:solidFill>
                  <a:schemeClr val="tx1"/>
                </a:solidFill>
                <a:latin typeface="+mn-lt"/>
                <a:ea typeface="+mn-ea"/>
                <a:cs typeface="+mn-cs"/>
              </a:defRPr>
            </a:lvl2pPr>
            <a:lvl3pPr marL="730746" indent="-205185" algn="l" defTabSz="914333" rtl="0" eaLnBrk="1" latinLnBrk="0" hangingPunct="1">
              <a:lnSpc>
                <a:spcPct val="102000"/>
              </a:lnSpc>
              <a:spcBef>
                <a:spcPts val="500"/>
              </a:spcBef>
              <a:buFont typeface="Bosch Office Sans" pitchFamily="2" charset="0"/>
              <a:buChar char="‒"/>
              <a:defRPr sz="1400" kern="1200">
                <a:solidFill>
                  <a:schemeClr val="tx1"/>
                </a:solidFill>
                <a:latin typeface="+mn-lt"/>
                <a:ea typeface="+mn-ea"/>
                <a:cs typeface="+mn-cs"/>
              </a:defRPr>
            </a:lvl3pPr>
            <a:lvl4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4pPr>
            <a:lvl5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5pPr>
            <a:lvl6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6pPr>
            <a:lvl7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7pPr>
            <a:lvl8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8pPr>
            <a:lvl9pPr marL="932331" indent="-183586" algn="l" defTabSz="914333" rtl="0" eaLnBrk="1" latinLnBrk="0" hangingPunct="1">
              <a:lnSpc>
                <a:spcPct val="103000"/>
              </a:lnSpc>
              <a:spcBef>
                <a:spcPts val="500"/>
              </a:spcBef>
              <a:buFont typeface="Bosch Office Sans" pitchFamily="2" charset="0"/>
              <a:buChar char="‒"/>
              <a:defRPr sz="1300" kern="1200" baseline="0">
                <a:solidFill>
                  <a:schemeClr val="tx1"/>
                </a:solidFill>
                <a:latin typeface="+mn-lt"/>
                <a:ea typeface="+mn-ea"/>
                <a:cs typeface="+mn-cs"/>
              </a:defRPr>
            </a:lvl9pPr>
          </a:lstStyle>
          <a:p>
            <a:pPr marL="552450" indent="-285750" algn="just" fontAlgn="auto">
              <a:spcAft>
                <a:spcPts val="0"/>
              </a:spcAft>
            </a:pPr>
            <a:r>
              <a:rPr lang="en-US" dirty="0"/>
              <a:t>If these special use cases cannot be realized by using the basic configurable function blocks, individual FBs should be defined to realize each specific use case resulting in higher development effort.</a:t>
            </a:r>
          </a:p>
          <a:p>
            <a:pPr marL="552450" indent="-285750" algn="just" fontAlgn="auto">
              <a:spcAft>
                <a:spcPts val="0"/>
              </a:spcAft>
            </a:pPr>
            <a:r>
              <a:rPr lang="en-US" dirty="0"/>
              <a:t>Since simulation objects like Lift rotate unit, Rotate unit, Position unit, Lift elevator lacks the signals defined in the existing function plans, each object needs to be modified by adding these missing signals to make it VCOM ready.</a:t>
            </a:r>
          </a:p>
          <a:p>
            <a:pPr marL="552450" indent="-285750" algn="just" fontAlgn="auto">
              <a:spcAft>
                <a:spcPts val="0"/>
              </a:spcAft>
            </a:pPr>
            <a:r>
              <a:rPr lang="en-US" dirty="0"/>
              <a:t>Performance concern (possible communication delays) when realizing larger layouts.</a:t>
            </a:r>
          </a:p>
          <a:p>
            <a:pPr marL="552450" indent="-285750" algn="just" fontAlgn="auto">
              <a:spcAft>
                <a:spcPts val="0"/>
              </a:spcAft>
            </a:pPr>
            <a:endParaRPr lang="en-US" dirty="0"/>
          </a:p>
          <a:p>
            <a:pPr marL="552450" indent="-285750" algn="just" fontAlgn="auto">
              <a:spcAft>
                <a:spcPts val="0"/>
              </a:spcAft>
            </a:pPr>
            <a:endParaRPr lang="de-DE" dirty="0"/>
          </a:p>
        </p:txBody>
      </p:sp>
    </p:spTree>
    <p:extLst>
      <p:ext uri="{BB962C8B-B14F-4D97-AF65-F5344CB8AC3E}">
        <p14:creationId xmlns:p14="http://schemas.microsoft.com/office/powerpoint/2010/main" val="8939855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E659AC7-AD57-4531-1628-40FDF1BC03CA}"/>
              </a:ext>
            </a:extLst>
          </p:cNvPr>
          <p:cNvSpPr>
            <a:spLocks noGrp="1"/>
          </p:cNvSpPr>
          <p:nvPr>
            <p:ph type="body" idx="15"/>
          </p:nvPr>
        </p:nvSpPr>
        <p:spPr/>
        <p:txBody>
          <a:bodyPr/>
          <a:lstStyle/>
          <a:p>
            <a:r>
              <a:rPr lang="de-DE" dirty="0"/>
              <a:t>Development of TS2 Library</a:t>
            </a:r>
          </a:p>
        </p:txBody>
      </p:sp>
      <p:sp>
        <p:nvSpPr>
          <p:cNvPr id="3" name="Title 2">
            <a:extLst>
              <a:ext uri="{FF2B5EF4-FFF2-40B4-BE49-F238E27FC236}">
                <a16:creationId xmlns:a16="http://schemas.microsoft.com/office/drawing/2014/main" id="{28A58437-8316-2960-6A2A-33D411E0E9A2}"/>
              </a:ext>
            </a:extLst>
          </p:cNvPr>
          <p:cNvSpPr>
            <a:spLocks noGrp="1"/>
          </p:cNvSpPr>
          <p:nvPr>
            <p:ph type="title" sz="quarter"/>
          </p:nvPr>
        </p:nvSpPr>
        <p:spPr/>
        <p:txBody>
          <a:bodyPr/>
          <a:lstStyle/>
          <a:p>
            <a:r>
              <a:rPr lang="en-GB" sz="2000" dirty="0">
                <a:solidFill>
                  <a:srgbClr val="002B49"/>
                </a:solidFill>
              </a:rPr>
              <a:t>Requirement Specification</a:t>
            </a:r>
            <a:endParaRPr lang="de-DE" sz="2000" dirty="0">
              <a:solidFill>
                <a:srgbClr val="002B49"/>
              </a:solidFill>
            </a:endParaRPr>
          </a:p>
        </p:txBody>
      </p:sp>
      <p:sp>
        <p:nvSpPr>
          <p:cNvPr id="5" name="Slide Number Placeholder 4">
            <a:extLst>
              <a:ext uri="{FF2B5EF4-FFF2-40B4-BE49-F238E27FC236}">
                <a16:creationId xmlns:a16="http://schemas.microsoft.com/office/drawing/2014/main" id="{55A0E77D-F194-10C3-229E-82068925C4D2}"/>
              </a:ext>
            </a:extLst>
          </p:cNvPr>
          <p:cNvSpPr>
            <a:spLocks noGrp="1"/>
          </p:cNvSpPr>
          <p:nvPr>
            <p:ph type="sldNum" sz="quarter" idx="12"/>
          </p:nvPr>
        </p:nvSpPr>
        <p:spPr/>
        <p:txBody>
          <a:bodyPr/>
          <a:lstStyle/>
          <a:p>
            <a:fld id="{4898AEC0-503E-4FA4-859C-D0F72D6E3F79}" type="slidenum">
              <a:rPr lang="en-US" noProof="1" smtClean="0"/>
              <a:pPr/>
              <a:t>33</a:t>
            </a:fld>
            <a:endParaRPr lang="en-US" noProof="1"/>
          </a:p>
        </p:txBody>
      </p:sp>
      <p:sp>
        <p:nvSpPr>
          <p:cNvPr id="6" name="Content Placeholder 3">
            <a:extLst>
              <a:ext uri="{FF2B5EF4-FFF2-40B4-BE49-F238E27FC236}">
                <a16:creationId xmlns:a16="http://schemas.microsoft.com/office/drawing/2014/main" id="{F3A385B3-953F-1BAD-F285-34B86B3DF273}"/>
              </a:ext>
            </a:extLst>
          </p:cNvPr>
          <p:cNvSpPr txBox="1">
            <a:spLocks/>
          </p:cNvSpPr>
          <p:nvPr/>
        </p:nvSpPr>
        <p:spPr>
          <a:xfrm>
            <a:off x="258444" y="1001715"/>
            <a:ext cx="10193655" cy="851361"/>
          </a:xfrm>
          <a:prstGeom prst="rect">
            <a:avLst/>
          </a:prstGeom>
        </p:spPr>
        <p:txBody>
          <a:bodyPr vert="horz" lIns="0" tIns="0" rIns="0" bIns="0" rtlCol="0">
            <a:noAutofit/>
          </a:bodyPr>
          <a:lstStyle>
            <a:lvl1pPr marL="251982" indent="-251982" algn="l" defTabSz="914333" rtl="0" eaLnBrk="1" latinLnBrk="0" hangingPunct="1">
              <a:lnSpc>
                <a:spcPct val="107000"/>
              </a:lnSpc>
              <a:spcBef>
                <a:spcPts val="500"/>
              </a:spcBef>
              <a:buFont typeface="Wingdings" panose="05000000000000000000" pitchFamily="2" charset="2"/>
              <a:buChar char="§"/>
              <a:defRPr sz="1800" kern="1200">
                <a:solidFill>
                  <a:schemeClr val="tx1"/>
                </a:solidFill>
                <a:latin typeface="+mn-lt"/>
                <a:ea typeface="+mn-ea"/>
                <a:cs typeface="+mn-cs"/>
              </a:defRPr>
            </a:lvl1pPr>
            <a:lvl2pPr marL="507563" indent="-273580" algn="l" defTabSz="914333" rtl="0" eaLnBrk="1" latinLnBrk="0" hangingPunct="1">
              <a:lnSpc>
                <a:spcPct val="103000"/>
              </a:lnSpc>
              <a:spcBef>
                <a:spcPts val="500"/>
              </a:spcBef>
              <a:buFont typeface="Wingdings" panose="05000000000000000000" pitchFamily="2" charset="2"/>
              <a:buChar char="§"/>
              <a:defRPr sz="1600" kern="1200">
                <a:solidFill>
                  <a:schemeClr val="tx1"/>
                </a:solidFill>
                <a:latin typeface="+mn-lt"/>
                <a:ea typeface="+mn-ea"/>
                <a:cs typeface="+mn-cs"/>
              </a:defRPr>
            </a:lvl2pPr>
            <a:lvl3pPr marL="730746" indent="-205185" algn="l" defTabSz="914333" rtl="0" eaLnBrk="1" latinLnBrk="0" hangingPunct="1">
              <a:lnSpc>
                <a:spcPct val="102000"/>
              </a:lnSpc>
              <a:spcBef>
                <a:spcPts val="500"/>
              </a:spcBef>
              <a:buFont typeface="Bosch Office Sans" pitchFamily="2" charset="0"/>
              <a:buChar char="‒"/>
              <a:defRPr sz="1400" kern="1200">
                <a:solidFill>
                  <a:schemeClr val="tx1"/>
                </a:solidFill>
                <a:latin typeface="+mn-lt"/>
                <a:ea typeface="+mn-ea"/>
                <a:cs typeface="+mn-cs"/>
              </a:defRPr>
            </a:lvl3pPr>
            <a:lvl4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4pPr>
            <a:lvl5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5pPr>
            <a:lvl6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6pPr>
            <a:lvl7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7pPr>
            <a:lvl8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8pPr>
            <a:lvl9pPr marL="932331" indent="-183586" algn="l" defTabSz="914333" rtl="0" eaLnBrk="1" latinLnBrk="0" hangingPunct="1">
              <a:lnSpc>
                <a:spcPct val="103000"/>
              </a:lnSpc>
              <a:spcBef>
                <a:spcPts val="500"/>
              </a:spcBef>
              <a:buFont typeface="Bosch Office Sans" pitchFamily="2" charset="0"/>
              <a:buChar char="‒"/>
              <a:defRPr sz="1300" kern="1200" baseline="0">
                <a:solidFill>
                  <a:schemeClr val="tx1"/>
                </a:solidFill>
                <a:latin typeface="+mn-lt"/>
                <a:ea typeface="+mn-ea"/>
                <a:cs typeface="+mn-cs"/>
              </a:defRPr>
            </a:lvl9pPr>
          </a:lstStyle>
          <a:p>
            <a:pPr fontAlgn="auto">
              <a:spcAft>
                <a:spcPts val="0"/>
              </a:spcAft>
              <a:buFont typeface="Arial" panose="020B0604020202020204" pitchFamily="34" charset="0"/>
              <a:buChar char="•"/>
            </a:pPr>
            <a:r>
              <a:rPr lang="en-US" b="1" dirty="0"/>
              <a:t>Functional Specification Sheet</a:t>
            </a:r>
            <a:br>
              <a:rPr lang="en-US" i="1" dirty="0"/>
            </a:br>
            <a:r>
              <a:rPr lang="en-US" i="1" dirty="0"/>
              <a:t>Which simulation objects and function blocks with which properties and capabilities are necessary? &gt; Summary of development effort, necessary capabilities, and project risks.</a:t>
            </a:r>
          </a:p>
          <a:p>
            <a:pPr marL="0" indent="0" fontAlgn="auto">
              <a:spcAft>
                <a:spcPts val="0"/>
              </a:spcAft>
              <a:buFont typeface="Wingdings" panose="05000000000000000000" pitchFamily="2" charset="2"/>
              <a:buNone/>
            </a:pPr>
            <a:endParaRPr lang="en-US" dirty="0">
              <a:latin typeface="+mj-lt"/>
            </a:endParaRPr>
          </a:p>
          <a:p>
            <a:pPr marL="0" indent="0" fontAlgn="auto">
              <a:spcAft>
                <a:spcPts val="0"/>
              </a:spcAft>
              <a:buFont typeface="Wingdings" panose="05000000000000000000" pitchFamily="2" charset="2"/>
              <a:buNone/>
            </a:pPr>
            <a:br>
              <a:rPr lang="en-US" dirty="0">
                <a:latin typeface="+mj-lt"/>
              </a:rPr>
            </a:br>
            <a:endParaRPr lang="de-DE" dirty="0">
              <a:latin typeface="+mj-lt"/>
            </a:endParaRPr>
          </a:p>
        </p:txBody>
      </p:sp>
      <p:sp>
        <p:nvSpPr>
          <p:cNvPr id="9" name="Content Placeholder 3">
            <a:extLst>
              <a:ext uri="{FF2B5EF4-FFF2-40B4-BE49-F238E27FC236}">
                <a16:creationId xmlns:a16="http://schemas.microsoft.com/office/drawing/2014/main" id="{E0C3BCCB-6896-2B1D-7AC7-6E82AE8B2E41}"/>
              </a:ext>
            </a:extLst>
          </p:cNvPr>
          <p:cNvSpPr txBox="1">
            <a:spLocks/>
          </p:cNvSpPr>
          <p:nvPr/>
        </p:nvSpPr>
        <p:spPr>
          <a:xfrm>
            <a:off x="289224" y="2048305"/>
            <a:ext cx="10193655" cy="2855468"/>
          </a:xfrm>
          <a:prstGeom prst="rect">
            <a:avLst/>
          </a:prstGeom>
        </p:spPr>
        <p:txBody>
          <a:bodyPr vert="horz" lIns="0" tIns="0" rIns="0" bIns="0" rtlCol="0">
            <a:noAutofit/>
          </a:bodyPr>
          <a:lstStyle>
            <a:lvl1pPr marL="251982" indent="-251982" algn="l" defTabSz="914333" rtl="0" eaLnBrk="1" latinLnBrk="0" hangingPunct="1">
              <a:lnSpc>
                <a:spcPct val="107000"/>
              </a:lnSpc>
              <a:spcBef>
                <a:spcPts val="500"/>
              </a:spcBef>
              <a:buFont typeface="Wingdings" panose="05000000000000000000" pitchFamily="2" charset="2"/>
              <a:buChar char="§"/>
              <a:defRPr sz="1800" kern="1200">
                <a:solidFill>
                  <a:schemeClr val="tx1"/>
                </a:solidFill>
                <a:latin typeface="+mn-lt"/>
                <a:ea typeface="+mn-ea"/>
                <a:cs typeface="+mn-cs"/>
              </a:defRPr>
            </a:lvl1pPr>
            <a:lvl2pPr marL="507563" indent="-273580" algn="l" defTabSz="914333" rtl="0" eaLnBrk="1" latinLnBrk="0" hangingPunct="1">
              <a:lnSpc>
                <a:spcPct val="103000"/>
              </a:lnSpc>
              <a:spcBef>
                <a:spcPts val="500"/>
              </a:spcBef>
              <a:buFont typeface="Wingdings" panose="05000000000000000000" pitchFamily="2" charset="2"/>
              <a:buChar char="§"/>
              <a:defRPr sz="1600" kern="1200">
                <a:solidFill>
                  <a:schemeClr val="tx1"/>
                </a:solidFill>
                <a:latin typeface="+mn-lt"/>
                <a:ea typeface="+mn-ea"/>
                <a:cs typeface="+mn-cs"/>
              </a:defRPr>
            </a:lvl2pPr>
            <a:lvl3pPr marL="730746" indent="-205185" algn="l" defTabSz="914333" rtl="0" eaLnBrk="1" latinLnBrk="0" hangingPunct="1">
              <a:lnSpc>
                <a:spcPct val="102000"/>
              </a:lnSpc>
              <a:spcBef>
                <a:spcPts val="500"/>
              </a:spcBef>
              <a:buFont typeface="Bosch Office Sans" pitchFamily="2" charset="0"/>
              <a:buChar char="‒"/>
              <a:defRPr sz="1400" kern="1200">
                <a:solidFill>
                  <a:schemeClr val="tx1"/>
                </a:solidFill>
                <a:latin typeface="+mn-lt"/>
                <a:ea typeface="+mn-ea"/>
                <a:cs typeface="+mn-cs"/>
              </a:defRPr>
            </a:lvl3pPr>
            <a:lvl4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4pPr>
            <a:lvl5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5pPr>
            <a:lvl6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6pPr>
            <a:lvl7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7pPr>
            <a:lvl8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8pPr>
            <a:lvl9pPr marL="932331" indent="-183586" algn="l" defTabSz="914333" rtl="0" eaLnBrk="1" latinLnBrk="0" hangingPunct="1">
              <a:lnSpc>
                <a:spcPct val="103000"/>
              </a:lnSpc>
              <a:spcBef>
                <a:spcPts val="500"/>
              </a:spcBef>
              <a:buFont typeface="Bosch Office Sans" pitchFamily="2" charset="0"/>
              <a:buChar char="‒"/>
              <a:defRPr sz="1300" kern="1200" baseline="0">
                <a:solidFill>
                  <a:schemeClr val="tx1"/>
                </a:solidFill>
                <a:latin typeface="+mn-lt"/>
                <a:ea typeface="+mn-ea"/>
                <a:cs typeface="+mn-cs"/>
              </a:defRPr>
            </a:lvl9pPr>
          </a:lstStyle>
          <a:p>
            <a:pPr marL="552450" indent="-285750" algn="just" fontAlgn="auto">
              <a:spcAft>
                <a:spcPts val="0"/>
              </a:spcAft>
            </a:pPr>
            <a:r>
              <a:rPr lang="en-US" dirty="0"/>
              <a:t>No additional simulation objects required*. </a:t>
            </a:r>
          </a:p>
          <a:p>
            <a:pPr marL="552450" indent="-285750" algn="just" fontAlgn="auto">
              <a:spcAft>
                <a:spcPts val="0"/>
              </a:spcAft>
            </a:pPr>
            <a:r>
              <a:rPr lang="en-US" dirty="0"/>
              <a:t>Additional FB might be required to realize complex LTU use case using two TFE 3+4.</a:t>
            </a:r>
          </a:p>
          <a:p>
            <a:pPr marL="552450" indent="-285750" algn="just" fontAlgn="auto">
              <a:spcAft>
                <a:spcPts val="0"/>
              </a:spcAft>
            </a:pPr>
            <a:r>
              <a:rPr lang="en-US" dirty="0"/>
              <a:t>Automating or reducing effort in variable mapping.</a:t>
            </a:r>
          </a:p>
          <a:p>
            <a:pPr marL="552450" indent="-285750" algn="just" fontAlgn="auto">
              <a:spcAft>
                <a:spcPts val="0"/>
              </a:spcAft>
            </a:pPr>
            <a:r>
              <a:rPr lang="en-US" i="1" dirty="0"/>
              <a:t>Simulation side development effort</a:t>
            </a:r>
            <a:r>
              <a:rPr lang="en-US" dirty="0"/>
              <a:t>: Adding missing signals to objects - Lift rotate unit, Rotate unit, Position unit, Lift elevator. Modification if necessary to accommodate configurable FBs.</a:t>
            </a:r>
          </a:p>
          <a:p>
            <a:pPr marL="552450" indent="-285750" algn="just" fontAlgn="auto">
              <a:spcAft>
                <a:spcPts val="0"/>
              </a:spcAft>
            </a:pPr>
            <a:r>
              <a:rPr lang="en-US" i="1" dirty="0"/>
              <a:t>PLC side development effort</a:t>
            </a:r>
            <a:r>
              <a:rPr lang="en-US" dirty="0"/>
              <a:t>: Modification to existing FBs so that it can be used in combination to realize special use cases, developing additional FBs for nodes that cannot be realized using the existing basic FBs.</a:t>
            </a:r>
          </a:p>
          <a:p>
            <a:pPr marL="552450" indent="-285750" algn="just" fontAlgn="auto">
              <a:spcAft>
                <a:spcPts val="0"/>
              </a:spcAft>
            </a:pPr>
            <a:endParaRPr lang="en-US" dirty="0"/>
          </a:p>
        </p:txBody>
      </p:sp>
      <p:sp>
        <p:nvSpPr>
          <p:cNvPr id="4" name="Content Placeholder 3">
            <a:extLst>
              <a:ext uri="{FF2B5EF4-FFF2-40B4-BE49-F238E27FC236}">
                <a16:creationId xmlns:a16="http://schemas.microsoft.com/office/drawing/2014/main" id="{3B699D66-75A0-77B8-1152-371E276CA73B}"/>
              </a:ext>
            </a:extLst>
          </p:cNvPr>
          <p:cNvSpPr txBox="1">
            <a:spLocks/>
          </p:cNvSpPr>
          <p:nvPr/>
        </p:nvSpPr>
        <p:spPr>
          <a:xfrm>
            <a:off x="258444" y="2864581"/>
            <a:ext cx="10193655" cy="1087942"/>
          </a:xfrm>
          <a:prstGeom prst="rect">
            <a:avLst/>
          </a:prstGeom>
        </p:spPr>
        <p:txBody>
          <a:bodyPr vert="horz" lIns="0" tIns="0" rIns="0" bIns="0" rtlCol="0">
            <a:noAutofit/>
          </a:bodyPr>
          <a:lstStyle>
            <a:lvl1pPr marL="251982" indent="-251982" algn="l" defTabSz="914333" rtl="0" eaLnBrk="1" latinLnBrk="0" hangingPunct="1">
              <a:lnSpc>
                <a:spcPct val="107000"/>
              </a:lnSpc>
              <a:spcBef>
                <a:spcPts val="500"/>
              </a:spcBef>
              <a:buFont typeface="Wingdings" panose="05000000000000000000" pitchFamily="2" charset="2"/>
              <a:buChar char="§"/>
              <a:defRPr sz="1800" kern="1200">
                <a:solidFill>
                  <a:schemeClr val="tx1"/>
                </a:solidFill>
                <a:latin typeface="+mn-lt"/>
                <a:ea typeface="+mn-ea"/>
                <a:cs typeface="+mn-cs"/>
              </a:defRPr>
            </a:lvl1pPr>
            <a:lvl2pPr marL="507563" indent="-273580" algn="l" defTabSz="914333" rtl="0" eaLnBrk="1" latinLnBrk="0" hangingPunct="1">
              <a:lnSpc>
                <a:spcPct val="103000"/>
              </a:lnSpc>
              <a:spcBef>
                <a:spcPts val="500"/>
              </a:spcBef>
              <a:buFont typeface="Wingdings" panose="05000000000000000000" pitchFamily="2" charset="2"/>
              <a:buChar char="§"/>
              <a:defRPr sz="1600" kern="1200">
                <a:solidFill>
                  <a:schemeClr val="tx1"/>
                </a:solidFill>
                <a:latin typeface="+mn-lt"/>
                <a:ea typeface="+mn-ea"/>
                <a:cs typeface="+mn-cs"/>
              </a:defRPr>
            </a:lvl2pPr>
            <a:lvl3pPr marL="730746" indent="-205185" algn="l" defTabSz="914333" rtl="0" eaLnBrk="1" latinLnBrk="0" hangingPunct="1">
              <a:lnSpc>
                <a:spcPct val="102000"/>
              </a:lnSpc>
              <a:spcBef>
                <a:spcPts val="500"/>
              </a:spcBef>
              <a:buFont typeface="Bosch Office Sans" pitchFamily="2" charset="0"/>
              <a:buChar char="‒"/>
              <a:defRPr sz="1400" kern="1200">
                <a:solidFill>
                  <a:schemeClr val="tx1"/>
                </a:solidFill>
                <a:latin typeface="+mn-lt"/>
                <a:ea typeface="+mn-ea"/>
                <a:cs typeface="+mn-cs"/>
              </a:defRPr>
            </a:lvl3pPr>
            <a:lvl4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4pPr>
            <a:lvl5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5pPr>
            <a:lvl6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6pPr>
            <a:lvl7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7pPr>
            <a:lvl8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8pPr>
            <a:lvl9pPr marL="932331" indent="-183586" algn="l" defTabSz="914333" rtl="0" eaLnBrk="1" latinLnBrk="0" hangingPunct="1">
              <a:lnSpc>
                <a:spcPct val="103000"/>
              </a:lnSpc>
              <a:spcBef>
                <a:spcPts val="500"/>
              </a:spcBef>
              <a:buFont typeface="Bosch Office Sans" pitchFamily="2" charset="0"/>
              <a:buChar char="‒"/>
              <a:defRPr sz="1300" kern="1200" baseline="0">
                <a:solidFill>
                  <a:schemeClr val="tx1"/>
                </a:solidFill>
                <a:latin typeface="+mn-lt"/>
                <a:ea typeface="+mn-ea"/>
                <a:cs typeface="+mn-cs"/>
              </a:defRPr>
            </a:lvl9pPr>
          </a:lstStyle>
          <a:p>
            <a:pPr marL="266700" indent="0" algn="just" fontAlgn="auto">
              <a:spcAft>
                <a:spcPts val="0"/>
              </a:spcAft>
              <a:buNone/>
            </a:pPr>
            <a:endParaRPr lang="en-US" dirty="0"/>
          </a:p>
        </p:txBody>
      </p:sp>
      <p:sp>
        <p:nvSpPr>
          <p:cNvPr id="10" name="Content Placeholder 3">
            <a:extLst>
              <a:ext uri="{FF2B5EF4-FFF2-40B4-BE49-F238E27FC236}">
                <a16:creationId xmlns:a16="http://schemas.microsoft.com/office/drawing/2014/main" id="{0DB54E9C-C47C-CD19-E1C0-B44FF51FA7A6}"/>
              </a:ext>
            </a:extLst>
          </p:cNvPr>
          <p:cNvSpPr txBox="1">
            <a:spLocks/>
          </p:cNvSpPr>
          <p:nvPr/>
        </p:nvSpPr>
        <p:spPr>
          <a:xfrm>
            <a:off x="258444" y="5034120"/>
            <a:ext cx="10193655" cy="347084"/>
          </a:xfrm>
          <a:prstGeom prst="rect">
            <a:avLst/>
          </a:prstGeom>
        </p:spPr>
        <p:txBody>
          <a:bodyPr vert="horz" lIns="0" tIns="0" rIns="0" bIns="0" rtlCol="0">
            <a:noAutofit/>
          </a:bodyPr>
          <a:lstStyle>
            <a:lvl1pPr marL="251982" indent="-251982" algn="l" defTabSz="914333" rtl="0" eaLnBrk="1" latinLnBrk="0" hangingPunct="1">
              <a:lnSpc>
                <a:spcPct val="107000"/>
              </a:lnSpc>
              <a:spcBef>
                <a:spcPts val="500"/>
              </a:spcBef>
              <a:buFont typeface="Wingdings" panose="05000000000000000000" pitchFamily="2" charset="2"/>
              <a:buChar char="§"/>
              <a:defRPr sz="1800" kern="1200">
                <a:solidFill>
                  <a:schemeClr val="tx1"/>
                </a:solidFill>
                <a:latin typeface="+mn-lt"/>
                <a:ea typeface="+mn-ea"/>
                <a:cs typeface="+mn-cs"/>
              </a:defRPr>
            </a:lvl1pPr>
            <a:lvl2pPr marL="507563" indent="-273580" algn="l" defTabSz="914333" rtl="0" eaLnBrk="1" latinLnBrk="0" hangingPunct="1">
              <a:lnSpc>
                <a:spcPct val="103000"/>
              </a:lnSpc>
              <a:spcBef>
                <a:spcPts val="500"/>
              </a:spcBef>
              <a:buFont typeface="Wingdings" panose="05000000000000000000" pitchFamily="2" charset="2"/>
              <a:buChar char="§"/>
              <a:defRPr sz="1600" kern="1200">
                <a:solidFill>
                  <a:schemeClr val="tx1"/>
                </a:solidFill>
                <a:latin typeface="+mn-lt"/>
                <a:ea typeface="+mn-ea"/>
                <a:cs typeface="+mn-cs"/>
              </a:defRPr>
            </a:lvl2pPr>
            <a:lvl3pPr marL="730746" indent="-205185" algn="l" defTabSz="914333" rtl="0" eaLnBrk="1" latinLnBrk="0" hangingPunct="1">
              <a:lnSpc>
                <a:spcPct val="102000"/>
              </a:lnSpc>
              <a:spcBef>
                <a:spcPts val="500"/>
              </a:spcBef>
              <a:buFont typeface="Bosch Office Sans" pitchFamily="2" charset="0"/>
              <a:buChar char="‒"/>
              <a:defRPr sz="1400" kern="1200">
                <a:solidFill>
                  <a:schemeClr val="tx1"/>
                </a:solidFill>
                <a:latin typeface="+mn-lt"/>
                <a:ea typeface="+mn-ea"/>
                <a:cs typeface="+mn-cs"/>
              </a:defRPr>
            </a:lvl3pPr>
            <a:lvl4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4pPr>
            <a:lvl5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5pPr>
            <a:lvl6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6pPr>
            <a:lvl7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7pPr>
            <a:lvl8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8pPr>
            <a:lvl9pPr marL="932331" indent="-183586" algn="l" defTabSz="914333" rtl="0" eaLnBrk="1" latinLnBrk="0" hangingPunct="1">
              <a:lnSpc>
                <a:spcPct val="103000"/>
              </a:lnSpc>
              <a:spcBef>
                <a:spcPts val="500"/>
              </a:spcBef>
              <a:buFont typeface="Bosch Office Sans" pitchFamily="2" charset="0"/>
              <a:buChar char="‒"/>
              <a:defRPr sz="1300" kern="1200" baseline="0">
                <a:solidFill>
                  <a:schemeClr val="tx1"/>
                </a:solidFill>
                <a:latin typeface="+mn-lt"/>
                <a:ea typeface="+mn-ea"/>
                <a:cs typeface="+mn-cs"/>
              </a:defRPr>
            </a:lvl9pPr>
          </a:lstStyle>
          <a:p>
            <a:pPr marL="266700" indent="0" algn="just" fontAlgn="auto">
              <a:spcAft>
                <a:spcPts val="0"/>
              </a:spcAft>
              <a:buNone/>
            </a:pPr>
            <a:r>
              <a:rPr lang="en-US" sz="1200" i="1" dirty="0"/>
              <a:t>(*Only if EQ2 can be realized using LTU and belt section and HQ 2 C-H, HQ 2 G-H is not required, </a:t>
            </a:r>
            <a:r>
              <a:rPr lang="en-US" sz="1200" i="1" dirty="0" err="1"/>
              <a:t>ie</a:t>
            </a:r>
            <a:r>
              <a:rPr lang="en-US" sz="1200" i="1" dirty="0"/>
              <a:t>. no damper object required).</a:t>
            </a:r>
          </a:p>
        </p:txBody>
      </p:sp>
      <p:pic>
        <p:nvPicPr>
          <p:cNvPr id="11" name="Grafik 14">
            <a:extLst>
              <a:ext uri="{FF2B5EF4-FFF2-40B4-BE49-F238E27FC236}">
                <a16:creationId xmlns:a16="http://schemas.microsoft.com/office/drawing/2014/main" id="{89DDABDB-6016-27AF-2368-1FEC1056B6B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9431641" y="2350290"/>
            <a:ext cx="320645" cy="320645"/>
          </a:xfrm>
          <a:prstGeom prst="rect">
            <a:avLst/>
          </a:prstGeom>
        </p:spPr>
      </p:pic>
    </p:spTree>
    <p:extLst>
      <p:ext uri="{BB962C8B-B14F-4D97-AF65-F5344CB8AC3E}">
        <p14:creationId xmlns:p14="http://schemas.microsoft.com/office/powerpoint/2010/main" val="9283777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E659AC7-AD57-4531-1628-40FDF1BC03CA}"/>
              </a:ext>
            </a:extLst>
          </p:cNvPr>
          <p:cNvSpPr>
            <a:spLocks noGrp="1"/>
          </p:cNvSpPr>
          <p:nvPr>
            <p:ph type="body" idx="15"/>
          </p:nvPr>
        </p:nvSpPr>
        <p:spPr/>
        <p:txBody>
          <a:bodyPr/>
          <a:lstStyle/>
          <a:p>
            <a:r>
              <a:rPr lang="de-DE" dirty="0"/>
              <a:t>Development of TS2 Library</a:t>
            </a:r>
          </a:p>
        </p:txBody>
      </p:sp>
      <p:sp>
        <p:nvSpPr>
          <p:cNvPr id="3" name="Title 2">
            <a:extLst>
              <a:ext uri="{FF2B5EF4-FFF2-40B4-BE49-F238E27FC236}">
                <a16:creationId xmlns:a16="http://schemas.microsoft.com/office/drawing/2014/main" id="{28A58437-8316-2960-6A2A-33D411E0E9A2}"/>
              </a:ext>
            </a:extLst>
          </p:cNvPr>
          <p:cNvSpPr>
            <a:spLocks noGrp="1"/>
          </p:cNvSpPr>
          <p:nvPr>
            <p:ph type="title" sz="quarter"/>
          </p:nvPr>
        </p:nvSpPr>
        <p:spPr/>
        <p:txBody>
          <a:bodyPr/>
          <a:lstStyle/>
          <a:p>
            <a:r>
              <a:rPr lang="en-GB" sz="2000" dirty="0">
                <a:solidFill>
                  <a:srgbClr val="002B49"/>
                </a:solidFill>
              </a:rPr>
              <a:t>Requirement Specification</a:t>
            </a:r>
            <a:endParaRPr lang="de-DE" sz="2000" dirty="0">
              <a:solidFill>
                <a:srgbClr val="002B49"/>
              </a:solidFill>
            </a:endParaRPr>
          </a:p>
        </p:txBody>
      </p:sp>
      <p:sp>
        <p:nvSpPr>
          <p:cNvPr id="5" name="Slide Number Placeholder 4">
            <a:extLst>
              <a:ext uri="{FF2B5EF4-FFF2-40B4-BE49-F238E27FC236}">
                <a16:creationId xmlns:a16="http://schemas.microsoft.com/office/drawing/2014/main" id="{55A0E77D-F194-10C3-229E-82068925C4D2}"/>
              </a:ext>
            </a:extLst>
          </p:cNvPr>
          <p:cNvSpPr>
            <a:spLocks noGrp="1"/>
          </p:cNvSpPr>
          <p:nvPr>
            <p:ph type="sldNum" sz="quarter" idx="12"/>
          </p:nvPr>
        </p:nvSpPr>
        <p:spPr/>
        <p:txBody>
          <a:bodyPr/>
          <a:lstStyle/>
          <a:p>
            <a:fld id="{4898AEC0-503E-4FA4-859C-D0F72D6E3F79}" type="slidenum">
              <a:rPr lang="en-US" noProof="1" smtClean="0"/>
              <a:pPr/>
              <a:t>34</a:t>
            </a:fld>
            <a:endParaRPr lang="en-US" noProof="1"/>
          </a:p>
        </p:txBody>
      </p:sp>
      <p:sp>
        <p:nvSpPr>
          <p:cNvPr id="6" name="Content Placeholder 3">
            <a:extLst>
              <a:ext uri="{FF2B5EF4-FFF2-40B4-BE49-F238E27FC236}">
                <a16:creationId xmlns:a16="http://schemas.microsoft.com/office/drawing/2014/main" id="{F3A385B3-953F-1BAD-F285-34B86B3DF273}"/>
              </a:ext>
            </a:extLst>
          </p:cNvPr>
          <p:cNvSpPr txBox="1">
            <a:spLocks/>
          </p:cNvSpPr>
          <p:nvPr/>
        </p:nvSpPr>
        <p:spPr>
          <a:xfrm>
            <a:off x="258444" y="1001715"/>
            <a:ext cx="10193655" cy="806640"/>
          </a:xfrm>
          <a:prstGeom prst="rect">
            <a:avLst/>
          </a:prstGeom>
        </p:spPr>
        <p:txBody>
          <a:bodyPr vert="horz" lIns="0" tIns="0" rIns="0" bIns="0" rtlCol="0">
            <a:noAutofit/>
          </a:bodyPr>
          <a:lstStyle>
            <a:lvl1pPr marL="251982" indent="-251982" algn="l" defTabSz="914333" rtl="0" eaLnBrk="1" latinLnBrk="0" hangingPunct="1">
              <a:lnSpc>
                <a:spcPct val="107000"/>
              </a:lnSpc>
              <a:spcBef>
                <a:spcPts val="500"/>
              </a:spcBef>
              <a:buFont typeface="Wingdings" panose="05000000000000000000" pitchFamily="2" charset="2"/>
              <a:buChar char="§"/>
              <a:defRPr sz="1800" kern="1200">
                <a:solidFill>
                  <a:schemeClr val="tx1"/>
                </a:solidFill>
                <a:latin typeface="+mn-lt"/>
                <a:ea typeface="+mn-ea"/>
                <a:cs typeface="+mn-cs"/>
              </a:defRPr>
            </a:lvl1pPr>
            <a:lvl2pPr marL="507563" indent="-273580" algn="l" defTabSz="914333" rtl="0" eaLnBrk="1" latinLnBrk="0" hangingPunct="1">
              <a:lnSpc>
                <a:spcPct val="103000"/>
              </a:lnSpc>
              <a:spcBef>
                <a:spcPts val="500"/>
              </a:spcBef>
              <a:buFont typeface="Wingdings" panose="05000000000000000000" pitchFamily="2" charset="2"/>
              <a:buChar char="§"/>
              <a:defRPr sz="1600" kern="1200">
                <a:solidFill>
                  <a:schemeClr val="tx1"/>
                </a:solidFill>
                <a:latin typeface="+mn-lt"/>
                <a:ea typeface="+mn-ea"/>
                <a:cs typeface="+mn-cs"/>
              </a:defRPr>
            </a:lvl2pPr>
            <a:lvl3pPr marL="730746" indent="-205185" algn="l" defTabSz="914333" rtl="0" eaLnBrk="1" latinLnBrk="0" hangingPunct="1">
              <a:lnSpc>
                <a:spcPct val="102000"/>
              </a:lnSpc>
              <a:spcBef>
                <a:spcPts val="500"/>
              </a:spcBef>
              <a:buFont typeface="Bosch Office Sans" pitchFamily="2" charset="0"/>
              <a:buChar char="‒"/>
              <a:defRPr sz="1400" kern="1200">
                <a:solidFill>
                  <a:schemeClr val="tx1"/>
                </a:solidFill>
                <a:latin typeface="+mn-lt"/>
                <a:ea typeface="+mn-ea"/>
                <a:cs typeface="+mn-cs"/>
              </a:defRPr>
            </a:lvl3pPr>
            <a:lvl4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4pPr>
            <a:lvl5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5pPr>
            <a:lvl6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6pPr>
            <a:lvl7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7pPr>
            <a:lvl8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8pPr>
            <a:lvl9pPr marL="932331" indent="-183586" algn="l" defTabSz="914333" rtl="0" eaLnBrk="1" latinLnBrk="0" hangingPunct="1">
              <a:lnSpc>
                <a:spcPct val="103000"/>
              </a:lnSpc>
              <a:spcBef>
                <a:spcPts val="500"/>
              </a:spcBef>
              <a:buFont typeface="Bosch Office Sans" pitchFamily="2" charset="0"/>
              <a:buChar char="‒"/>
              <a:defRPr sz="1300" kern="1200" baseline="0">
                <a:solidFill>
                  <a:schemeClr val="tx1"/>
                </a:solidFill>
                <a:latin typeface="+mn-lt"/>
                <a:ea typeface="+mn-ea"/>
                <a:cs typeface="+mn-cs"/>
              </a:defRPr>
            </a:lvl9pPr>
          </a:lstStyle>
          <a:p>
            <a:pPr fontAlgn="auto">
              <a:spcAft>
                <a:spcPts val="0"/>
              </a:spcAft>
              <a:buFont typeface="Arial" panose="020B0604020202020204" pitchFamily="34" charset="0"/>
              <a:buChar char="•"/>
            </a:pPr>
            <a:r>
              <a:rPr lang="en-US" b="1" dirty="0"/>
              <a:t>Functional Specification Sheet</a:t>
            </a:r>
            <a:br>
              <a:rPr lang="en-US" i="1" dirty="0"/>
            </a:br>
            <a:r>
              <a:rPr lang="en-US" i="1" dirty="0"/>
              <a:t>Which threats and risks analysis for the development might occur?</a:t>
            </a:r>
            <a:br>
              <a:rPr lang="en-US" i="1" dirty="0">
                <a:latin typeface="+mj-lt"/>
              </a:rPr>
            </a:br>
            <a:endParaRPr lang="de-DE" i="1" dirty="0">
              <a:latin typeface="+mj-lt"/>
            </a:endParaRPr>
          </a:p>
        </p:txBody>
      </p:sp>
      <p:sp>
        <p:nvSpPr>
          <p:cNvPr id="9" name="Content Placeholder 3">
            <a:extLst>
              <a:ext uri="{FF2B5EF4-FFF2-40B4-BE49-F238E27FC236}">
                <a16:creationId xmlns:a16="http://schemas.microsoft.com/office/drawing/2014/main" id="{E0C3BCCB-6896-2B1D-7AC7-6E82AE8B2E41}"/>
              </a:ext>
            </a:extLst>
          </p:cNvPr>
          <p:cNvSpPr txBox="1">
            <a:spLocks/>
          </p:cNvSpPr>
          <p:nvPr/>
        </p:nvSpPr>
        <p:spPr>
          <a:xfrm>
            <a:off x="258444" y="1707640"/>
            <a:ext cx="10193655" cy="2666541"/>
          </a:xfrm>
          <a:prstGeom prst="rect">
            <a:avLst/>
          </a:prstGeom>
        </p:spPr>
        <p:txBody>
          <a:bodyPr vert="horz" lIns="0" tIns="0" rIns="0" bIns="0" rtlCol="0">
            <a:noAutofit/>
          </a:bodyPr>
          <a:lstStyle>
            <a:lvl1pPr marL="251982" indent="-251982" algn="l" defTabSz="914333" rtl="0" eaLnBrk="1" latinLnBrk="0" hangingPunct="1">
              <a:lnSpc>
                <a:spcPct val="107000"/>
              </a:lnSpc>
              <a:spcBef>
                <a:spcPts val="500"/>
              </a:spcBef>
              <a:buFont typeface="Wingdings" panose="05000000000000000000" pitchFamily="2" charset="2"/>
              <a:buChar char="§"/>
              <a:defRPr sz="1800" kern="1200">
                <a:solidFill>
                  <a:schemeClr val="tx1"/>
                </a:solidFill>
                <a:latin typeface="+mn-lt"/>
                <a:ea typeface="+mn-ea"/>
                <a:cs typeface="+mn-cs"/>
              </a:defRPr>
            </a:lvl1pPr>
            <a:lvl2pPr marL="507563" indent="-273580" algn="l" defTabSz="914333" rtl="0" eaLnBrk="1" latinLnBrk="0" hangingPunct="1">
              <a:lnSpc>
                <a:spcPct val="103000"/>
              </a:lnSpc>
              <a:spcBef>
                <a:spcPts val="500"/>
              </a:spcBef>
              <a:buFont typeface="Wingdings" panose="05000000000000000000" pitchFamily="2" charset="2"/>
              <a:buChar char="§"/>
              <a:defRPr sz="1600" kern="1200">
                <a:solidFill>
                  <a:schemeClr val="tx1"/>
                </a:solidFill>
                <a:latin typeface="+mn-lt"/>
                <a:ea typeface="+mn-ea"/>
                <a:cs typeface="+mn-cs"/>
              </a:defRPr>
            </a:lvl2pPr>
            <a:lvl3pPr marL="730746" indent="-205185" algn="l" defTabSz="914333" rtl="0" eaLnBrk="1" latinLnBrk="0" hangingPunct="1">
              <a:lnSpc>
                <a:spcPct val="102000"/>
              </a:lnSpc>
              <a:spcBef>
                <a:spcPts val="500"/>
              </a:spcBef>
              <a:buFont typeface="Bosch Office Sans" pitchFamily="2" charset="0"/>
              <a:buChar char="‒"/>
              <a:defRPr sz="1400" kern="1200">
                <a:solidFill>
                  <a:schemeClr val="tx1"/>
                </a:solidFill>
                <a:latin typeface="+mn-lt"/>
                <a:ea typeface="+mn-ea"/>
                <a:cs typeface="+mn-cs"/>
              </a:defRPr>
            </a:lvl3pPr>
            <a:lvl4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4pPr>
            <a:lvl5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5pPr>
            <a:lvl6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6pPr>
            <a:lvl7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7pPr>
            <a:lvl8pPr marL="932331" indent="-183586"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8pPr>
            <a:lvl9pPr marL="932331" indent="-183586" algn="l" defTabSz="914333" rtl="0" eaLnBrk="1" latinLnBrk="0" hangingPunct="1">
              <a:lnSpc>
                <a:spcPct val="103000"/>
              </a:lnSpc>
              <a:spcBef>
                <a:spcPts val="500"/>
              </a:spcBef>
              <a:buFont typeface="Bosch Office Sans" pitchFamily="2" charset="0"/>
              <a:buChar char="‒"/>
              <a:defRPr sz="1300" kern="1200" baseline="0">
                <a:solidFill>
                  <a:schemeClr val="tx1"/>
                </a:solidFill>
                <a:latin typeface="+mn-lt"/>
                <a:ea typeface="+mn-ea"/>
                <a:cs typeface="+mn-cs"/>
              </a:defRPr>
            </a:lvl9pPr>
          </a:lstStyle>
          <a:p>
            <a:pPr marL="552450" indent="-285750" algn="just" fontAlgn="auto">
              <a:spcAft>
                <a:spcPts val="0"/>
              </a:spcAft>
            </a:pPr>
            <a:r>
              <a:rPr lang="en-US" dirty="0"/>
              <a:t>Project Scope: </a:t>
            </a:r>
          </a:p>
          <a:p>
            <a:pPr marL="552450" indent="-285750" algn="just" fontAlgn="auto">
              <a:spcAft>
                <a:spcPts val="0"/>
              </a:spcAft>
            </a:pPr>
            <a:r>
              <a:rPr lang="en-US" dirty="0"/>
              <a:t>Overview:</a:t>
            </a:r>
          </a:p>
          <a:p>
            <a:pPr marL="552450" indent="-285750" algn="just" fontAlgn="auto">
              <a:spcAft>
                <a:spcPts val="0"/>
              </a:spcAft>
            </a:pPr>
            <a:r>
              <a:rPr lang="en-US" dirty="0"/>
              <a:t>Development Effort:</a:t>
            </a:r>
          </a:p>
          <a:p>
            <a:pPr marL="552450" indent="-285750" algn="just" fontAlgn="auto">
              <a:spcAft>
                <a:spcPts val="0"/>
              </a:spcAft>
            </a:pPr>
            <a:r>
              <a:rPr lang="en-US" dirty="0"/>
              <a:t>Capabilities:</a:t>
            </a:r>
          </a:p>
          <a:p>
            <a:pPr marL="552450" indent="-285750" algn="just" fontAlgn="auto">
              <a:spcAft>
                <a:spcPts val="0"/>
              </a:spcAft>
            </a:pPr>
            <a:r>
              <a:rPr lang="en-US" dirty="0"/>
              <a:t>Risks:</a:t>
            </a:r>
          </a:p>
        </p:txBody>
      </p:sp>
    </p:spTree>
    <p:extLst>
      <p:ext uri="{BB962C8B-B14F-4D97-AF65-F5344CB8AC3E}">
        <p14:creationId xmlns:p14="http://schemas.microsoft.com/office/powerpoint/2010/main" val="36136257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AXMLTEMPLATE" val="presentation_169"/>
  <p:tag name="SAXMLCOMPANYNAME" val="rexroth"/>
  <p:tag name="MLTEMPLATEVERSION" val="2.0"/>
  <p:tag name="SAXCONVERSION" val="2"/>
  <p:tag name="MLLANGUAGE" val="deu"/>
</p:tagLst>
</file>

<file path=ppt/tags/tag2.xml><?xml version="1.0" encoding="utf-8"?>
<p:tagLst xmlns:a="http://schemas.openxmlformats.org/drawingml/2006/main" xmlns:r="http://schemas.openxmlformats.org/officeDocument/2006/relationships" xmlns:p="http://schemas.openxmlformats.org/presentationml/2006/main">
  <p:tag name="COLORS" val="-2;-2;-2;-2;-2;-2"/>
  <p:tag name="COLORSETCLASSNAME" val="ColorSet1"/>
  <p:tag name="MLI" val="1"/>
  <p:tag name="SHAPESETGROUPCLASSNAME" val="ShapeSetGroup1"/>
  <p:tag name="SHAPESETCLASSNAME" val="TitleSupergraphic1"/>
  <p:tag name="COLORSETGROUPCLASSNAME" val="ColorSetGroup1"/>
  <p:tag name="FONTSETGROUPCLASSNAME" val="FontSetGroup1"/>
  <p:tag name="SHAPECLASSNAME" val="LowerTriangle"/>
  <p:tag name="SHAPECLASSPROTECTIONTYPE" val="15"/>
</p:tagLst>
</file>

<file path=ppt/tags/tag3.xml><?xml version="1.0" encoding="utf-8"?>
<p:tagLst xmlns:a="http://schemas.openxmlformats.org/drawingml/2006/main" xmlns:r="http://schemas.openxmlformats.org/officeDocument/2006/relationships" xmlns:p="http://schemas.openxmlformats.org/presentationml/2006/main">
  <p:tag name="COLORS" val="-2;-2;-2;-2;-2;-2"/>
  <p:tag name="COLORSETCLASSNAME" val="ColorSet1"/>
  <p:tag name="MLI" val="1"/>
  <p:tag name="SHAPESETGROUPCLASSNAME" val="ShapeSetGroup1"/>
  <p:tag name="SHAPESETCLASSNAME" val="TitleSupergraphic1"/>
  <p:tag name="COLORSETGROUPCLASSNAME" val="ColorSetGroup1"/>
  <p:tag name="FONTSETGROUPCLASSNAME" val="FontSetGroup1"/>
  <p:tag name="SHAPECLASSNAME" val="UpperTriangle"/>
  <p:tag name="SHAPECLASSPROTECTIONTYPE" val="15"/>
</p:tagLst>
</file>

<file path=ppt/tags/tag4.xml><?xml version="1.0" encoding="utf-8"?>
<p:tagLst xmlns:a="http://schemas.openxmlformats.org/drawingml/2006/main" xmlns:r="http://schemas.openxmlformats.org/officeDocument/2006/relationships" xmlns:p="http://schemas.openxmlformats.org/presentationml/2006/main">
  <p:tag name="SHAPE_LOCKS" val="16"/>
</p:tagLst>
</file>

<file path=ppt/tags/tag5.xml><?xml version="1.0" encoding="utf-8"?>
<p:tagLst xmlns:a="http://schemas.openxmlformats.org/drawingml/2006/main" xmlns:r="http://schemas.openxmlformats.org/officeDocument/2006/relationships" xmlns:p="http://schemas.openxmlformats.org/presentationml/2006/main">
  <p:tag name="SHAPE_LOCKS" val="16"/>
</p:tagLst>
</file>

<file path=ppt/tags/tag6.xml><?xml version="1.0" encoding="utf-8"?>
<p:tagLst xmlns:a="http://schemas.openxmlformats.org/drawingml/2006/main" xmlns:r="http://schemas.openxmlformats.org/officeDocument/2006/relationships" xmlns:p="http://schemas.openxmlformats.org/presentationml/2006/main">
  <p:tag name="FONT" val="Disguised"/>
  <p:tag name="FONTSETCLASSNAME" val="FontSet1"/>
  <p:tag name="COLORS" val="-2;-2;-2;-2;-2;-2"/>
  <p:tag name="COLORSETCLASSNAME" val="ColorSet1"/>
  <p:tag name="MLI" val="1"/>
  <p:tag name="SHAPESETGROUPCLASSNAME" val="ShapeSetGroup1"/>
  <p:tag name="SHAPESETCLASSNAME" val="TitleSlide"/>
  <p:tag name="COLORSETGROUPCLASSNAME" val="ColorSetGroup1"/>
  <p:tag name="FONTSETGROUPCLASSNAME" val="FontSetGroup1"/>
  <p:tag name="SHAPECLASSNAME" val="HiddenSubtitle"/>
  <p:tag name="SHAPECLASSPROTECTIONTYPE" val="0"/>
  <p:tag name="ML_SENDTOBACK" val=" 1"/>
</p:tagLst>
</file>

<file path=ppt/tags/tag7.xml><?xml version="1.0" encoding="utf-8"?>
<p:tagLst xmlns:a="http://schemas.openxmlformats.org/drawingml/2006/main" xmlns:r="http://schemas.openxmlformats.org/officeDocument/2006/relationships" xmlns:p="http://schemas.openxmlformats.org/presentationml/2006/main">
  <p:tag name="COLORS" val="-2;-2;-2;-2;-2;-2"/>
  <p:tag name="COLORSETCLASSNAME" val="ColorSet1"/>
  <p:tag name="MLI" val="1"/>
  <p:tag name="SHAPESETGROUPCLASSNAME" val="ShapeSetGroup1"/>
  <p:tag name="SHAPESETCLASSNAME" val="TitleSupergraphic1"/>
  <p:tag name="COLORSETGROUPCLASSNAME" val="ColorSetGroup1"/>
  <p:tag name="FONTSETGROUPCLASSNAME" val="FontSetGroup1"/>
  <p:tag name="SHAPECLASSNAME" val="LowerTriangle"/>
  <p:tag name="SHAPECLASSPROTECTIONTYPE" val="15"/>
</p:tagLst>
</file>

<file path=ppt/tags/tag8.xml><?xml version="1.0" encoding="utf-8"?>
<p:tagLst xmlns:a="http://schemas.openxmlformats.org/drawingml/2006/main" xmlns:r="http://schemas.openxmlformats.org/officeDocument/2006/relationships" xmlns:p="http://schemas.openxmlformats.org/presentationml/2006/main">
  <p:tag name="COLORS" val="-2;-2;-2;-2;-2;-2"/>
  <p:tag name="COLORSETCLASSNAME" val="ColorSet1"/>
  <p:tag name="MLI" val="1"/>
  <p:tag name="SHAPESETGROUPCLASSNAME" val="ShapeSetGroup1"/>
  <p:tag name="SHAPESETCLASSNAME" val="TitleSupergraphic1"/>
  <p:tag name="COLORSETGROUPCLASSNAME" val="ColorSetGroup1"/>
  <p:tag name="FONTSETGROUPCLASSNAME" val="FontSetGroup1"/>
  <p:tag name="SHAPECLASSNAME" val="UpperTriangle"/>
  <p:tag name="SHAPECLASSPROTECTIONTYPE" val="15"/>
</p:tagLst>
</file>

<file path=ppt/tags/tag9.xml><?xml version="1.0" encoding="utf-8"?>
<p:tagLst xmlns:a="http://schemas.openxmlformats.org/drawingml/2006/main" xmlns:r="http://schemas.openxmlformats.org/officeDocument/2006/relationships" xmlns:p="http://schemas.openxmlformats.org/presentationml/2006/main">
  <p:tag name="SHAPE_LOCKS" val="16"/>
</p:tagLst>
</file>

<file path=ppt/tags/tag10.xml><?xml version="1.0" encoding="utf-8"?>
<p:tagLst xmlns:a="http://schemas.openxmlformats.org/drawingml/2006/main" xmlns:r="http://schemas.openxmlformats.org/officeDocument/2006/relationships" xmlns:p="http://schemas.openxmlformats.org/presentationml/2006/main">
  <p:tag name="SHAPE_LOCKS" val="16"/>
</p:tagLst>
</file>

<file path=ppt/tags/tag11.xml><?xml version="1.0" encoding="utf-8"?>
<p:tagLst xmlns:a="http://schemas.openxmlformats.org/drawingml/2006/main" xmlns:r="http://schemas.openxmlformats.org/officeDocument/2006/relationships" xmlns:p="http://schemas.openxmlformats.org/presentationml/2006/main">
  <p:tag name="COLORS" val="-2;-2;-2;-2;-2;-2"/>
  <p:tag name="COLORSETCLASSNAME" val="ColorSet1"/>
  <p:tag name="MLI" val="1"/>
  <p:tag name="SHAPESETGROUPCLASSNAME" val="ShapeSetGroup1"/>
  <p:tag name="SHAPESETCLASSNAME" val="TitleSupergraphic1"/>
  <p:tag name="COLORSETGROUPCLASSNAME" val="ColorSetGroup1"/>
  <p:tag name="FONTSETGROUPCLASSNAME" val="FontSetGroup1"/>
  <p:tag name="SHAPECLASSNAME" val="LowerTriangle"/>
  <p:tag name="SHAPECLASSPROTECTIONTYPE" val="15"/>
</p:tagLst>
</file>

<file path=ppt/tags/tag12.xml><?xml version="1.0" encoding="utf-8"?>
<p:tagLst xmlns:a="http://schemas.openxmlformats.org/drawingml/2006/main" xmlns:r="http://schemas.openxmlformats.org/officeDocument/2006/relationships" xmlns:p="http://schemas.openxmlformats.org/presentationml/2006/main">
  <p:tag name="COLORS" val="-2;-2;-2;-2;-2;-2"/>
  <p:tag name="COLORSETCLASSNAME" val="ColorSet1"/>
  <p:tag name="MLI" val="1"/>
  <p:tag name="SHAPESETGROUPCLASSNAME" val="ShapeSetGroup1"/>
  <p:tag name="SHAPESETCLASSNAME" val="TitleSupergraphic1"/>
  <p:tag name="COLORSETGROUPCLASSNAME" val="ColorSetGroup1"/>
  <p:tag name="FONTSETGROUPCLASSNAME" val="FontSetGroup1"/>
  <p:tag name="SHAPECLASSNAME" val="UpperTriangle"/>
  <p:tag name="SHAPECLASSPROTECTIONTYPE" val="15"/>
</p:tagLst>
</file>

<file path=ppt/tags/tag13.xml><?xml version="1.0" encoding="utf-8"?>
<p:tagLst xmlns:a="http://schemas.openxmlformats.org/drawingml/2006/main" xmlns:r="http://schemas.openxmlformats.org/officeDocument/2006/relationships" xmlns:p="http://schemas.openxmlformats.org/presentationml/2006/main">
  <p:tag name="SHAPE_LOCKS" val="16"/>
</p:tagLst>
</file>

<file path=ppt/tags/tag14.xml><?xml version="1.0" encoding="utf-8"?>
<p:tagLst xmlns:a="http://schemas.openxmlformats.org/drawingml/2006/main" xmlns:r="http://schemas.openxmlformats.org/officeDocument/2006/relationships" xmlns:p="http://schemas.openxmlformats.org/presentationml/2006/main">
  <p:tag name="SHAPE_LOCKS" val="16"/>
</p:tagLst>
</file>

<file path=ppt/theme/theme1.xml><?xml version="1.0" encoding="utf-8"?>
<a:theme xmlns:a="http://schemas.openxmlformats.org/drawingml/2006/main" name="Rexroth 2023">
  <a:themeElements>
    <a:clrScheme name="Rexroth">
      <a:dk1>
        <a:srgbClr val="000000"/>
      </a:dk1>
      <a:lt1>
        <a:srgbClr val="FFFFFF"/>
      </a:lt1>
      <a:dk2>
        <a:srgbClr val="424C58"/>
      </a:dk2>
      <a:lt2>
        <a:srgbClr val="B2B3B5"/>
      </a:lt2>
      <a:accent1>
        <a:srgbClr val="002B49"/>
      </a:accent1>
      <a:accent2>
        <a:srgbClr val="00C8F7"/>
      </a:accent2>
      <a:accent3>
        <a:srgbClr val="A3BAC8"/>
      </a:accent3>
      <a:accent4>
        <a:srgbClr val="91F0FF"/>
      </a:accent4>
      <a:accent5>
        <a:srgbClr val="506E81"/>
      </a:accent5>
      <a:accent6>
        <a:srgbClr val="ED0007"/>
      </a:accent6>
      <a:hlink>
        <a:srgbClr val="002B49"/>
      </a:hlink>
      <a:folHlink>
        <a:srgbClr val="5A7C91"/>
      </a:folHlink>
    </a:clrScheme>
    <a:fontScheme name="Rexroth">
      <a:majorFont>
        <a:latin typeface="Bosch Sans Black"/>
        <a:ea typeface=""/>
        <a:cs typeface=""/>
      </a:majorFont>
      <a:minorFont>
        <a:latin typeface="Bosch Office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9525" cap="flat" cmpd="sng" algn="ctr">
          <a:solidFill>
            <a:srgbClr val="002B49"/>
          </a:solidFill>
          <a:prstDash val="solid"/>
        </a:ln>
        <a:effectLst/>
      </a:spPr>
      <a:bodyPr rtlCol="0" anchor="ctr"/>
      <a:lstStyle>
        <a:defPPr marL="0" marR="0" indent="0" algn="ctr" defTabSz="914400" eaLnBrk="1" fontAlgn="auto" latinLnBrk="0" hangingPunct="1">
          <a:lnSpc>
            <a:spcPct val="100000"/>
          </a:lnSpc>
          <a:spcBef>
            <a:spcPts val="0"/>
          </a:spcBef>
          <a:spcAft>
            <a:spcPts val="0"/>
          </a:spcAft>
          <a:buClrTx/>
          <a:buSzTx/>
          <a:buFontTx/>
          <a:buNone/>
          <a:tabLst/>
          <a:defRPr kumimoji="0" sz="1800" b="0" i="0" u="none" strike="noStrike" kern="0" cap="none" spc="0" normalizeH="0" baseline="0" noProof="0" dirty="0">
            <a:ln>
              <a:noFill/>
            </a:ln>
            <a:solidFill>
              <a:srgbClr val="000000"/>
            </a:solidFill>
            <a:effectLst/>
            <a:uLnTx/>
            <a:uFillTx/>
            <a:latin typeface="Bosch Office Sans"/>
            <a:ea typeface="+mn-ea"/>
            <a:cs typeface="+mn-cs"/>
          </a:defRPr>
        </a:defPPr>
      </a:lstStyle>
    </a:spDef>
    <a:txDef>
      <a:spPr>
        <a:noFill/>
      </a:spPr>
      <a:bodyPr wrap="square" lIns="0" tIns="0" rIns="0" bIns="0" rtlCol="0">
        <a:noAutofit/>
      </a:bodyPr>
      <a:lstStyle>
        <a:defPPr marR="0" defTabSz="914400" eaLnBrk="1" fontAlgn="auto" latinLnBrk="0" hangingPunct="1">
          <a:lnSpc>
            <a:spcPts val="2300"/>
          </a:lnSpc>
          <a:spcBef>
            <a:spcPts val="500"/>
          </a:spcBef>
          <a:spcAft>
            <a:spcPts val="0"/>
          </a:spcAft>
          <a:buClrTx/>
          <a:buSzTx/>
          <a:buFontTx/>
          <a:buNone/>
          <a:tabLst/>
          <a:defRPr kumimoji="0" sz="1800" b="0" i="0" u="none" strike="noStrike" kern="0" cap="none" spc="0" normalizeH="0" baseline="0" noProof="0" dirty="0" smtClean="0">
            <a:ln>
              <a:noFill/>
            </a:ln>
            <a:solidFill>
              <a:srgbClr val="000000"/>
            </a:solidFill>
            <a:effectLst/>
            <a:uLnTx/>
            <a:uFillTx/>
          </a:defRPr>
        </a:defPPr>
      </a:lstStyle>
    </a:txDef>
  </a:objectDefaults>
  <a:extraClrSchemeLst/>
  <a:extLst>
    <a:ext uri="{05A4C25C-085E-4340-85A3-A5531E510DB2}">
      <thm15:themeFamily xmlns:thm15="http://schemas.microsoft.com/office/thememl/2012/main" name="template1.potx" id="{B42E7B7F-9861-432B-9E51-83B02626C983}" vid="{36667A6F-6AB1-4A48-853E-DE3CA4CBC9AE}"/>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Rexroth">
    <a:dk1>
      <a:srgbClr val="000000"/>
    </a:dk1>
    <a:lt1>
      <a:srgbClr val="FFFFFF"/>
    </a:lt1>
    <a:dk2>
      <a:srgbClr val="424C58"/>
    </a:dk2>
    <a:lt2>
      <a:srgbClr val="B2B3B5"/>
    </a:lt2>
    <a:accent1>
      <a:srgbClr val="002B49"/>
    </a:accent1>
    <a:accent2>
      <a:srgbClr val="00C8F7"/>
    </a:accent2>
    <a:accent3>
      <a:srgbClr val="A3BAC8"/>
    </a:accent3>
    <a:accent4>
      <a:srgbClr val="91F0FF"/>
    </a:accent4>
    <a:accent5>
      <a:srgbClr val="506E81"/>
    </a:accent5>
    <a:accent6>
      <a:srgbClr val="ED0007"/>
    </a:accent6>
    <a:hlink>
      <a:srgbClr val="002B49"/>
    </a:hlink>
    <a:folHlink>
      <a:srgbClr val="5A7C91"/>
    </a:folHlink>
  </a:clrScheme>
</a:themeOverride>
</file>

<file path=ppt/theme/themeOverride2.xml><?xml version="1.0" encoding="utf-8"?>
<a:themeOverride xmlns:a="http://schemas.openxmlformats.org/drawingml/2006/main">
  <a:clrScheme name="Rexroth">
    <a:dk1>
      <a:srgbClr val="000000"/>
    </a:dk1>
    <a:lt1>
      <a:srgbClr val="FFFFFF"/>
    </a:lt1>
    <a:dk2>
      <a:srgbClr val="424C58"/>
    </a:dk2>
    <a:lt2>
      <a:srgbClr val="B2B3B5"/>
    </a:lt2>
    <a:accent1>
      <a:srgbClr val="002B49"/>
    </a:accent1>
    <a:accent2>
      <a:srgbClr val="00C8F7"/>
    </a:accent2>
    <a:accent3>
      <a:srgbClr val="A3BAC8"/>
    </a:accent3>
    <a:accent4>
      <a:srgbClr val="91F0FF"/>
    </a:accent4>
    <a:accent5>
      <a:srgbClr val="506E81"/>
    </a:accent5>
    <a:accent6>
      <a:srgbClr val="ED0007"/>
    </a:accent6>
    <a:hlink>
      <a:srgbClr val="002B49"/>
    </a:hlink>
    <a:folHlink>
      <a:srgbClr val="5A7C91"/>
    </a:folHlink>
  </a:clrScheme>
</a:themeOverride>
</file>

<file path=ppt/theme/themeOverride3.xml><?xml version="1.0" encoding="utf-8"?>
<a:themeOverride xmlns:a="http://schemas.openxmlformats.org/drawingml/2006/main">
  <a:clrScheme name="Rexroth">
    <a:dk1>
      <a:srgbClr val="000000"/>
    </a:dk1>
    <a:lt1>
      <a:srgbClr val="FFFFFF"/>
    </a:lt1>
    <a:dk2>
      <a:srgbClr val="424C58"/>
    </a:dk2>
    <a:lt2>
      <a:srgbClr val="B2B3B5"/>
    </a:lt2>
    <a:accent1>
      <a:srgbClr val="002B49"/>
    </a:accent1>
    <a:accent2>
      <a:srgbClr val="00C8F7"/>
    </a:accent2>
    <a:accent3>
      <a:srgbClr val="A3BAC8"/>
    </a:accent3>
    <a:accent4>
      <a:srgbClr val="91F0FF"/>
    </a:accent4>
    <a:accent5>
      <a:srgbClr val="506E81"/>
    </a:accent5>
    <a:accent6>
      <a:srgbClr val="ED0007"/>
    </a:accent6>
    <a:hlink>
      <a:srgbClr val="002B49"/>
    </a:hlink>
    <a:folHlink>
      <a:srgbClr val="5A7C91"/>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sax_Colors>
  <Line size="7">
    <Color val="0066A2"/>
    <Color val="0082AE"/>
    <Color val="2A958D"/>
    <Color val="67A356"/>
  </Line>
  <Line size="7">
    <Color val="EBD417"/>
    <Color val="F36716"/>
  </Line>
</sax_Colors>
</file>

<file path=customXml/item2.xml><?xml version="1.0" encoding="utf-8"?>
<saxML>
  <saxMLTemplate>presentation_169</saxMLTemplate>
  <Variablen>
    <Variable>
      <Name>attachmentremark</Name>
      <OrgInhalt/>
      <Wert/>
      <Platzhalter>False</Platzhalter>
      <DocDatenDialog>True</DocDatenDialog>
      <Label>Anlagenvermerk</Label>
      <FrageVar>False</FrageVar>
      <Prefix/>
      <Suffix/>
      <WegfallVar/>
      <MussFeld>False</MussFeld>
      <InDokument>True</InDokument>
      <Sektion>Rectangle7</Sektion>
      <Reihenfolge>0</Reihenfolge>
    </Variable>
    <Variable>
      <Name>departmentshort</Name>
      <OrgInhalt>DC-AT/ESP1</OrgInhalt>
      <Wert>DC-AT/ESP1</Wert>
      <Platzhalter>False</Platzhalter>
      <DocDatenDialog>True</DocDatenDialog>
      <Label>Urhebervermerk</Label>
      <FrageVar>False</FrageVar>
      <Prefix/>
      <Suffix/>
      <WegfallVar/>
      <MussFeld>False</MussFeld>
      <Trenner>
        <VariableVor>confidentiality</VariableVor>
        <VariableVor>businessunit</VariableVor>
        <Zwischen> | </Zwischen>
        <VariableNach>departmentshort</VariableNach>
      </Trenner>
      <InDokument>True</InDokument>
      <Sektion>Footer</Sektion>
      <Reihenfolge/>
    </Variable>
    <Variable>
      <Name>confidentiality</Name>
      <OrgInhalt/>
      <Wert/>
      <Platzhalter>False</Platzhalter>
      <DocDatenDialog>True</DocDatenDialog>
      <Label>Vertraulichkeitsvermerk</Label>
      <FrageVar>False</FrageVar>
      <Prefix/>
      <Suffix/>
      <WegfallVar/>
      <ComboBox>
        <Option>Intern</Option>
        <Option>Vertraulich</Option>
        <Option>Streng vertraulich</Option>
        <Option/>
      </ComboBox>
      <MussFeld>False</MussFeld>
      <InDokument>True</InDokument>
      <Sektion>Footer</Sektion>
      <Reihenfolge>0</Reihenfolge>
    </Variable>
    <Variable>
      <Name>copyright</Name>
      <OrgInhalt>© Bosch Rexroth AG 2023. Alle Rechte vorbehalten, auch bzgl. jeder Verfügung, Verwertung, Reproduktion, Bearbeitung, Weitergabe sowie für den Fall von Schutzrechtsanmeldungen.</OrgInhalt>
      <Wert>© Bosch Rexroth AG 2023. Alle Rechte vorbehalten, auch bzgl. jeder Verfügung, Verwertung, Reproduktion, Bearbeitung, Weitergabe sowie für den Fall von Schutzrechtsanmeldungen.</Wert>
      <Platzhalter>False</Platzhalter>
      <DocDatenDialog>False</DocDatenDialog>
      <Label>$tr_copyright$</Label>
      <FrageVar>False</FrageVar>
      <Prefix/>
      <Suffix/>
      <WegfallVar/>
      <MussFeld>False</MussFeld>
      <Trenner>
        <VariableVor>departmentshort</VariableVor>
        <VariableVor>confidentiality</VariableVor>
        <VariableVor>businessunit</VariableVor>
        <VariableVor>dateformat</VariableVor>
        <VariableVor>repositoryremark</VariableVor>
        <Zwischen> | </Zwischen>
        <VariableNach>copyright</VariableNach>
      </Trenner>
      <InDokument>True</InDokument>
      <Sektion>Footer</Sektion>
      <Reihenfolge/>
    </Variable>
    <Variable>
      <Name>dateformat</Name>
      <OrgInhalt>06.06.2023</OrgInhalt>
      <Wert>06.06.2023</Wert>
      <Platzhalter>False</Platzhalter>
      <DocDatenDialog>True</DocDatenDialog>
      <Label>Datum</Label>
      <FrageVar>False</FrageVar>
      <Prefix/>
      <Suffix/>
      <WegfallVar/>
      <MussFeld>False</MussFeld>
      <Trenner>
        <VariableVor>departmentshort</VariableVor>
        <VariableVor>confidentiality</VariableVor>
        <VariableVor>businessunit</VariableVor>
        <Zwischen> | </Zwischen>
        <VariableNach>dateformat</VariableNach>
      </Trenner>
      <InDokument>True</InDokument>
      <Sektion>Footer</Sektion>
      <Reihenfolge>0</Reihenfolge>
    </Variable>
    <Variable>
      <Name>businessunit</Name>
      <OrgInhalt/>
      <Wert/>
      <Platzhalter>False</Platzhalter>
      <DocDatenDialog>False</DocDatenDialog>
      <Label>$tr_businessunit$</Label>
      <FrageVar>False</FrageVar>
      <Prefix/>
      <Suffix/>
      <WegfallVar/>
      <MussFeld>False</MussFeld>
      <Trenner>
        <VariableVor>confidentiality</VariableVor>
        <Zwischen> | </Zwischen>
        <VariableNach>businessunit</VariableNach>
      </Trenner>
      <InDokument>True</InDokument>
      <Sektion>Footer</Sektion>
      <Reihenfolge>0</Reihenfolge>
    </Variable>
    <Variable>
      <Name>repositoryremark</Name>
      <OrgInhalt/>
      <Wert/>
      <Platzhalter>False</Platzhalter>
      <DocDatenDialog>True</DocDatenDialog>
      <Label>Ablagevermerk</Label>
      <FrageVar>False</FrageVar>
      <Prefix/>
      <Suffix/>
      <WegfallVar/>
      <MussFeld>False</MussFeld>
      <Trenner>
        <VariableVor>departmentshort</VariableVor>
        <VariableVor>confidentiality</VariableVor>
        <VariableVor>businessunit</VariableVor>
        <VariableVor>dateformat</VariableVor>
        <Zwischen> | </Zwischen>
        <VariableNach>repositoryremark</VariableNach>
      </Trenner>
      <InDokument>True</InDokument>
      <Sektion>Footer</Sektion>
      <Reihenfolge>0</Reihenfolge>
    </Variable>
  </Variablen>
</saxML>
</file>

<file path=customXml/itemProps1.xml><?xml version="1.0" encoding="utf-8"?>
<ds:datastoreItem xmlns:ds="http://schemas.openxmlformats.org/officeDocument/2006/customXml" ds:itemID="{D0252559-44F8-474C-B66D-E357B88E32C2}">
  <ds:schemaRefs/>
</ds:datastoreItem>
</file>

<file path=customXml/itemProps2.xml><?xml version="1.0" encoding="utf-8"?>
<ds:datastoreItem xmlns:ds="http://schemas.openxmlformats.org/officeDocument/2006/customXml" ds:itemID="{F380EBFA-E2FD-45DD-8CA9-AEA47FCF9342}">
  <ds:schemaRefs/>
</ds:datastoreItem>
</file>

<file path=docProps/app.xml><?xml version="1.0" encoding="utf-8"?>
<Properties xmlns="http://schemas.openxmlformats.org/officeDocument/2006/extended-properties" xmlns:vt="http://schemas.openxmlformats.org/officeDocument/2006/docPropsVTypes">
  <Template/>
  <TotalTime>0</TotalTime>
  <Words>2374</Words>
  <Application>Microsoft Office PowerPoint</Application>
  <PresentationFormat>Custom</PresentationFormat>
  <Paragraphs>411</Paragraphs>
  <Slides>34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Arial</vt:lpstr>
      <vt:lpstr>Bosch Office Sans</vt:lpstr>
      <vt:lpstr>Bosch Sans Black</vt:lpstr>
      <vt:lpstr>Calibri</vt:lpstr>
      <vt:lpstr>Wingdings</vt:lpstr>
      <vt:lpstr>Wingdings 3</vt:lpstr>
      <vt:lpstr>Rexroth 2023</vt:lpstr>
      <vt:lpstr>Virtual Commissioning</vt:lpstr>
      <vt:lpstr>Requirement Specification</vt:lpstr>
      <vt:lpstr>Requirement Specification</vt:lpstr>
      <vt:lpstr>Requirement Specification</vt:lpstr>
      <vt:lpstr>Requirement Specification</vt:lpstr>
      <vt:lpstr>Requirement Specification</vt:lpstr>
      <vt:lpstr>Requirement Specification</vt:lpstr>
      <vt:lpstr>Requirement Specification</vt:lpstr>
      <vt:lpstr>Requirement Specification</vt:lpstr>
      <vt:lpstr>Requirement Specification</vt:lpstr>
      <vt:lpstr>Requirement Specification</vt:lpstr>
      <vt:lpstr>Requirement Specification</vt:lpstr>
      <vt:lpstr>Requirement Specification</vt:lpstr>
      <vt:lpstr>Requirement Specification</vt:lpstr>
      <vt:lpstr>Requirement Specification</vt:lpstr>
      <vt:lpstr>Requirement Specification</vt:lpstr>
      <vt:lpstr>Requirement Specification</vt:lpstr>
      <vt:lpstr>Requirement Specification</vt:lpstr>
      <vt:lpstr>Requirement Specification</vt:lpstr>
      <vt:lpstr>Requirement Specification</vt:lpstr>
      <vt:lpstr>Requirement Specification</vt:lpstr>
      <vt:lpstr>Requirement Specification</vt:lpstr>
      <vt:lpstr>Requirement Specification</vt:lpstr>
      <vt:lpstr>Requirement Specification</vt:lpstr>
      <vt:lpstr>Requirement Specification</vt:lpstr>
      <vt:lpstr>Requirement Specification</vt:lpstr>
      <vt:lpstr>Requirement Specification</vt:lpstr>
      <vt:lpstr>Requirement Specification</vt:lpstr>
      <vt:lpstr>Requirement Specification</vt:lpstr>
      <vt:lpstr>Requirement Specification</vt:lpstr>
      <vt:lpstr>Requirement Specification</vt:lpstr>
      <vt:lpstr>Requirement Specification</vt:lpstr>
      <vt:lpstr>Requirement Specification</vt:lpstr>
      <vt:lpstr>Requirement Specification</vt:lpstr>
    </vt:vector>
  </TitlesOfParts>
  <Company>Robert Bosch GmbH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DC-AT/ESP WS Recycling Solution Sets</dc:title>
  <dc:creator>Krieger Sebastian A (DC-AT/ESP1)</dc:creator>
  <cp:lastModifiedBy>Sunil Sooraj (DC-AT/ESP1)</cp:lastModifiedBy>
  <cp:revision>225</cp:revision>
  <dcterms:created xsi:type="dcterms:W3CDTF">2023-06-06T06:21:51Z</dcterms:created>
  <dcterms:modified xsi:type="dcterms:W3CDTF">2025-06-10T10:57:19Z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ttachmentremark">
    <vt:lpwstr>$attachmentremark$</vt:lpwstr>
  </property>
  <property fmtid="{D5CDD505-2E9C-101B-9397-08002B2CF9AE}" pid="3" name="confidentiality">
    <vt:lpwstr>$confidentiality$</vt:lpwstr>
  </property>
  <property fmtid="{D5CDD505-2E9C-101B-9397-08002B2CF9AE}" pid="4" name="copyright">
    <vt:lpwstr>$copyright$</vt:lpwstr>
  </property>
  <property fmtid="{D5CDD505-2E9C-101B-9397-08002B2CF9AE}" pid="5" name="dateformat">
    <vt:lpwstr>$dateformat$</vt:lpwstr>
  </property>
  <property fmtid="{D5CDD505-2E9C-101B-9397-08002B2CF9AE}" pid="6" name="businessunit">
    <vt:lpwstr>$businessunit$</vt:lpwstr>
  </property>
  <property fmtid="{D5CDD505-2E9C-101B-9397-08002B2CF9AE}" pid="7" name="repositoryremark">
    <vt:lpwstr>$repositoryremark$</vt:lpwstr>
  </property>
</Properties>
</file>